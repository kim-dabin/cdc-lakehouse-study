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3417b7e9c4921" /><Relationship Type="http://schemas.openxmlformats.org/officeDocument/2006/relationships/extended-properties" Target="/docProps/app.xml" Id="R42fd9b255b6d4f06" /><Relationship Type="http://schemas.openxmlformats.org/officeDocument/2006/relationships/officeDocument" Target="/ppt/presentation.xml" Id="R0eba645bbdb74f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b71fbb4c6f44d6"/>
  </p:sldMasterIdLst>
  <p:notesMasterIdLst>
    <p:notesMasterId xmlns:r="http://schemas.openxmlformats.org/officeDocument/2006/relationships" r:id="R75b61761ed474f88"/>
  </p:notesMasterIdLst>
  <p:sldIdLst>
    <p:sldId xmlns:r="http://schemas.openxmlformats.org/officeDocument/2006/relationships" id="256" r:id="R2e95feed305b4c13"/>
    <p:sldId xmlns:r="http://schemas.openxmlformats.org/officeDocument/2006/relationships" id="257" r:id="R1883ab75ee664296"/>
    <p:sldId xmlns:r="http://schemas.openxmlformats.org/officeDocument/2006/relationships" id="258" r:id="R853f54a739714be9"/>
    <p:sldId xmlns:r="http://schemas.openxmlformats.org/officeDocument/2006/relationships" id="259" r:id="R5c3abdd0476f423f"/>
    <p:sldId xmlns:r="http://schemas.openxmlformats.org/officeDocument/2006/relationships" id="260" r:id="Rb635640e9f504ba3"/>
    <p:sldId xmlns:r="http://schemas.openxmlformats.org/officeDocument/2006/relationships" id="261" r:id="Rdc6e800364d54c5d"/>
    <p:sldId xmlns:r="http://schemas.openxmlformats.org/officeDocument/2006/relationships" id="262" r:id="R3968e633a1a44edd"/>
    <p:sldId xmlns:r="http://schemas.openxmlformats.org/officeDocument/2006/relationships" id="263" r:id="Rad806da2f5ea415a"/>
    <p:sldId xmlns:r="http://schemas.openxmlformats.org/officeDocument/2006/relationships" id="264" r:id="Ree45889e86774979"/>
    <p:sldId xmlns:r="http://schemas.openxmlformats.org/officeDocument/2006/relationships" id="265" r:id="Rd06812ee764145cc"/>
    <p:sldId xmlns:r="http://schemas.openxmlformats.org/officeDocument/2006/relationships" id="266" r:id="Rdbaaf4dcc9464bb3"/>
    <p:sldId xmlns:r="http://schemas.openxmlformats.org/officeDocument/2006/relationships" id="267" r:id="R0388f321cd854fa6"/>
    <p:sldId xmlns:r="http://schemas.openxmlformats.org/officeDocument/2006/relationships" id="268" r:id="R102605169b254c67"/>
    <p:sldId xmlns:r="http://schemas.openxmlformats.org/officeDocument/2006/relationships" id="269" r:id="Ra19559adc83c4bef"/>
    <p:sldId xmlns:r="http://schemas.openxmlformats.org/officeDocument/2006/relationships" id="270" r:id="R8b22729da9bb40c3"/>
    <p:sldId xmlns:r="http://schemas.openxmlformats.org/officeDocument/2006/relationships" id="271" r:id="Rbd48a961d3df4574"/>
    <p:sldId xmlns:r="http://schemas.openxmlformats.org/officeDocument/2006/relationships" id="272" r:id="Rc50075c0b8cc4589"/>
    <p:sldId xmlns:r="http://schemas.openxmlformats.org/officeDocument/2006/relationships" id="273" r:id="Re2b5013d924e4f9c"/>
    <p:sldId xmlns:r="http://schemas.openxmlformats.org/officeDocument/2006/relationships" id="274" r:id="R210fef609c414997"/>
    <p:sldId xmlns:r="http://schemas.openxmlformats.org/officeDocument/2006/relationships" id="275" r:id="Rb836ef6a7946421b"/>
    <p:sldId xmlns:r="http://schemas.openxmlformats.org/officeDocument/2006/relationships" id="276" r:id="R1949c419c5604e2e"/>
    <p:sldId xmlns:r="http://schemas.openxmlformats.org/officeDocument/2006/relationships" id="277" r:id="R7a49a4e6b2de4d77"/>
    <p:sldId xmlns:r="http://schemas.openxmlformats.org/officeDocument/2006/relationships" id="278" r:id="R4adfd2de4d5e4236"/>
    <p:sldId xmlns:r="http://schemas.openxmlformats.org/officeDocument/2006/relationships" id="279" r:id="R919ef827753f4653"/>
    <p:sldId xmlns:r="http://schemas.openxmlformats.org/officeDocument/2006/relationships" id="280" r:id="Rf8b01a291a254b91"/>
    <p:sldId xmlns:r="http://schemas.openxmlformats.org/officeDocument/2006/relationships" id="281" r:id="R6df65367035d40b8"/>
    <p:sldId xmlns:r="http://schemas.openxmlformats.org/officeDocument/2006/relationships" id="282" r:id="R5d35597f9e7842f6"/>
    <p:sldId xmlns:r="http://schemas.openxmlformats.org/officeDocument/2006/relationships" id="283" r:id="Rad5a3af97e8b4922"/>
    <p:sldId xmlns:r="http://schemas.openxmlformats.org/officeDocument/2006/relationships" id="284" r:id="R7d16fae3a5124946"/>
    <p:sldId xmlns:r="http://schemas.openxmlformats.org/officeDocument/2006/relationships" id="285" r:id="R465ad9fd60d94250"/>
    <p:sldId xmlns:r="http://schemas.openxmlformats.org/officeDocument/2006/relationships" id="286" r:id="Rfbfb486c8df04a9f"/>
    <p:sldId xmlns:r="http://schemas.openxmlformats.org/officeDocument/2006/relationships" id="287" r:id="Rb602c537487f4d55"/>
    <p:sldId xmlns:r="http://schemas.openxmlformats.org/officeDocument/2006/relationships" id="288" r:id="R83ebfb42090d4983"/>
    <p:sldId xmlns:r="http://schemas.openxmlformats.org/officeDocument/2006/relationships" id="289" r:id="Rccf9d7e35bb04ef8"/>
    <p:sldId xmlns:r="http://schemas.openxmlformats.org/officeDocument/2006/relationships" id="290" r:id="R4ccee725ef7b4ab4"/>
    <p:sldId xmlns:r="http://schemas.openxmlformats.org/officeDocument/2006/relationships" id="291" r:id="R7b4fe381ab394b3e"/>
    <p:sldId xmlns:r="http://schemas.openxmlformats.org/officeDocument/2006/relationships" id="292" r:id="Ra031605bb68141d8"/>
    <p:sldId xmlns:r="http://schemas.openxmlformats.org/officeDocument/2006/relationships" id="293" r:id="R52d58e498b804d79"/>
    <p:sldId xmlns:r="http://schemas.openxmlformats.org/officeDocument/2006/relationships" id="294" r:id="R831ced96e3794ff9"/>
    <p:sldId xmlns:r="http://schemas.openxmlformats.org/officeDocument/2006/relationships" id="295" r:id="R9114ebd8ad374acf"/>
    <p:sldId xmlns:r="http://schemas.openxmlformats.org/officeDocument/2006/relationships" id="296" r:id="R0614cf3c279c4a2f"/>
    <p:sldId xmlns:r="http://schemas.openxmlformats.org/officeDocument/2006/relationships" id="297" r:id="Rb81dafa1a9be411f"/>
    <p:sldId xmlns:r="http://schemas.openxmlformats.org/officeDocument/2006/relationships" id="298" r:id="R3503cd1b3a4b4bef"/>
    <p:sldId xmlns:r="http://schemas.openxmlformats.org/officeDocument/2006/relationships" id="299" r:id="Re235a280c9a24475"/>
    <p:sldId xmlns:r="http://schemas.openxmlformats.org/officeDocument/2006/relationships" id="300" r:id="R93dddfd4aca446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1dfa4a86784966" /><Relationship Type="http://schemas.openxmlformats.org/officeDocument/2006/relationships/slideMaster" Target="/ppt/slideMasters/slideMaster1.xml" Id="R0cb71fbb4c6f44d6" /><Relationship Type="http://schemas.openxmlformats.org/officeDocument/2006/relationships/notesMaster" Target="/ppt/notesMasters/notesMaster1.xml" Id="R75b61761ed474f88" /><Relationship Type="http://schemas.openxmlformats.org/officeDocument/2006/relationships/presProps" Target="/ppt/presProps.xml" Id="Rf38d05cb57b74070" /><Relationship Type="http://schemas.openxmlformats.org/officeDocument/2006/relationships/tableStyles" Target="/ppt/tableStyles.xml" Id="R22fedd85a3784187" /><Relationship Type="http://schemas.openxmlformats.org/officeDocument/2006/relationships/slide" Target="/ppt/slides/slide1.xml" Id="R2e95feed305b4c13" /><Relationship Type="http://schemas.openxmlformats.org/officeDocument/2006/relationships/slide" Target="/ppt/slides/slide2.xml" Id="R1883ab75ee664296" /><Relationship Type="http://schemas.openxmlformats.org/officeDocument/2006/relationships/slide" Target="/ppt/slides/slide3.xml" Id="R853f54a739714be9" /><Relationship Type="http://schemas.openxmlformats.org/officeDocument/2006/relationships/slide" Target="/ppt/slides/slide4.xml" Id="R5c3abdd0476f423f" /><Relationship Type="http://schemas.openxmlformats.org/officeDocument/2006/relationships/slide" Target="/ppt/slides/slide5.xml" Id="Rb635640e9f504ba3" /><Relationship Type="http://schemas.openxmlformats.org/officeDocument/2006/relationships/slide" Target="/ppt/slides/slide6.xml" Id="Rdc6e800364d54c5d" /><Relationship Type="http://schemas.openxmlformats.org/officeDocument/2006/relationships/slide" Target="/ppt/slides/slide7.xml" Id="R3968e633a1a44edd" /><Relationship Type="http://schemas.openxmlformats.org/officeDocument/2006/relationships/slide" Target="/ppt/slides/slide8.xml" Id="Rad806da2f5ea415a" /><Relationship Type="http://schemas.openxmlformats.org/officeDocument/2006/relationships/slide" Target="/ppt/slides/slide9.xml" Id="Ree45889e86774979" /><Relationship Type="http://schemas.openxmlformats.org/officeDocument/2006/relationships/slide" Target="/ppt/slides/slide10.xml" Id="Rd06812ee764145cc" /><Relationship Type="http://schemas.openxmlformats.org/officeDocument/2006/relationships/slide" Target="/ppt/slides/slide11.xml" Id="Rdbaaf4dcc9464bb3" /><Relationship Type="http://schemas.openxmlformats.org/officeDocument/2006/relationships/slide" Target="/ppt/slides/slide12.xml" Id="R0388f321cd854fa6" /><Relationship Type="http://schemas.openxmlformats.org/officeDocument/2006/relationships/slide" Target="/ppt/slides/slide13.xml" Id="R102605169b254c67" /><Relationship Type="http://schemas.openxmlformats.org/officeDocument/2006/relationships/slide" Target="/ppt/slides/slide14.xml" Id="Ra19559adc83c4bef" /><Relationship Type="http://schemas.openxmlformats.org/officeDocument/2006/relationships/slide" Target="/ppt/slides/slide15.xml" Id="R8b22729da9bb40c3" /><Relationship Type="http://schemas.openxmlformats.org/officeDocument/2006/relationships/slide" Target="/ppt/slides/slide16.xml" Id="Rbd48a961d3df4574" /><Relationship Type="http://schemas.openxmlformats.org/officeDocument/2006/relationships/slide" Target="/ppt/slides/slide17.xml" Id="Rc50075c0b8cc4589" /><Relationship Type="http://schemas.openxmlformats.org/officeDocument/2006/relationships/slide" Target="/ppt/slides/slide18.xml" Id="Re2b5013d924e4f9c" /><Relationship Type="http://schemas.openxmlformats.org/officeDocument/2006/relationships/slide" Target="/ppt/slides/slide19.xml" Id="R210fef609c414997" /><Relationship Type="http://schemas.openxmlformats.org/officeDocument/2006/relationships/slide" Target="/ppt/slides/slide20.xml" Id="Rb836ef6a7946421b" /><Relationship Type="http://schemas.openxmlformats.org/officeDocument/2006/relationships/slide" Target="/ppt/slides/slide21.xml" Id="R1949c419c5604e2e" /><Relationship Type="http://schemas.openxmlformats.org/officeDocument/2006/relationships/slide" Target="/ppt/slides/slide22.xml" Id="R7a49a4e6b2de4d77" /><Relationship Type="http://schemas.openxmlformats.org/officeDocument/2006/relationships/slide" Target="/ppt/slides/slide23.xml" Id="R4adfd2de4d5e4236" /><Relationship Type="http://schemas.openxmlformats.org/officeDocument/2006/relationships/slide" Target="/ppt/slides/slide24.xml" Id="R919ef827753f4653" /><Relationship Type="http://schemas.openxmlformats.org/officeDocument/2006/relationships/slide" Target="/ppt/slides/slide25.xml" Id="Rf8b01a291a254b91" /><Relationship Type="http://schemas.openxmlformats.org/officeDocument/2006/relationships/slide" Target="/ppt/slides/slide26.xml" Id="R6df65367035d40b8" /><Relationship Type="http://schemas.openxmlformats.org/officeDocument/2006/relationships/slide" Target="/ppt/slides/slide27.xml" Id="R5d35597f9e7842f6" /><Relationship Type="http://schemas.openxmlformats.org/officeDocument/2006/relationships/slide" Target="/ppt/slides/slide28.xml" Id="Rad5a3af97e8b4922" /><Relationship Type="http://schemas.openxmlformats.org/officeDocument/2006/relationships/slide" Target="/ppt/slides/slide29.xml" Id="R7d16fae3a5124946" /><Relationship Type="http://schemas.openxmlformats.org/officeDocument/2006/relationships/slide" Target="/ppt/slides/slide30.xml" Id="R465ad9fd60d94250" /><Relationship Type="http://schemas.openxmlformats.org/officeDocument/2006/relationships/slide" Target="/ppt/slides/slide31.xml" Id="Rfbfb486c8df04a9f" /><Relationship Type="http://schemas.openxmlformats.org/officeDocument/2006/relationships/slide" Target="/ppt/slides/slide32.xml" Id="Rb602c537487f4d55" /><Relationship Type="http://schemas.openxmlformats.org/officeDocument/2006/relationships/slide" Target="/ppt/slides/slide33.xml" Id="R83ebfb42090d4983" /><Relationship Type="http://schemas.openxmlformats.org/officeDocument/2006/relationships/slide" Target="/ppt/slides/slide34.xml" Id="Rccf9d7e35bb04ef8" /><Relationship Type="http://schemas.openxmlformats.org/officeDocument/2006/relationships/slide" Target="/ppt/slides/slide35.xml" Id="R4ccee725ef7b4ab4" /><Relationship Type="http://schemas.openxmlformats.org/officeDocument/2006/relationships/slide" Target="/ppt/slides/slide36.xml" Id="R7b4fe381ab394b3e" /><Relationship Type="http://schemas.openxmlformats.org/officeDocument/2006/relationships/slide" Target="/ppt/slides/slide37.xml" Id="Ra031605bb68141d8" /><Relationship Type="http://schemas.openxmlformats.org/officeDocument/2006/relationships/slide" Target="/ppt/slides/slide38.xml" Id="R52d58e498b804d79" /><Relationship Type="http://schemas.openxmlformats.org/officeDocument/2006/relationships/slide" Target="/ppt/slides/slide39.xml" Id="R831ced96e3794ff9" /><Relationship Type="http://schemas.openxmlformats.org/officeDocument/2006/relationships/slide" Target="/ppt/slides/slide40.xml" Id="R9114ebd8ad374acf" /><Relationship Type="http://schemas.openxmlformats.org/officeDocument/2006/relationships/slide" Target="/ppt/slides/slide41.xml" Id="R0614cf3c279c4a2f" /><Relationship Type="http://schemas.openxmlformats.org/officeDocument/2006/relationships/slide" Target="/ppt/slides/slide42.xml" Id="Rb81dafa1a9be411f" /><Relationship Type="http://schemas.openxmlformats.org/officeDocument/2006/relationships/slide" Target="/ppt/slides/slide43.xml" Id="R3503cd1b3a4b4bef" /><Relationship Type="http://schemas.openxmlformats.org/officeDocument/2006/relationships/slide" Target="/ppt/slides/slide44.xml" Id="Re235a280c9a24475" /><Relationship Type="http://schemas.openxmlformats.org/officeDocument/2006/relationships/slide" Target="/ppt/slides/slide45.xml" Id="R93dddfd4aca446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d19025686940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da0742729b40a5" /><Relationship Type="http://schemas.openxmlformats.org/officeDocument/2006/relationships/notesMaster" Target="/ppt/notesMasters/notesMaster1.xml" Id="Re86d921a8a4c49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6aeb45d7634482" /><Relationship Type="http://schemas.openxmlformats.org/officeDocument/2006/relationships/notesMaster" Target="/ppt/notesMasters/notesMaster1.xml" Id="R58cb2ecc685541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320d4d2e074e54" /><Relationship Type="http://schemas.openxmlformats.org/officeDocument/2006/relationships/notesMaster" Target="/ppt/notesMasters/notesMaster1.xml" Id="Rd1f2e91667ca40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8a225d782a4375" /><Relationship Type="http://schemas.openxmlformats.org/officeDocument/2006/relationships/notesMaster" Target="/ppt/notesMasters/notesMaster1.xml" Id="R3c2f77b4c5b44f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5a2308384c4c0d" /><Relationship Type="http://schemas.openxmlformats.org/officeDocument/2006/relationships/notesMaster" Target="/ppt/notesMasters/notesMaster1.xml" Id="R7e07d3d53c4349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3f25c13c624ecf" /><Relationship Type="http://schemas.openxmlformats.org/officeDocument/2006/relationships/notesMaster" Target="/ppt/notesMasters/notesMaster1.xml" Id="R5529684ae5264a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ff976f57e34bca" /><Relationship Type="http://schemas.openxmlformats.org/officeDocument/2006/relationships/notesMaster" Target="/ppt/notesMasters/notesMaster1.xml" Id="R97bb895ba5914a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21e44717d3475b" /><Relationship Type="http://schemas.openxmlformats.org/officeDocument/2006/relationships/notesMaster" Target="/ppt/notesMasters/notesMaster1.xml" Id="R64733a7f96ae48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04c338d78a4b8d" /><Relationship Type="http://schemas.openxmlformats.org/officeDocument/2006/relationships/notesMaster" Target="/ppt/notesMasters/notesMaster1.xml" Id="Ra8f5224d62b446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22f20bd65e4b87" /><Relationship Type="http://schemas.openxmlformats.org/officeDocument/2006/relationships/notesMaster" Target="/ppt/notesMasters/notesMaster1.xml" Id="Rcaa12564b9e34f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159a3af0384074" /><Relationship Type="http://schemas.openxmlformats.org/officeDocument/2006/relationships/notesMaster" Target="/ppt/notesMasters/notesMaster1.xml" Id="R19d2ce7f008942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e7aefbaf48415b" /><Relationship Type="http://schemas.openxmlformats.org/officeDocument/2006/relationships/notesMaster" Target="/ppt/notesMasters/notesMaster1.xml" Id="R3a763dab6f2149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e4b794d60b43a6" /><Relationship Type="http://schemas.openxmlformats.org/officeDocument/2006/relationships/notesMaster" Target="/ppt/notesMasters/notesMaster1.xml" Id="Re6cce8eecdf048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c53748113c4c12" /><Relationship Type="http://schemas.openxmlformats.org/officeDocument/2006/relationships/notesMaster" Target="/ppt/notesMasters/notesMaster1.xml" Id="R9710b8644aef4d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eb2a5526c64fe8" /><Relationship Type="http://schemas.openxmlformats.org/officeDocument/2006/relationships/notesMaster" Target="/ppt/notesMasters/notesMaster1.xml" Id="R7b6adf36a1144a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66be8ada81415c" /><Relationship Type="http://schemas.openxmlformats.org/officeDocument/2006/relationships/notesMaster" Target="/ppt/notesMasters/notesMaster1.xml" Id="Re3675dd9f3884a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391e76df5042df" /><Relationship Type="http://schemas.openxmlformats.org/officeDocument/2006/relationships/notesMaster" Target="/ppt/notesMasters/notesMaster1.xml" Id="Raa0287ed73ba46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7ade614b07454d" /><Relationship Type="http://schemas.openxmlformats.org/officeDocument/2006/relationships/notesMaster" Target="/ppt/notesMasters/notesMaster1.xml" Id="R372d6ba4298c4b8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f7b294d0dec43cc" /><Relationship Type="http://schemas.openxmlformats.org/officeDocument/2006/relationships/notesMaster" Target="/ppt/notesMasters/notesMaster1.xml" Id="R84a2455e639249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dfc4ecb07142df" /><Relationship Type="http://schemas.openxmlformats.org/officeDocument/2006/relationships/notesMaster" Target="/ppt/notesMasters/notesMaster1.xml" Id="Re1c3788b024a4d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04559ee8527428e" /><Relationship Type="http://schemas.openxmlformats.org/officeDocument/2006/relationships/notesMaster" Target="/ppt/notesMasters/notesMaster1.xml" Id="R12b0caf01b90487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877307c15654ea0" /><Relationship Type="http://schemas.openxmlformats.org/officeDocument/2006/relationships/notesMaster" Target="/ppt/notesMasters/notesMaster1.xml" Id="R1939975db47d4f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fb90f382754d17" /><Relationship Type="http://schemas.openxmlformats.org/officeDocument/2006/relationships/notesMaster" Target="/ppt/notesMasters/notesMaster1.xml" Id="Rb485c1bc6e4047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145aebff364830" /><Relationship Type="http://schemas.openxmlformats.org/officeDocument/2006/relationships/notesMaster" Target="/ppt/notesMasters/notesMaster1.xml" Id="Rad61bd8b73d644c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ad4248c63940cb" /><Relationship Type="http://schemas.openxmlformats.org/officeDocument/2006/relationships/notesMaster" Target="/ppt/notesMasters/notesMaster1.xml" Id="Rb1a27899a4384e9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9d9396aa8e24fdd" /><Relationship Type="http://schemas.openxmlformats.org/officeDocument/2006/relationships/notesMaster" Target="/ppt/notesMasters/notesMaster1.xml" Id="R5bf536a383dc4e3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c04ebfcbf1742cd" /><Relationship Type="http://schemas.openxmlformats.org/officeDocument/2006/relationships/notesMaster" Target="/ppt/notesMasters/notesMaster1.xml" Id="R4f8111284e374bf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2a7ef18971e40a8" /><Relationship Type="http://schemas.openxmlformats.org/officeDocument/2006/relationships/notesMaster" Target="/ppt/notesMasters/notesMaster1.xml" Id="R96d40af4b3204a2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6f4039931eb4408" /><Relationship Type="http://schemas.openxmlformats.org/officeDocument/2006/relationships/notesMaster" Target="/ppt/notesMasters/notesMaster1.xml" Id="R9cf94ef7703f4af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d90ceb9cff14e5d" /><Relationship Type="http://schemas.openxmlformats.org/officeDocument/2006/relationships/notesMaster" Target="/ppt/notesMasters/notesMaster1.xml" Id="R68da73c93e35422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7a4b4e84b0148f1" /><Relationship Type="http://schemas.openxmlformats.org/officeDocument/2006/relationships/notesMaster" Target="/ppt/notesMasters/notesMaster1.xml" Id="R5ec4fe418ede46c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f58066ae00d47f1" /><Relationship Type="http://schemas.openxmlformats.org/officeDocument/2006/relationships/notesMaster" Target="/ppt/notesMasters/notesMaster1.xml" Id="Ra6e256d9d69243f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5863d5f07d7483f" /><Relationship Type="http://schemas.openxmlformats.org/officeDocument/2006/relationships/notesMaster" Target="/ppt/notesMasters/notesMaster1.xml" Id="R0d1f38939a87482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0e34f2e0dc2491f" /><Relationship Type="http://schemas.openxmlformats.org/officeDocument/2006/relationships/notesMaster" Target="/ppt/notesMasters/notesMaster1.xml" Id="Rc1e80697cbc343b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8e6bc0a080c4832" /><Relationship Type="http://schemas.openxmlformats.org/officeDocument/2006/relationships/notesMaster" Target="/ppt/notesMasters/notesMaster1.xml" Id="R81bab15a624b4d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795e18a54804e05" /><Relationship Type="http://schemas.openxmlformats.org/officeDocument/2006/relationships/notesMaster" Target="/ppt/notesMasters/notesMaster1.xml" Id="R12b55c3442954b5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de2ca5b06f94b95" /><Relationship Type="http://schemas.openxmlformats.org/officeDocument/2006/relationships/notesMaster" Target="/ppt/notesMasters/notesMaster1.xml" Id="R8e63361c445f4ef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94cef15ce494779" /><Relationship Type="http://schemas.openxmlformats.org/officeDocument/2006/relationships/notesMaster" Target="/ppt/notesMasters/notesMaster1.xml" Id="R8c050d1e08804ac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3fe09c427224de5" /><Relationship Type="http://schemas.openxmlformats.org/officeDocument/2006/relationships/notesMaster" Target="/ppt/notesMasters/notesMaster1.xml" Id="R093b8836187e4e3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2afc9572d424197" /><Relationship Type="http://schemas.openxmlformats.org/officeDocument/2006/relationships/notesMaster" Target="/ppt/notesMasters/notesMaster1.xml" Id="R87c30a2bb8ee49b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229715ffdc74efc" /><Relationship Type="http://schemas.openxmlformats.org/officeDocument/2006/relationships/notesMaster" Target="/ppt/notesMasters/notesMaster1.xml" Id="R672f80a693b4489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5401c5130134413" /><Relationship Type="http://schemas.openxmlformats.org/officeDocument/2006/relationships/notesMaster" Target="/ppt/notesMasters/notesMaster1.xml" Id="R1637c118d875442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7bcc74fbdf84ad4" /><Relationship Type="http://schemas.openxmlformats.org/officeDocument/2006/relationships/notesMaster" Target="/ppt/notesMasters/notesMaster1.xml" Id="R60f7b83bfd4248b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b32abae6b7e4944" /><Relationship Type="http://schemas.openxmlformats.org/officeDocument/2006/relationships/notesMaster" Target="/ppt/notesMasters/notesMaster1.xml" Id="R0fe1f76093a84df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8135cc49e40438a" /><Relationship Type="http://schemas.openxmlformats.org/officeDocument/2006/relationships/notesMaster" Target="/ppt/notesMasters/notesMaster1.xml" Id="R8fb81a5f75ed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00:00–00:01</a:t>
            </a:r>
          </a:p>
          <a:p xmlns:a="http://schemas.openxmlformats.org/drawingml/2006/main">
            <a:r>
              <a:t>이미 배운 Kafka·Spark를 원천 변경 수집과 이력·현재 상태 구성으로 연결한다. 오늘은 필요성과 구현·검증 범위를 함께 다룬다.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00:01–00:02</a:t>
            </a:r>
          </a:p>
          <a:p xmlns:a="http://schemas.openxmlformats.org/drawingml/2006/main">
            <a:r>
              <a:t>student-worksheet.sql,submission.md. 필요성 설명이 먼저다. 회사별 지원전략이 아니라 수집 업무의 문제와 기술 선택 이유를 설명한다.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00:02–00:03</a:t>
            </a:r>
          </a:p>
          <a:p xmlns:a="http://schemas.openxmlformats.org/drawingml/2006/main">
            <a:r>
              <a:t>전체120분. 도입20분,아키텍처15분,원천10분으로조정. 개인설계25분과변경시연25분유지.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00:03–00:05</a:t>
            </a:r>
          </a:p>
          <a:p xmlns:a="http://schemas.openxmlformats.org/drawingml/2006/main">
            <a:r>
              <a:t>예약취소·상품삭제는강의용가정사례. 상태가한번입력된뒤고정되지않음을설명. 신선도요구가왜생기는지학생답을받는다.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00:05–00:08</a:t>
            </a:r>
          </a:p>
          <a:p xmlns:a="http://schemas.openxmlformats.org/drawingml/2006/main">
            <a:r>
              <a:t>전체복사나배치가나쁜기술이아님. 조회사이중간변경과물리삭제는추가설계필요. CDC는설정된대상·보존된로그기준. 출처 https://debezium.io/documentation/reference/stable/features.html.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00:08–00:10</a:t>
            </a:r>
          </a:p>
          <a:p xmlns:a="http://schemas.openxmlformats.org/drawingml/2006/main">
            <a:r>
              <a:t>DB로그기반Debezium특성. 초기snapshot은기존데이터읽기. DB부하0·즉시반영·무누락자동보장이라고말하지않음. 공식출처 https://debezium.io/documentation/reference/stable/features.html.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00:10–00:12</a:t>
            </a:r>
          </a:p>
          <a:p xmlns:a="http://schemas.openxmlformats.org/drawingml/2006/main">
            <a:r>
              <a:t>긴갱신간격이면배치로충분할수있음. 로그보존·권한·민감컬럼범위확인. CDC만으로클릭행동이나업무의도복원안됨. 수집지연과Gold갱신지연구분. 출처 Debezium features 및 현재구현.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00:12–00:15</a:t>
            </a:r>
          </a:p>
          <a:p xmlns:a="http://schemas.openxmlformats.org/drawingml/2006/main">
            <a:r>
              <a:t>공고에서관찰한업무를바탕으로한해석. 시장전체증가율·모든신입필수단정금지. 토스뱅크는CDC/KafkaConnect/Flink구축경험명시, CJ대한통운은수집설계운영·성능진단업무,신한2026마감공고는CDC/Iceberg지식자격명시. 모두경력사례이며학생은개인규모로경험. 확인2026-10-15. 출처 https://toss.im/career/job-detail?job_id=6603749003 ; https://recruit.cj.net/recruit/ko/recruit/recruit/bestDetail.fo?direct=N&amp;zz_jo_num=J20260629039137 ; https://recruit.shinhaninvest.com/recruit/view.do?annoId=4050724.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00:15–00:17</a:t>
            </a:r>
          </a:p>
          <a:p xmlns:a="http://schemas.openxmlformats.org/drawingml/2006/main">
            <a:r>
              <a:t>기술이름추가자체가목적이아님. Flink는계속오는원문적재,Iceberg는테이블저장. 오늘MinIO실습이며AWS S3직접적재아님. 이후회차Spark/dbt구현.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00:17–00:19</a:t>
            </a:r>
          </a:p>
          <a:p xmlns:a="http://schemas.openxmlformats.org/drawingml/2006/main">
            <a:r>
              <a:t>강의용프로젝트제안. 실제회사아키텍처사례아님. 테이블2–3개로시작. 원천합성데이터만들수있고ML없음. why-cdc-and-projects.md의다섯주제. 자세한범위는개인설계시간선택.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00:19–00:20</a:t>
            </a:r>
          </a:p>
          <a:p xmlns:a="http://schemas.openxmlformats.org/drawingml/2006/main">
            <a:r>
              <a:t>이슬라이드와다음검증질문은같은1분. 설계이유와증거를포트폴리오에연결. 1회차cud수집대조,이후재처리·복구. 취업보장·경력대체경험표현금지.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00:19–00:20</a:t>
            </a:r>
          </a:p>
          <a:p xmlns:a="http://schemas.openxmlformats.org/drawingml/2006/main">
            <a:r>
              <a:t>앞슬라이드와같은1분구간질문. 실제원천행과Kafka메시지,Bronze기록필요. 기술선택이유를검증흐름으로연결한다.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00:20–00:25</a:t>
            </a:r>
          </a:p>
          <a:p xmlns:a="http://schemas.openxmlformats.org/drawingml/2006/main">
            <a:r>
              <a:t>5분. 전체 경로를 설명하되 오늘 범위는 PostgreSQL부터 Bronze까지. Flink는 append 이력, Spark는 Silver현재상태, dbt는 Spark실행용모델·테스트. 그림의금액은후속마트예시.</a:t>
            </a:r>
          </a:p>
          <a:p xmlns:a="http://schemas.openxmlformats.org/drawingml/2006/main">
            <a:r>
              <a:t>원본 그림: docs/diagrams/01-data-flow.drawio. 그림은 전체 프로젝트이며 오늘은 Bronze 수집 검증이 중심이다.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00:20–00:25</a:t>
            </a:r>
          </a:p>
          <a:p xmlns:a="http://schemas.openxmlformats.org/drawingml/2006/main">
            <a:r>
              <a:t>아키텍처1의 같은5분안에사용. 학생에게Flink의입력과출력을말하게한다. Kafka메시지key는수집원본에서관찰하지만기존Bronze테이블은key컬럼대신payload의PK와수집위치를보관한다.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00:25–00:30</a:t>
            </a:r>
          </a:p>
          <a:p xmlns:a="http://schemas.openxmlformats.org/drawingml/2006/main">
            <a:r>
              <a:t>5분. MinIO 실제파일, JDBC Catalog 현재metadata파일위치, Flink상태영속볼륨구분. 실습은S3호환MinIO이며AWS S3클라우드에적재한다고설명하지않는다.</a:t>
            </a:r>
          </a:p>
          <a:p xmlns:a="http://schemas.openxmlformats.org/drawingml/2006/main">
            <a:r>
              <a:t>원본 그림: docs/diagrams/02-storage-metadata.drawio. 그림은 전체 프로젝트이며 오늘은 Bronze 수집 검증이 중심이다.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00:30–00:33</a:t>
            </a:r>
          </a:p>
          <a:p xmlns:a="http://schemas.openxmlformats.org/drawingml/2006/main">
            <a:r>
              <a:t>3분. 맥미니macOS와LimaLinuxVM은같은장비. Docker실행서비스와영속볼륨. 학생SSH불필요. Airflow중지, SilverGold후속단계.</a:t>
            </a:r>
          </a:p>
          <a:p xmlns:a="http://schemas.openxmlformats.org/drawingml/2006/main">
            <a:r>
              <a:t>원본 그림: docs/diagrams/03-runtime.drawio. 그림은 전체 프로젝트이며 오늘은 Bronze 수집 검증이 중심이다.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00:33–00:35</a:t>
            </a:r>
          </a:p>
          <a:p xmlns:a="http://schemas.openxmlformats.org/drawingml/2006/main">
            <a:r>
              <a:t>2분질문. Bronze3행이중복이라고바로판정하지않는다. Silver현재상태구현은후속회차.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00:35–00:38</a:t>
            </a:r>
          </a:p>
          <a:p xmlns:a="http://schemas.openxmlformats.org/drawingml/2006/main">
            <a:r>
              <a:t>3분. orders와payments준비, refunds같은키핵심. FK연결확인. PK변경시복잡한이벤트는후속회차이고오늘은키유지.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00:38–00:41</a:t>
            </a:r>
          </a:p>
          <a:p xmlns:a="http://schemas.openxmlformats.org/drawingml/2006/main">
            <a:r>
              <a:t>학생은준비주문·결제INSERT를worksheet에서확인한뒤FK를맞춤. 자기키로수정. 강사전용CASE_ID와학생파일ID구분.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00:41–00:43</a:t>
            </a:r>
          </a:p>
          <a:p xmlns:a="http://schemas.openxmlformats.org/drawingml/2006/main">
            <a:r>
              <a:t>3분작성. UPDATE한행30000,DELETE0행. WHERE없는전체수정방지. 물리삭제와status변경논리삭제구분.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00:43–00:45</a:t>
            </a:r>
          </a:p>
          <a:p xmlns:a="http://schemas.openxmlformats.org/drawingml/2006/main">
            <a:r>
              <a:t>3분답안확인. 예제REPLICA IDENTITY FULL로이전amount제공. 다른설정에서before필드달라질수있음. 참고 https://debezium.io/documentation/reference/stable/connectors/postgresql.html#postgresql-events.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00:45–00:48</a:t>
            </a:r>
          </a:p>
          <a:p xmlns:a="http://schemas.openxmlformats.org/drawingml/2006/main">
            <a:r>
              <a:t>3분. payment,waitpayment. 기존namespace재사용시PK충돌이므로새값. 사전서버시작·preflight는이미완료.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00:48–00:55</a:t>
            </a:r>
          </a:p>
          <a:p xmlns:a="http://schemas.openxmlformats.org/drawingml/2006/main">
            <a:r>
              <a:t>7분. refund → source-rows → kafka → wait --event refund → collect-check --stage insert --evidence. 학생관찰표첫행. Kafka가아직없으면짧게재조회. refresh하지않는다.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00:48–00:55</a:t>
            </a:r>
          </a:p>
          <a:p xmlns:a="http://schemas.openxmlformats.org/drawingml/2006/main">
            <a:r>
              <a:t>같은INSERT7분구간안에사용. 예시는완전한Debeziumpayload나실제LSN타입이아니며설명용발췌. source.lsn실제형식숫자,단독고유이벤트ID가정금지. 전체이벤트엔payment_id,status,metadata등포함.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00:55–01:02</a:t>
            </a:r>
          </a:p>
          <a:p xmlns:a="http://schemas.openxmlformats.org/drawingml/2006/main">
            <a:r>
              <a:t>7분. correction → source-rows → kafka → waitcorrection → collect-check --stage update --evidence. 새환불추가아닌같은행수정.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01:02–01:10</a:t>
            </a:r>
          </a:p>
          <a:p xmlns:a="http://schemas.openxmlformats.org/drawingml/2006/main">
            <a:r>
              <a:t>8분. delete → source-rows → kafka → waitdelete → collect-check --stage delete --evidence. 학생관찰표마지막행. 원천0행이어도Bronze3이벤트. nulltombstone과op=d구분.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01:02–01:10</a:t>
            </a:r>
          </a:p>
          <a:p xmlns:a="http://schemas.openxmlformats.org/drawingml/2006/main">
            <a:r>
              <a:t>DELETE같은8분에사용. Kafka전체메시지와Bronze행수같다고검사금지. FlinkpayloadISNOTNULL. source공식Debezium문서 https://debezium.io/documentation/reference/stable/connectors/postgresql.html#postgresql-events.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01:10–01:15</a:t>
            </a:r>
          </a:p>
          <a:p xmlns:a="http://schemas.openxmlformats.org/drawingml/2006/main">
            <a:r>
              <a:t>휴식포함총120분. 다음핵심은누락중복판정.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01:15–01:20</a:t>
            </a:r>
          </a:p>
          <a:p xmlns:a="http://schemas.openxmlformats.org/drawingml/2006/main">
            <a:r>
              <a:t>5분. source.lsn단독eventid아님. collect-checkchecks에서각cudidentity와bronze_copies확인. 오늘한키만검증했다는한계.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01:20–01:23</a:t>
            </a:r>
          </a:p>
          <a:p xmlns:a="http://schemas.openxmlformats.org/drawingml/2006/main">
            <a:r>
              <a:t>3분판단질문. 강제재전송과복구실험은후속회차. 반복내용만보고버리지않고원천키버전위치기록.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01:23–01:25</a:t>
            </a:r>
          </a:p>
          <a:p xmlns:a="http://schemas.openxmlformats.org/drawingml/2006/main">
            <a:r>
              <a:t>2분조사순서. Catalog·MinIO접근도sink단계에포함. 수집기무조건재시작않음.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01:25–01:30</a:t>
            </a:r>
          </a:p>
          <a:p xmlns:a="http://schemas.openxmlformats.org/drawingml/2006/main">
            <a:r>
              <a:t>5분기록. kafka_ts Kafka recordtimestamp, ingested_atFlink처리. 차이만으로sourcecommit부터sinkcommit전체지연주장금지. 폴링과조회간격한계. 정확commit시각모르면빈칸.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01:30–01:32</a:t>
            </a:r>
          </a:p>
          <a:p xmlns:a="http://schemas.openxmlformats.org/drawingml/2006/main">
            <a:r>
              <a:t>학생작성25분중첫5분범위정의안내에포함. 강사피드백동시. 8회후별도발표이지오늘발표아님.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01:32–01:35</a:t>
            </a:r>
          </a:p>
          <a:p xmlns:a="http://schemas.openxmlformats.org/drawingml/2006/main">
            <a:r>
              <a:t>개인범위정의5분중나머지3분. 개인정보범위는해당컬럼포함여부설계정도. 목표지연은요구사항미정값구분. 이력보존필요기간초안.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01:32–01:35</a:t>
            </a:r>
          </a:p>
          <a:p xmlns:a="http://schemas.openxmlformats.org/drawingml/2006/main">
            <a:r>
              <a:t>앞범위정의슬라이드와같은3분. 실제회사사례아닌수업제안. 원천2–3개와한경로를선택. 첫회차는원천·Bronze대조와DDL초안,현재상태·재처리검증은이후. 구독시간만료는DB변경없으면CDC발생안하므로별도계산필요.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01:35–01:39</a:t>
            </a:r>
          </a:p>
          <a:p xmlns:a="http://schemas.openxmlformats.org/drawingml/2006/main">
            <a:r>
              <a:t>관계·경로8분의첫4분. reservations/shipments/subscriptions등자기주제.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01:39–01:43</a:t>
            </a:r>
          </a:p>
          <a:p xmlns:a="http://schemas.openxmlformats.org/drawingml/2006/main">
            <a:r>
              <a:t>8분의나머지4분. architecture.md템플릿사용. publication/include list/topicpattern맞춰야하며신규DDL자동수집아님. 미확정설정질문으로남김.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01:43–01:47</a:t>
            </a:r>
          </a:p>
          <a:p xmlns:a="http://schemas.openxmlformats.org/drawingml/2006/main">
            <a:r>
              <a:t>DDL·변경테스트7분중4분. status논리삭제는UPDATE,실제DELETE구분. 고객참조관계설계서기록. 이테이블DDL만으로connector연결되지않음.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01:47–01:50</a:t>
            </a:r>
          </a:p>
          <a:p xmlns:a="http://schemas.openxmlformats.org/drawingml/2006/main">
            <a:r>
              <a:t>7분중나머지3분. DML대상PK정확. 실제실행안한부분은기대값으로표시. 서버연결은후속회차.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01:50–01:55</a:t>
            </a:r>
          </a:p>
          <a:p xmlns:a="http://schemas.openxmlformats.org/drawingml/2006/main">
            <a:r>
              <a:t>마지막5분. 설계1–2개짧게피드백하며작성계속. 구현보장말고테스트할기준확정.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01:55–02:00</a:t>
            </a:r>
          </a:p>
          <a:p xmlns:a="http://schemas.openxmlformats.org/drawingml/2006/main">
            <a:r>
              <a:t>제출student-worksheet.sql과submission.md. 다음회차까지나머지DDL/DML과기대이벤트완성. 프로젝트발표는8회스터디후별도일정.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강사 참고</a:t>
            </a:r>
          </a:p>
          <a:p xmlns:a="http://schemas.openxmlformats.org/drawingml/2006/main">
            <a:r>
              <a:t>확인2026-10-15. 모두경력채용예시,신입공통필수아님. 조사범위에서역량수요를설명하며전체시장필수비율·증가추세수치추정하지않음. 상세읽을거리 labs/session01/why-cdc-and-projects.md. 출처 https://toss.im/career/job-detail?job_id=6603749003 ; https://recruit.cj.net/recruit/ko/recruit/recruit/bestDetail.fo?direct=N&amp;zz_jo_num=J20260629039137 ; https://recruit.shinhaninvest.com/recruit/view.do?annoId=4050724.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수업 전</a:t>
            </a:r>
          </a:p>
          <a:p xmlns:a="http://schemas.openxmlformats.org/drawingml/2006/main">
            <a:r>
              <a:t>sshmini,cd프로젝트. bootstrap준비pipeline실행있음. 핵심시연수집엔refresh안씀. VM최소2GiB권장5GiB. 정상종료scripts/stop.sh savepoint보존. 장애5분이상기록으로전환하고기록임명시.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강사 참고</a:t>
            </a:r>
          </a:p>
          <a:p xmlns:a="http://schemas.openxmlformats.org/drawingml/2006/main">
            <a:r>
              <a:t>사전CASE_ID새값,payment,waitpayment. 위refund동작·waitevent·stage를각단계에맞게대체. 상세runbook.md. Kafka읽기전용groupNone자동commit비활성,기존Flinkoffset변경없음.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강사 참고</a:t>
            </a:r>
          </a:p>
          <a:p xmlns:a="http://schemas.openxmlformats.org/drawingml/2006/main">
            <a:r>
              <a:t>실습helpersbronze조회실제. SELECT는읽기조회이며SparkSilver변환과다름. DELETE는beforePK를써야조회에서누락안됨. 마트집계SQL과분리.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0f42d97b443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818f0105e44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08757ae5d47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855c4299246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f462d97f744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a06c8788b42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DAEE75-77AB-4086-AF47-EF401BCBF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9DF394-2348-4DCA-B9F7-B9BCA0928D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DABE49-B280-40A8-BB70-AE2AC9CFF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74975A-BE6A-4303-AA38-5B54761BD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D12623-A29B-48A9-A790-B81A6402A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7B272D-8FAB-418B-AB1A-61A2E820EF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A10DE2-47E5-4531-9E88-DEF9FEC6C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BA7E89-B67B-43D5-80C4-225C87349A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52FBC4-E555-4475-B97B-567BC1339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97D390-0A45-40FB-9CAF-C1E567816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c73498187b4a8e" /><Relationship Type="http://schemas.openxmlformats.org/officeDocument/2006/relationships/slideLayout" Target="/ppt/slideLayouts/slideLayout1.xml" Id="R29c84398afb64989" /><Relationship Type="http://schemas.openxmlformats.org/officeDocument/2006/relationships/slideLayout" Target="/ppt/slideLayouts/slideLayout2.xml" Id="Ra5835d3e182e4eb7" /><Relationship Type="http://schemas.openxmlformats.org/officeDocument/2006/relationships/slideLayout" Target="/ppt/slideLayouts/slideLayout3.xml" Id="Ra2f24ae84846472f" /><Relationship Type="http://schemas.openxmlformats.org/officeDocument/2006/relationships/slideLayout" Target="/ppt/slideLayouts/slideLayout4.xml" Id="R22c6b9ff37364f73" /><Relationship Type="http://schemas.openxmlformats.org/officeDocument/2006/relationships/slideLayout" Target="/ppt/slideLayouts/slideLayout5.xml" Id="R4cb445dd76904bc3" /><Relationship Type="http://schemas.openxmlformats.org/officeDocument/2006/relationships/slideLayout" Target="/ppt/slideLayouts/slideLayout6.xml" Id="R0bbfe723782b45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c84398afb64989"/>
    <p:sldLayoutId xmlns:r="http://schemas.openxmlformats.org/officeDocument/2006/relationships" id="2147483650" r:id="Ra5835d3e182e4eb7"/>
    <p:sldLayoutId xmlns:r="http://schemas.openxmlformats.org/officeDocument/2006/relationships" id="2147483651" r:id="Ra2f24ae84846472f"/>
    <p:sldLayoutId xmlns:r="http://schemas.openxmlformats.org/officeDocument/2006/relationships" id="2147483652" r:id="R22c6b9ff37364f73"/>
    <p:sldLayoutId xmlns:r="http://schemas.openxmlformats.org/officeDocument/2006/relationships" id="2147483653" r:id="R4cb445dd76904bc3"/>
    <p:sldLayoutId xmlns:r="http://schemas.openxmlformats.org/officeDocument/2006/relationships" id="2147483654" r:id="R0bbfe723782b45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19b86b9eba4ca1" /><Relationship Type="http://schemas.openxmlformats.org/officeDocument/2006/relationships/notesSlide" Target="/ppt/notesSlides/notesSlide1.xml" Id="R1b2eaec201dc44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ebad1b6d6490e" /><Relationship Type="http://schemas.openxmlformats.org/officeDocument/2006/relationships/notesSlide" Target="/ppt/notesSlides/notesSlide2.xml" Id="R952cd2c2c3a647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ff02338f347ef" /><Relationship Type="http://schemas.openxmlformats.org/officeDocument/2006/relationships/notesSlide" Target="/ppt/notesSlides/notesSlide3.xml" Id="R1a6711cdcf5849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e3e6abb1c4ed0" /><Relationship Type="http://schemas.openxmlformats.org/officeDocument/2006/relationships/notesSlide" Target="/ppt/notesSlides/notesSlide4.xml" Id="Rfc581ba45aed47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d77a8bfa341fa" /><Relationship Type="http://schemas.openxmlformats.org/officeDocument/2006/relationships/notesSlide" Target="/ppt/notesSlides/notesSlide5.xml" Id="R46842f00a39a4c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adf7d2f42a4f37" /><Relationship Type="http://schemas.openxmlformats.org/officeDocument/2006/relationships/notesSlide" Target="/ppt/notesSlides/notesSlide6.xml" Id="R230b512591ba4f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a9924ad764ace" /><Relationship Type="http://schemas.openxmlformats.org/officeDocument/2006/relationships/notesSlide" Target="/ppt/notesSlides/notesSlide7.xml" Id="R6eb1006dc4114c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4eaff66a3e454d" /><Relationship Type="http://schemas.openxmlformats.org/officeDocument/2006/relationships/notesSlide" Target="/ppt/notesSlides/notesSlide8.xml" Id="Rff89aca94d9142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8919c21454edd" /><Relationship Type="http://schemas.openxmlformats.org/officeDocument/2006/relationships/notesSlide" Target="/ppt/notesSlides/notesSlide9.xml" Id="R7204da352f544c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a9b2e5461a4db0" /><Relationship Type="http://schemas.openxmlformats.org/officeDocument/2006/relationships/notesSlide" Target="/ppt/notesSlides/notesSlide10.xml" Id="R77f5bdf2d17745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c87e7187a0489e" /><Relationship Type="http://schemas.openxmlformats.org/officeDocument/2006/relationships/notesSlide" Target="/ppt/notesSlides/notesSlide11.xml" Id="R50c8c66e87264d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dd1f030c34b6a" /><Relationship Type="http://schemas.openxmlformats.org/officeDocument/2006/relationships/notesSlide" Target="/ppt/notesSlides/notesSlide12.xml" Id="R7819fd6748c846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51497983c4793" /><Relationship Type="http://schemas.openxmlformats.org/officeDocument/2006/relationships/image" Target="/ppt/media/image.png" Id="R606e415cde634d62" /><Relationship Type="http://schemas.openxmlformats.org/officeDocument/2006/relationships/notesSlide" Target="/ppt/notesSlides/notesSlide13.xml" Id="Rfcfd3806105b43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1549690c448a2" /><Relationship Type="http://schemas.openxmlformats.org/officeDocument/2006/relationships/notesSlide" Target="/ppt/notesSlides/notesSlide14.xml" Id="R301cd3dad77243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f0a3b900046a9" /><Relationship Type="http://schemas.openxmlformats.org/officeDocument/2006/relationships/image" Target="/ppt/media/image2.png" Id="R69ffab0755c542d3" /><Relationship Type="http://schemas.openxmlformats.org/officeDocument/2006/relationships/notesSlide" Target="/ppt/notesSlides/notesSlide15.xml" Id="Rd7c08a2d8dad47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1a39af4ad4554" /><Relationship Type="http://schemas.openxmlformats.org/officeDocument/2006/relationships/image" Target="/ppt/media/image3.png" Id="R700cbe2d7c184e4a" /><Relationship Type="http://schemas.openxmlformats.org/officeDocument/2006/relationships/notesSlide" Target="/ppt/notesSlides/notesSlide16.xml" Id="R62adaa537f3546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9cfd292643445a" /><Relationship Type="http://schemas.openxmlformats.org/officeDocument/2006/relationships/notesSlide" Target="/ppt/notesSlides/notesSlide17.xml" Id="R580fb01d7ed541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c054aa2564e32" /><Relationship Type="http://schemas.openxmlformats.org/officeDocument/2006/relationships/notesSlide" Target="/ppt/notesSlides/notesSlide18.xml" Id="Ra5a0370f7be349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615e01655462f" /><Relationship Type="http://schemas.openxmlformats.org/officeDocument/2006/relationships/notesSlide" Target="/ppt/notesSlides/notesSlide19.xml" Id="Rb74ef046ef694d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d427176f842d9" /><Relationship Type="http://schemas.openxmlformats.org/officeDocument/2006/relationships/notesSlide" Target="/ppt/notesSlides/notesSlide20.xml" Id="R594f37eca2ae47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dd754c7344ad3" /><Relationship Type="http://schemas.openxmlformats.org/officeDocument/2006/relationships/notesSlide" Target="/ppt/notesSlides/notesSlide21.xml" Id="Re6d8ddcb0fc046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28135c0004f86" /><Relationship Type="http://schemas.openxmlformats.org/officeDocument/2006/relationships/notesSlide" Target="/ppt/notesSlides/notesSlide22.xml" Id="R320ce23a24204e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b087ffa3a41cb" /><Relationship Type="http://schemas.openxmlformats.org/officeDocument/2006/relationships/notesSlide" Target="/ppt/notesSlides/notesSlide23.xml" Id="R90b200721abc45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dff208a154d07" /><Relationship Type="http://schemas.openxmlformats.org/officeDocument/2006/relationships/notesSlide" Target="/ppt/notesSlides/notesSlide24.xml" Id="R7905757264b14b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0243c18334942" /><Relationship Type="http://schemas.openxmlformats.org/officeDocument/2006/relationships/notesSlide" Target="/ppt/notesSlides/notesSlide25.xml" Id="R4c77bd0fca664ec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94605cc014dc0" /><Relationship Type="http://schemas.openxmlformats.org/officeDocument/2006/relationships/notesSlide" Target="/ppt/notesSlides/notesSlide26.xml" Id="R284b5ade7582401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86dceadeae4060" /><Relationship Type="http://schemas.openxmlformats.org/officeDocument/2006/relationships/notesSlide" Target="/ppt/notesSlides/notesSlide27.xml" Id="R7ea6efab736946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47975b91ca435d" /><Relationship Type="http://schemas.openxmlformats.org/officeDocument/2006/relationships/notesSlide" Target="/ppt/notesSlides/notesSlide28.xml" Id="Ra2236fb1f68d427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6facb75114727" /><Relationship Type="http://schemas.openxmlformats.org/officeDocument/2006/relationships/notesSlide" Target="/ppt/notesSlides/notesSlide29.xml" Id="R68b56d444815487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d0d4d9ac54d0f" /><Relationship Type="http://schemas.openxmlformats.org/officeDocument/2006/relationships/notesSlide" Target="/ppt/notesSlides/notesSlide30.xml" Id="R1ad351ded1a1453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444a14e0c406d" /><Relationship Type="http://schemas.openxmlformats.org/officeDocument/2006/relationships/notesSlide" Target="/ppt/notesSlides/notesSlide31.xml" Id="Rf8c3d871365049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c7f82ca2a4ccd" /><Relationship Type="http://schemas.openxmlformats.org/officeDocument/2006/relationships/notesSlide" Target="/ppt/notesSlides/notesSlide32.xml" Id="R2c6d2225659f4c9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1fd444a184352" /><Relationship Type="http://schemas.openxmlformats.org/officeDocument/2006/relationships/notesSlide" Target="/ppt/notesSlides/notesSlide33.xml" Id="Re758a72f3d97448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947d819ca4b9f" /><Relationship Type="http://schemas.openxmlformats.org/officeDocument/2006/relationships/notesSlide" Target="/ppt/notesSlides/notesSlide34.xml" Id="R3f1bbc10f417451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f0b6ac55a4e2a" /><Relationship Type="http://schemas.openxmlformats.org/officeDocument/2006/relationships/notesSlide" Target="/ppt/notesSlides/notesSlide35.xml" Id="R88882c01d5034f4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93a3a02954953" /><Relationship Type="http://schemas.openxmlformats.org/officeDocument/2006/relationships/notesSlide" Target="/ppt/notesSlides/notesSlide36.xml" Id="R4b45b4599503465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9c86ced0e4953" /><Relationship Type="http://schemas.openxmlformats.org/officeDocument/2006/relationships/notesSlide" Target="/ppt/notesSlides/notesSlide37.xml" Id="Re9d3d46eaeff448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f532d47364333" /><Relationship Type="http://schemas.openxmlformats.org/officeDocument/2006/relationships/notesSlide" Target="/ppt/notesSlides/notesSlide38.xml" Id="Rf40a324341de414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2e08cb6b74fdf" /><Relationship Type="http://schemas.openxmlformats.org/officeDocument/2006/relationships/notesSlide" Target="/ppt/notesSlides/notesSlide39.xml" Id="Rb72502c56c7647c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fe29726fb4d70" /><Relationship Type="http://schemas.openxmlformats.org/officeDocument/2006/relationships/notesSlide" Target="/ppt/notesSlides/notesSlide40.xml" Id="R635cee3ae9154b7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9bc34c2934157" /><Relationship Type="http://schemas.openxmlformats.org/officeDocument/2006/relationships/notesSlide" Target="/ppt/notesSlides/notesSlide41.xml" Id="R67379a6e52614dd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b3f7c74d64786" /><Relationship Type="http://schemas.openxmlformats.org/officeDocument/2006/relationships/notesSlide" Target="/ppt/notesSlides/notesSlide42.xml" Id="Rdb3166c110cd443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7d3957dcc4411" /><Relationship Type="http://schemas.openxmlformats.org/officeDocument/2006/relationships/notesSlide" Target="/ppt/notesSlides/notesSlide43.xml" Id="R72145b55605645d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03e2b80de46a6" /><Relationship Type="http://schemas.openxmlformats.org/officeDocument/2006/relationships/notesSlide" Target="/ppt/notesSlides/notesSlide44.xml" Id="Rbdbe7be570684ca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99646d59c0478a" /><Relationship Type="http://schemas.openxmlformats.org/officeDocument/2006/relationships/notesSlide" Target="/ppt/notesSlides/notesSlide45.xml" Id="R00c51b9a24d54c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8FA90-6FF5-4477-AB28-F5034778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변경 데이터 수집과 파이프라인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E9968-37ED-4F0C-8AF5-9811F6EE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00:00–00:01   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DE859-89F4-408C-9032-83F09E78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1회차 실무 프로젝트 스터디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10E1C-8C17-4346-B865-91626D4B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왜 CDC를 쓰고, 무엇을 만들 수 있을까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7B5F1-F0A9-4E3C-A68D-E63070C7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 맥미니 시연 / 학생 SQL·설계서 작성</a:t>
            </a:r>
          </a:p>
        </p:txBody>
      </p:sp>
    </p:spTree>
    <p:extLst>
      <p:ext uri="{BB962C8B-B14F-4D97-AF65-F5344CB8AC3E}">
        <p14:creationId xmlns:p14="http://schemas.microsoft.com/office/powerpoint/2010/main" val="1111326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7B59D-FAA5-4222-B0C7-5F27B311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오늘의 결과물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60CF0-EF1A-4ECA-95B3-140C8D21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00:01–00:02   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743BE-590F-470F-B928-FA337031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CDC를 선택하는 이유와 적용할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13EE1-D947-48D9-A97C-018A592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원천·Kafka·Bronze의 변경 이벤트 대조표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C65EA-9336-497F-8BCD-C717DE34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개인 원천 명세와 파이프라인 설계 초안</a:t>
            </a:r>
          </a:p>
        </p:txBody>
      </p:sp>
    </p:spTree>
    <p:extLst>
      <p:ext uri="{BB962C8B-B14F-4D97-AF65-F5344CB8AC3E}">
        <p14:creationId xmlns:p14="http://schemas.microsoft.com/office/powerpoint/2010/main" val="2018235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62999-8A88-413F-9346-5C9C438A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120분 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C00B8-6512-42FF-863D-1C726CA8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00:02–00:03     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7F78B-0A29-4640-9730-F8AA964B6BBC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000500"/>
                <a:gridCol w="4781550"/>
              </a:tblGrid>
              <a:tr h="46566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내용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 활동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00:00–00:20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CDC의 필요성·직무 역량·프로젝트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기술 선택 이유 생각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00:20–00:35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아키텍처 세 장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책임과 경로 구분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00:35–00:45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모델과 변경 SQL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PK/FK·기대 이벤트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00:45–01:10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입력·수정·삭제 시연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원천/Kafka/Bronze 대조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01:10–01:15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휴식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01:15–01:30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 검증과 지연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누락·중복·조사 구간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01:30–01:55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개인 파이프라인 설계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명세·경로·DDL·검증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01:55–02:00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점검과 제출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종료 질문·과제 확인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86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27D90-68BC-4ED9-8378-94CD3F95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계속 바뀌는 서비스 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81A73-C846-4D35-8429-7BF86853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00:03–00:05   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CEFCE-9688-49CC-8195-D4C830AC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예약은 확정된 뒤에도 취소됩니다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47C58-B32C-46B8-A42B-C9A03D32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배송 상태와 상품 정보도 계속 수정됩니다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30AEA-88BE-4AD4-9ECF-671BCD35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원천의 변경을 필요한 곳에 언제, 어떻게 전달할까요?</a:t>
            </a:r>
          </a:p>
        </p:txBody>
      </p:sp>
    </p:spTree>
    <p:extLst>
      <p:ext uri="{BB962C8B-B14F-4D97-AF65-F5344CB8AC3E}">
        <p14:creationId xmlns:p14="http://schemas.microsoft.com/office/powerpoint/2010/main" val="7983501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3ECD7-CEC2-4158-B159-12BA5C54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전체 복사·증분 조회·로그 기반 CDC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06B32-CF48-41BB-8453-C04C747D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00:05–00:08     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7A670-59D2-40F6-80F1-F60050E48F05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619500"/>
                <a:gridCol w="45910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방식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가져오는 것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설계할 부분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주기적 전체 복사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 시점의 전체 상태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반복 읽기·전송과 갱신 간격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updated_at 증분 조회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조건에 맞는 현재 행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 경계·물리 삭제 추적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로그 기반 CDC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로그에 기록된 행 변경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스냅샷·로그 보존·전달·복구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009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43B79-D4EE-4E4E-9DC3-A84B324E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이 프로젝트에서 CDC를 쓰는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2B507-ECEC-4EF7-A33D-2A8C147F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00:08–00:10   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9D5FF-E0AF-4ACE-9E30-6DEB28EA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원천의 INSERT·UPDATE·DELETE를 전달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0D9B5-D2F8-4E2E-AA11-7D76233D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변경 이력과 현재 상태를 함께 관리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3B88A-64F2-4B78-8940-D64DCF65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매번 전체를 다시 읽는 수집을 줄이는 구조</a:t>
            </a:r>
          </a:p>
        </p:txBody>
      </p:sp>
    </p:spTree>
    <p:extLst>
      <p:ext uri="{BB962C8B-B14F-4D97-AF65-F5344CB8AC3E}">
        <p14:creationId xmlns:p14="http://schemas.microsoft.com/office/powerpoint/2010/main" val="253549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7223B-7B54-4D09-9FFB-98999F66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CDC를 선택할 때 확인할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57868-34D8-4AFE-8BCE-0B5F398B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00:10–00:12   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28270-89E8-416D-B041-3B56E542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필요한 지연과 원천 DB의 로그 수집 가능 여부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C7BD1-53A7-4D8E-964E-CDD4BDFA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초기 스냅샷 부하와 WAL·이벤트 보존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ED815-78CF-4CF3-BF3C-CAEA8125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수집 중단 시 복구 위치와 downstream 반영 방식</a:t>
            </a:r>
          </a:p>
        </p:txBody>
      </p:sp>
    </p:spTree>
    <p:extLst>
      <p:ext uri="{BB962C8B-B14F-4D97-AF65-F5344CB8AC3E}">
        <p14:creationId xmlns:p14="http://schemas.microsoft.com/office/powerpoint/2010/main" val="21445019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E9955-703C-4662-934A-D485C4A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채용공고에서 CDC 경험을 묻는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43117-A424-469F-8ED4-2F6F547C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00:12–00:15  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8E2A9-A906-4A32-B115-42B9DA5F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원천부터 목적지까지 수집 경로를 설계하는 업무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96F63-0B1B-4DD1-9BD7-3C998EEA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지연·누락·중복과 장애를 조사하는 운영 책임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A0478-BBFF-4D3A-892F-775246D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기술 선택 이유와 실제 검증 결과를 설명하는 경험</a:t>
            </a:r>
          </a:p>
        </p:txBody>
      </p:sp>
    </p:spTree>
    <p:extLst>
      <p:ext uri="{BB962C8B-B14F-4D97-AF65-F5344CB8AC3E}">
        <p14:creationId xmlns:p14="http://schemas.microsoft.com/office/powerpoint/2010/main" val="1291972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B1294-28D1-4508-A27F-378603BA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기존 기술이 프로젝트로 이어지는 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0C009-6FB8-4D70-BD8C-9FA8F99C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00:15–00:17   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FBF17-83A3-41DB-B88B-E150AB7E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Kafka에 보낼 데이터가 실제 DB 변경에서 생깁니다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4F30F-5134-4597-A3C9-08246D1E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Spark로 변경 이력을 현재 상태 테이블로 만듭니다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DAAC7-E4B0-48DA-B4CD-917DAB1E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저장·반복 실행·검증에 S3·Airflow·GitHub 경험을 씁니다</a:t>
            </a:r>
          </a:p>
        </p:txBody>
      </p:sp>
    </p:spTree>
    <p:extLst>
      <p:ext uri="{BB962C8B-B14F-4D97-AF65-F5344CB8AC3E}">
        <p14:creationId xmlns:p14="http://schemas.microsoft.com/office/powerpoint/2010/main" val="11739440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43064-DEF2-43A1-99D9-DA780229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직접 만들 수 있는 데이터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228B9-78FF-49AD-946F-B7D76D40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00:17–00:19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FF84F-B5D5-4B8D-94F7-B12C6EFA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예약 취소와 일정 정정의 이력·현재 상태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AB5F3-E220-44B6-8075-7B9C865E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배송 상태와 상품 정보의 변경 동기화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7768E-726F-468B-8C5E-3304DC57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이벤트 재처리 후에도 맞는 목적지 데이터</a:t>
            </a:r>
          </a:p>
        </p:txBody>
      </p:sp>
    </p:spTree>
    <p:extLst>
      <p:ext uri="{BB962C8B-B14F-4D97-AF65-F5344CB8AC3E}">
        <p14:creationId xmlns:p14="http://schemas.microsoft.com/office/powerpoint/2010/main" val="17924712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54EA3-1632-450B-B28A-8D932818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프로젝트에 남길 설명과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BD955-1645-461A-A8F6-16261C89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00:19–00:20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3EA00-B2E0-4E35-A184-9C36FFFC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왜 CDC를 선택했고 어떤 변경을 수집했는가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41218-8D6E-47FE-890F-AA0B9CE4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변경 전후 값과 목적지 기록이 일치하는가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CA971-68C2-42A3-BD9F-A94B0729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지연과 복구를 어디까지 실제로 검증했는가</a:t>
            </a:r>
          </a:p>
        </p:txBody>
      </p:sp>
    </p:spTree>
    <p:extLst>
      <p:ext uri="{BB962C8B-B14F-4D97-AF65-F5344CB8AC3E}">
        <p14:creationId xmlns:p14="http://schemas.microsoft.com/office/powerpoint/2010/main" val="1041468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8EDC7-6501-40A6-A603-0861453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수집 성공의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780AB-6FFF-464D-8556-F23DC43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00:19–00:20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C75BA-021D-4F9E-9486-3A2ADB91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PostgreSQL UPDATE는 성공했습니다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A16C9-2220-4DE4-B5A1-C077CB3A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Flink 작업도 RUNNING입니다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9C595-D759-4EC8-B7B1-810ED62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이 변경이 Iceberg에 도착했는지 어떻게 확인할까요?</a:t>
            </a:r>
          </a:p>
        </p:txBody>
      </p:sp>
    </p:spTree>
    <p:extLst>
      <p:ext uri="{BB962C8B-B14F-4D97-AF65-F5344CB8AC3E}">
        <p14:creationId xmlns:p14="http://schemas.microsoft.com/office/powerpoint/2010/main" val="5145450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DF9BB-475F-4DC1-B087-DE98666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아키텍처 1. 데이터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F2101-800F-440C-B07D-0ADA817D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00:20–00:25     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DB5A6-369C-4F8C-9DA8-A0BDEF23B8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e415cde634d62"/>
          <a:stretch xmlns:a="http://schemas.openxmlformats.org/drawingml/2006/main"/>
        </p:blipFill>
        <p:spPr>
          <a:xfrm xmlns:a="http://schemas.openxmlformats.org/drawingml/2006/main">
            <a:off x="857469" y="1428750"/>
            <a:ext cx="7257611" cy="4819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D94F4-5131-4FF1-994F-05B5627C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원천 변경을</a:t>
            </a:r>
          </a:p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Kafka로 전달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5C882-33E2-4FBB-AFB3-AE2BC26A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146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Flink가 Bronze에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원문·위치 적재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E46DA-324E-448E-90D0-F4695EF0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672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Spark·dbt는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후속 회차</a:t>
            </a:r>
          </a:p>
        </p:txBody>
      </p:sp>
    </p:spTree>
    <p:extLst>
      <p:ext uri="{BB962C8B-B14F-4D97-AF65-F5344CB8AC3E}">
        <p14:creationId xmlns:p14="http://schemas.microsoft.com/office/powerpoint/2010/main" val="874774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F265C-CE84-4380-BAEC-27761928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구성 요소별 입력과 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448E4-BCEC-4DBA-BE68-9E1B9F42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00:20–00:25    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44139-DCC6-4359-8245-F4F1694BD978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57650"/>
                <a:gridCol w="40576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구성 요소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읽는 것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남기는 것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Debezium/Connect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초기 스냅샷·WAL 변경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테이블별 CDC 이벤트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이벤트 key와 원문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토픽·파티션·오프셋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Flink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 원문과 위치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Iceberg Bronze 기록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Iceberg Bronze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append CDC 이력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조회·재처리할 원문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2784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CFC29-5B7D-4F46-9E8A-68CE2A26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아키텍처 2. 저장소와 메타데이터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F3BF8-BA1A-48DD-B4D0-E2B178C8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00:25–00:30     15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0A8D9-21FE-4938-942B-6B8C95D375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fab0755c542d3"/>
          <a:stretch xmlns:a="http://schemas.openxmlformats.org/drawingml/2006/main"/>
        </p:blipFill>
        <p:spPr>
          <a:xfrm xmlns:a="http://schemas.openxmlformats.org/drawingml/2006/main">
            <a:off x="1012329" y="1428750"/>
            <a:ext cx="6947892" cy="4819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0D595-E7C6-4A35-93CA-244F3B49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MinIO에 데이터와</a:t>
            </a:r>
          </a:p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metadata 파일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00306-1031-4E76-87BC-88CF9F57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146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Catalog에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테이블 위치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406FE-DEB6-446A-9B16-C1C9368D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672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checkpoint는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별도 복구 상태</a:t>
            </a:r>
          </a:p>
        </p:txBody>
      </p:sp>
    </p:spTree>
    <p:extLst>
      <p:ext uri="{BB962C8B-B14F-4D97-AF65-F5344CB8AC3E}">
        <p14:creationId xmlns:p14="http://schemas.microsoft.com/office/powerpoint/2010/main" val="5792022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48B51-7407-4A41-BA47-993439B7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아키텍처 3. 실행 환경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0BE64-3254-423B-BCE5-A0ECAED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00:30–00:33     16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B0FCA-B1E6-4036-979D-CD4FB8DD97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cbe2d7c184e4a"/>
          <a:stretch xmlns:a="http://schemas.openxmlformats.org/drawingml/2006/main"/>
        </p:blipFill>
        <p:spPr>
          <a:xfrm xmlns:a="http://schemas.openxmlformats.org/drawingml/2006/main">
            <a:off x="1233107" y="1428750"/>
            <a:ext cx="6506336" cy="4819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6C646-0D1D-49A0-9DB6-1EE0AD5E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강사 화면 공유와</a:t>
            </a:r>
          </a:p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맥미니 실행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91157-B9C7-4B81-8998-3F3D92AD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146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학생은 로컬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SQL·설계 작성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A7960-2CC3-4446-BAB7-8D548146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672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GitHub에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코드·가이드</a:t>
            </a:r>
          </a:p>
        </p:txBody>
      </p:sp>
    </p:spTree>
    <p:extLst>
      <p:ext uri="{BB962C8B-B14F-4D97-AF65-F5344CB8AC3E}">
        <p14:creationId xmlns:p14="http://schemas.microsoft.com/office/powerpoint/2010/main" val="15211434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64411-85CE-40E6-B360-4AC4D63F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Bronze 이력과 원천 현재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19BC7-BF5C-4455-BCF9-AD4D7DA5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00:33–00:35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D47DA-6435-4C47-B04B-83BC88B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원천에는 같은 PK의 현재 행을 조회합니다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1936A-E418-4FBF-84C3-F2D86EB5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Bronze에는 입력·수정·삭제 기록이 쌓입니다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3D8B1-661E-4B83-B800-D28DC354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 DELETE 뒤에도 변경 이력은 남습니다</a:t>
            </a:r>
          </a:p>
        </p:txBody>
      </p:sp>
    </p:spTree>
    <p:extLst>
      <p:ext uri="{BB962C8B-B14F-4D97-AF65-F5344CB8AC3E}">
        <p14:creationId xmlns:p14="http://schemas.microsoft.com/office/powerpoint/2010/main" val="18415373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B9117-2C4B-4FF8-BF83-261F49F5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 테이블의 키와 관계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CF266-C73A-41A1-8A00-18EF0A6E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00:35–00:38     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20C51-5F46-428B-B842-12DD038971D1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333750"/>
                <a:gridCol w="53530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행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키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orders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주문 한 건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 order_id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payments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결제 한 건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 payment_id / FK order_id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refunds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환불 한 건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 refund_id / FK payment_id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2239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A4F24-1C9F-4815-8D20-1B4B1B39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학생 SQL. 입력과 원천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FDC0A-B43F-4EBE-8254-BD85B039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00:38–00:41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15688-1A70-4E42-A0A6-EFB4CB8F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INSERT INTO refunds (refund_id, payment_id, amount, status)</a:t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VALUES ('my-r1', 'my-p1', 20000, 'success');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SELECT refund_id, payment_id, amount, status</a:t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FROM refunds</a:t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refund_id = 'my-r1';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04357-3C8A-4B53-9214-4BB86B14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기대 결과: 같은 refund_id 한 행, amount = 20000</a:t>
            </a:r>
          </a:p>
        </p:txBody>
      </p:sp>
    </p:spTree>
    <p:extLst>
      <p:ext uri="{BB962C8B-B14F-4D97-AF65-F5344CB8AC3E}">
        <p14:creationId xmlns:p14="http://schemas.microsoft.com/office/powerpoint/2010/main" val="12839325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BFF12-49C6-4487-8EF0-1FD9D89C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학생 SQL. 수정과 삭제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269B5-0DBC-4D1A-A5EE-E6552935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00:41–00:43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E239D-795D-47C4-B964-B41A4636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UPDATE refunds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SET amount = 30000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refund_id = 'my-r1';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DELETE FROM refunds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refund_id = 'my-r1';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D1D9A-04A9-4B11-94B3-0A10E2CA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학생 작업: 각 SQL 뒤에 같은 PK의 원천 SELECT 작성</a:t>
            </a:r>
          </a:p>
        </p:txBody>
      </p:sp>
    </p:spTree>
    <p:extLst>
      <p:ext uri="{BB962C8B-B14F-4D97-AF65-F5344CB8AC3E}">
        <p14:creationId xmlns:p14="http://schemas.microsoft.com/office/powerpoint/2010/main" val="9889227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0A0A0-94D5-4339-936D-B609F6D5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변경별 기대 이벤트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90527-ECB8-477A-A8F3-A90CB04E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00:43–00:45     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73B28-B1DC-4A83-916E-69E81276AD63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381250"/>
                <a:gridCol w="952500"/>
                <a:gridCol w="57340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행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op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before / after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INSERT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행, 20000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null / amount 20000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UPDATE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행, 30000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amount 20000 / amount 30000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DELETE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0행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amount 30000 / null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0161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BF89F-DE9B-4A26-A251-B897E0E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강사 시연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56442-1E7E-4F0B-82C3-58FC9272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00:45–00:48    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017EC-5308-4DCC-B79A-812894C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새 CASE_ID로 주문·결제 준비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92091-F8A9-4778-BE88-1E67BC94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refund_id를 세 단계에서 계속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92E5A-9003-4505-8063-E5A6DE0B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각 변경 뒤 원천 SELECT부터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19515008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7DAC1-6B20-43C5-A8AB-A69AB375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시연 1. INSERT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F5D18-D10B-498A-B2A0-BC574C34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00:48–00:55     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F2EC7-69AD-4733-A406-F18E0CAC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원천: refund_id 한 행, amount 20000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C95A5-93B5-4229-B370-B5DA4813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Kafka: 같은 key, op=c, after.amount 20000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BC06E-EF4F-406F-B6ED-68868EBD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Bronze: 같은 위치와 내용의 기록</a:t>
            </a:r>
          </a:p>
        </p:txBody>
      </p:sp>
    </p:spTree>
    <p:extLst>
      <p:ext uri="{BB962C8B-B14F-4D97-AF65-F5344CB8AC3E}">
        <p14:creationId xmlns:p14="http://schemas.microsoft.com/office/powerpoint/2010/main" val="1949035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E5999-72BD-4DD3-B1EC-3E0DB071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Kafka 이벤트에서 읽을 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156D4-C84B-43DD-B925-A8A8235F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00:48–00:55    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321C5-B999-49F7-AA9E-D72D336A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key: {"refund_id": "s01-example-r1"}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value: {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"op": "c",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"before": null,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"after": {"refund_id": "s01-example-r1", "amount": 20000},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"source": {"lsn": "원천 변경 위치"}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C0E0D-7AB0-42C4-AFE1-F99A5573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설명용으로 필드를 줄인 예시. 실제 값은 강사 화면에서 확인</a:t>
            </a:r>
          </a:p>
        </p:txBody>
      </p:sp>
    </p:spTree>
    <p:extLst>
      <p:ext uri="{BB962C8B-B14F-4D97-AF65-F5344CB8AC3E}">
        <p14:creationId xmlns:p14="http://schemas.microsoft.com/office/powerpoint/2010/main" val="18826155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1D9AA-ADD1-429D-B02B-2E93AEDE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시연 2. UPDATE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6E8F9-0D53-4878-A79B-8CE857B5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00:55–01:02     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14CDA-1A1E-4ED3-B6D1-58C4E2FC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원천: 같은 PK 한 행, amount 30000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05115-CA52-446E-A888-D34E0D48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Kafka: op=u, before 20000 / after 30000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A1072-9E82-4CB6-BEA8-06FA7FF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Bronze: c와 u 이력이 서로 다른 위치에 남음</a:t>
            </a:r>
          </a:p>
        </p:txBody>
      </p:sp>
    </p:spTree>
    <p:extLst>
      <p:ext uri="{BB962C8B-B14F-4D97-AF65-F5344CB8AC3E}">
        <p14:creationId xmlns:p14="http://schemas.microsoft.com/office/powerpoint/2010/main" val="9627385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7BDCA-E6AB-4847-AAB9-84E22EEB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시연 3. DELETE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EF028-B28C-4F05-8790-B6F7B005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01:02–01:10    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305C9-D0A6-48CD-A8AD-43C374BF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원천: 해당 PK 조회 결과 0행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381C9-100D-4E91-966A-2212802C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Kafka: op=d, before 30000 / after null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8EA3C-BFF2-4F90-9797-7CC09767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Bronze: 기존 c/u와 새 d 이력 보관</a:t>
            </a:r>
          </a:p>
        </p:txBody>
      </p:sp>
    </p:spTree>
    <p:extLst>
      <p:ext uri="{BB962C8B-B14F-4D97-AF65-F5344CB8AC3E}">
        <p14:creationId xmlns:p14="http://schemas.microsoft.com/office/powerpoint/2010/main" val="20620685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5337D-DE0B-4153-83CD-0DFD993F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삭제 이벤트와 tombstone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D4A96-9BB7-47F2-B681-F3B7917C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01:02–01:10     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E5213-D674-46F5-B016-933ED386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op=d에는 삭제한 행의 정보를 담습니다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1FEFE-6565-45F6-ACAA-0433D832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Kafka key에 value=null 메시지가 뒤따를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E46E7-6255-4B44-906B-6226E995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이 실습은 op=d를 보관하고 null 메시지는 제외합니다</a:t>
            </a:r>
          </a:p>
        </p:txBody>
      </p:sp>
    </p:spTree>
    <p:extLst>
      <p:ext uri="{BB962C8B-B14F-4D97-AF65-F5344CB8AC3E}">
        <p14:creationId xmlns:p14="http://schemas.microsoft.com/office/powerpoint/2010/main" val="15464131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85EBA-FEE1-46C2-BFEB-E90F713E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5분 휴식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69D54-065A-4670-ADE6-4F40BD4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01:10–01:15     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C4841-3C09-4063-8FF3-590EA6CA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01:15에 수집 검증 기록을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59F4D-C207-4496-8D78-6B878B23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작성한 관찰표의 빈칸을 표시해 둡니다</a:t>
            </a:r>
          </a:p>
        </p:txBody>
      </p:sp>
    </p:spTree>
    <p:extLst>
      <p:ext uri="{BB962C8B-B14F-4D97-AF65-F5344CB8AC3E}">
        <p14:creationId xmlns:p14="http://schemas.microsoft.com/office/powerpoint/2010/main" val="19822729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9D19E-78EF-4D38-A15C-6EA33257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Kafka와 Bronze를 잇는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F0A67-8E73-4320-9EFD-62FA1DC5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01:15–01:20     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5B119-E66B-4649-8680-30D28CEA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topic + partition + offset을 함께 비교합니다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53D9B-908D-46F1-A637-475995B4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위치의 op·before/after·source.lsn 대조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EA202-8F35-4421-A83D-4BD07BAE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offset은 해당 파티션 안의 순서를 뜻합니다</a:t>
            </a:r>
          </a:p>
        </p:txBody>
      </p:sp>
    </p:spTree>
    <p:extLst>
      <p:ext uri="{BB962C8B-B14F-4D97-AF65-F5344CB8AC3E}">
        <p14:creationId xmlns:p14="http://schemas.microsoft.com/office/powerpoint/2010/main" val="53803240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31B49-6088-42E1-AEFA-48BE240C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변경 이력과 중복의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4A3D0-6522-4AC5-9108-75BD633D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01:20–01:23     30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926B5-AE07-40D3-AA3D-FDB1F73AFB4F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관찰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판단과 확인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PK의 c/u/d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변경 이력일 수 있음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 Kafka 위치의 Bronze 여러 행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수집 위치가 반복 저장됐는지 조사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 내용이 다른 offset에 존재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재전달·재발행인지 원천 버전과 내용 대조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60568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CB396-8BB2-4B56-8EBE-902F02AD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누락을 조사할 구간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CEEE5-6203-4A61-B672-AF82EC9C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01:23–01:25     31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15506-CE68-4A26-9E71-BD0A2EF675CF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관찰 상태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확인할 곳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변경 / Kafka 없음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commit, 수집 대상, connector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 있음 / Bronze 없음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토픽 패턴, Flink 처리, checkpoint·sink commit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Bronze 있음 / Silver·Gold 과거 값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후속 변환·갱신 여부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487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D086D-E059-48BD-9B06-A61B4801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수집 지연의 관찰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F9287-273B-492C-B02C-108AD252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01:25–01:30     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F76D7-1AC2-4427-BCE4-78AA40A4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 변경, Kafka 확인, Bronze 첫 조회 시각을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C8BD9-C168-4463-8043-93E36F6C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wait 출력은 대기 명령 시작 후의 관찰 시간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7B302-7FD1-415D-8F78-B9DEA5AE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Flink 처리 시각과 Iceberg 조회 가능 시각은 다릅니다</a:t>
            </a:r>
          </a:p>
        </p:txBody>
      </p:sp>
    </p:spTree>
    <p:extLst>
      <p:ext uri="{BB962C8B-B14F-4D97-AF65-F5344CB8AC3E}">
        <p14:creationId xmlns:p14="http://schemas.microsoft.com/office/powerpoint/2010/main" val="11557391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7E5DD-CA40-48EA-9429-029520FD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개인 파이프라인 설계 25분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22E7F-CB90-4BF4-B86C-B4CE02BE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01:30–01:32     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883C2-CB4C-42B2-866E-CFA88CCD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 테이블 2–3개와 수집 목적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99A35-9907-43DF-8B0B-1C41EDFB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원천부터 Bronze까지 경로와 단계별 입력·출력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65976-3E29-4273-8534-1BF07169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DDL 하나, 변경 테스트와 검증 기준</a:t>
            </a:r>
          </a:p>
        </p:txBody>
      </p:sp>
    </p:spTree>
    <p:extLst>
      <p:ext uri="{BB962C8B-B14F-4D97-AF65-F5344CB8AC3E}">
        <p14:creationId xmlns:p14="http://schemas.microsoft.com/office/powerpoint/2010/main" val="4939058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EF916-7ECD-45AB-8448-0264CE57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수집 범위와 목표 지연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57783-9BA8-4AE5-9A8D-C95BDEF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01:32–01:35     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0879B-793C-4E9F-90F9-E669FD34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누가 어떤 용도로 데이터를 소비하나요?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BADCC-A02B-495E-B930-C9CE4694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어떤 테이블·컬럼·변경을 수집하나요?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1C227-0296-4401-A531-9E96CC0D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Bronze에서 몇 분 안에 조회할 수 있어야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19485563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619C6-48C8-42CF-B77D-55649D5B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개인 프로젝트의 선택지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1D998-9B32-4479-B814-9C647AA2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01:32–01:35     35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C88F1-A1AD-436B-B1CF-7195E65877FE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095750"/>
                <a:gridCol w="430530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프로젝트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테이블 예시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검증할 변경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예약 변경 이력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reservations, customers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취소·일정 정정과 현재 상태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물류 상태 동기화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shipments, shipment_items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상태 변경·이전 버전 재전달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상품 정보 레이크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products, prices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가격 정정·판매 중지·삭제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구독 상태 관리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subscriptions, invoices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기간 정정·해지 처리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결제·환불 수집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payments, refunds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금액 정정·중복 재처리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931614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8D67F-D209-47FD-86DD-DA8991DA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 명세 작성 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DE33B-0386-4414-9095-0310AA62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01:35–01:39     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79292-71F0-4381-BE02-54E6C61BFB62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학생이 적을 내용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행의 의미·키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PK와 FK, 동일 대상을 찾는 방법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 방식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수정 컬럼, 물리 삭제 또는 상태 변경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 범위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테이블·컬럼, 예상 토픽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목적지 기록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원문과 수집 위치, 원천 버전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79923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CE3BB-0198-4D37-9F62-D54AE1D3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개인 파이프라인 초안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B43EA-28A9-45FC-A4E1-C112E2FC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01:39–01:43    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A844F-A4D8-4077-AAA6-B21CD233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PostgreSQL 테이블과 Kafka 토픽의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D3CC6-3E37-4888-BD5E-60DD778A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Flink 입력과 Bronze에 저장할 기록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23DED-FBB4-4FB8-9498-BEF1BB0F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저장 파일·Catalog·복구 상태 위치 구분</a:t>
            </a:r>
          </a:p>
        </p:txBody>
      </p:sp>
    </p:spTree>
    <p:extLst>
      <p:ext uri="{BB962C8B-B14F-4D97-AF65-F5344CB8AC3E}">
        <p14:creationId xmlns:p14="http://schemas.microsoft.com/office/powerpoint/2010/main" val="17609543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A7D41-7D95-4997-A217-B59CDE98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DDL 예시. 변경 가능한 예약 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1568E-9D4A-4A73-AFE9-0C4E1498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01:43–01:47     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93635-6CD2-47EF-BB3E-A7877050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CREATE TABLE reservations (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reservation_id text PRIMARY KEY,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customer_id text NOT NULL,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service_at timestamptz NOT NULL,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status text NOT NULL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);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D1370-DA45-4260-AC07-0877ABBC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학생 작업: 자기 원천 테이블 하나와 PK·관계 작성</a:t>
            </a:r>
          </a:p>
        </p:txBody>
      </p:sp>
    </p:spTree>
    <p:extLst>
      <p:ext uri="{BB962C8B-B14F-4D97-AF65-F5344CB8AC3E}">
        <p14:creationId xmlns:p14="http://schemas.microsoft.com/office/powerpoint/2010/main" val="7238659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010BF-F5D5-4C10-92C7-C85C1E89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개인 변경 테스트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F5CC4-8440-4FFA-9A84-DDC1794B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01:47–01:50    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DB919-F3D4-4A94-BE53-E84CA9C5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동일 PK의 INSERT·UPDATE·DELETE 작성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395AB-0A77-43E0-921B-1053A872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각 단계의 원천 행과 key/op/before/after 예상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7E8E2-5327-44B5-A9B8-6B14EE5C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Bronze에서 찾을 수집 위치와 내용 정의</a:t>
            </a:r>
          </a:p>
        </p:txBody>
      </p:sp>
    </p:spTree>
    <p:extLst>
      <p:ext uri="{BB962C8B-B14F-4D97-AF65-F5344CB8AC3E}">
        <p14:creationId xmlns:p14="http://schemas.microsoft.com/office/powerpoint/2010/main" val="149670098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2A5A8-5D96-4785-9A21-6E52A3FC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검증과 장애 조사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7FE75-79A7-46B5-8F44-0924BDE8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01:50–01:55    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D5D20-ABE7-4E0C-8D63-D02C2D10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어떤 기록으로 누락과 중복을 찾을까요?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1BCAC-0215-4CC7-843A-2A9B89B3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Kafka에 있고 Bronze에 없으면 어디를 확인할까요?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C6AEE-929F-466A-9140-AFA78A71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재처리에 필요한 키·버전·위치가 남나요?</a:t>
            </a:r>
          </a:p>
        </p:txBody>
      </p:sp>
    </p:spTree>
    <p:extLst>
      <p:ext uri="{BB962C8B-B14F-4D97-AF65-F5344CB8AC3E}">
        <p14:creationId xmlns:p14="http://schemas.microsoft.com/office/powerpoint/2010/main" val="201098701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0CCDC-7F89-4001-8856-87B6F8DA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종료 질문과 제출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20639-5094-4FF0-A177-1066A0EB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01:55–02:00     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AB661-F838-4C70-90CE-E5A0AF8C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수집됐다는 근거를 실제 기록으로 설명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4AD6E-CF36-4DD4-BA3A-8A9438C0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 삭제 뒤 Bronze 이력이 남는 이유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766A3-B9DB-4E62-AB65-39D8B8A5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내 원천 명세·SQL·파이프라인 초안 제출</a:t>
            </a:r>
          </a:p>
        </p:txBody>
      </p:sp>
    </p:spTree>
    <p:extLst>
      <p:ext uri="{BB962C8B-B14F-4D97-AF65-F5344CB8AC3E}">
        <p14:creationId xmlns:p14="http://schemas.microsoft.com/office/powerpoint/2010/main" val="148991255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A89B3-E4C8-4D64-B703-15E2F124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채용 요구의 확인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CEE11-9DDF-4E8D-8241-C9F23769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 참고     42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BACD3-46A2-4B66-B0FB-462DBCC12B26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공식 공고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확인한 내용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토스뱅크 Streaming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CDC·Kafka Connect·Flink 구축 경험 요구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CJ대한통운 TES 데이터 엔지니어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 설계·운영과 성능 진단 업무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신한투자증권 데이터 엔지니어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Iceberg·CDC 지식 자격요건 / 2026-02 마감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85981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D1DA9-688C-4B93-90BB-1F0FF417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강사 사전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D7DCB-EA64-4B11-8E04-10DB04EA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수업 전     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BE934-09A1-4ADC-A3E2-A2F01A6D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저장소 접근과 학생 파일 배포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F291D-8E32-4022-BD3A-B53A42DB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맥미니 기동·preflight, Airflow 중지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C5146-45BC-4659-A11A-B56AE3D2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새 CASE_ID로 전체 c/u/d 대조 리허설</a:t>
            </a:r>
          </a:p>
        </p:txBody>
      </p:sp>
    </p:spTree>
    <p:extLst>
      <p:ext uri="{BB962C8B-B14F-4D97-AF65-F5344CB8AC3E}">
        <p14:creationId xmlns:p14="http://schemas.microsoft.com/office/powerpoint/2010/main" val="121029980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7AE68-CF71-4DC7-8984-48D5316D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단계별 시연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56075-66A5-44DA-B295-ED896412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 참고     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944A8-EDD9-476D-8AB6-A7A32050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refund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source-rows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kafka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wait --event refund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collect-check --stage insert --evidence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2B338-0C17-4EF1-8C50-4263A82D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UPDATE: correction / correction / update    DELETE: delete / delete / delete</a:t>
            </a:r>
          </a:p>
        </p:txBody>
      </p:sp>
    </p:spTree>
    <p:extLst>
      <p:ext uri="{BB962C8B-B14F-4D97-AF65-F5344CB8AC3E}">
        <p14:creationId xmlns:p14="http://schemas.microsoft.com/office/powerpoint/2010/main" val="67642047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17663-5062-49E7-8A1A-22DEDE0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Bronze 원문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A13D8-9F3F-426A-84F4-FCEADC35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 참고     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EA9A3-2654-4EB6-8228-0C23CB98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SELECT topic, partition_id, kafka_offset,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   get_json_object(payload, '$.op') AS op,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   get_json_object(payload, '$.before.amount') AS before_amount,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   get_json_object(payload, '$.after.amount') AS after_amount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FROM lake.bronze.cdc_events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topic = 'cdc.public.refunds'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AND (get_json_object(payload, '$.after.refund_id') = 'my-r1'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OR get_json_object(payload, '$.before.refund_id') = 'my-r1')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ORDER BY partition_id, kafka_offset;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54A69-4EEE-404E-B1A5-3CAF79AC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Spark SQL 예시. 강사 화면에서는 이번 CASE_ID의 refund_id로 필터</a:t>
            </a:r>
          </a:p>
        </p:txBody>
      </p:sp>
    </p:spTree>
    <p:extLst>
      <p:ext uri="{BB962C8B-B14F-4D97-AF65-F5344CB8AC3E}">
        <p14:creationId xmlns:p14="http://schemas.microsoft.com/office/powerpoint/2010/main" val="88895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2026-10-15T03:02:37.7810000Z</dcterms:created>
  <dcterms:modified xsi:type="dcterms:W3CDTF">2026-10-15T03:02:37.7810000Z</dcterms:modified>
</coreProperties>
</file>