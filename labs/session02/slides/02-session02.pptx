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3f4a9bbeac4a54" /><Relationship Type="http://schemas.openxmlformats.org/officeDocument/2006/relationships/extended-properties" Target="/docProps/app.xml" Id="R33e102125504459d" /><Relationship Type="http://schemas.openxmlformats.org/officeDocument/2006/relationships/officeDocument" Target="/ppt/presentation.xml" Id="Rc7fff23995e04a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3be302ca0746b0"/>
  </p:sldMasterIdLst>
  <p:notesMasterIdLst>
    <p:notesMasterId xmlns:r="http://schemas.openxmlformats.org/officeDocument/2006/relationships" r:id="R62d6f0d5f17e4d65"/>
  </p:notesMasterIdLst>
  <p:sldIdLst>
    <p:sldId xmlns:r="http://schemas.openxmlformats.org/officeDocument/2006/relationships" id="256" r:id="Rbbfc17ac084741ba"/>
    <p:sldId xmlns:r="http://schemas.openxmlformats.org/officeDocument/2006/relationships" id="257" r:id="R74936cee573e4d83"/>
    <p:sldId xmlns:r="http://schemas.openxmlformats.org/officeDocument/2006/relationships" id="258" r:id="R6feaaa67c980404d"/>
    <p:sldId xmlns:r="http://schemas.openxmlformats.org/officeDocument/2006/relationships" id="259" r:id="R009ff986a0494d24"/>
    <p:sldId xmlns:r="http://schemas.openxmlformats.org/officeDocument/2006/relationships" id="260" r:id="Rf25c9352e444443c"/>
    <p:sldId xmlns:r="http://schemas.openxmlformats.org/officeDocument/2006/relationships" id="261" r:id="R2f75099313294b49"/>
    <p:sldId xmlns:r="http://schemas.openxmlformats.org/officeDocument/2006/relationships" id="262" r:id="Re74a1119d0114ce8"/>
    <p:sldId xmlns:r="http://schemas.openxmlformats.org/officeDocument/2006/relationships" id="263" r:id="R12c776aa26724c1f"/>
    <p:sldId xmlns:r="http://schemas.openxmlformats.org/officeDocument/2006/relationships" id="264" r:id="Re3e7ce03112b4747"/>
    <p:sldId xmlns:r="http://schemas.openxmlformats.org/officeDocument/2006/relationships" id="265" r:id="R090b81013d0d45b1"/>
    <p:sldId xmlns:r="http://schemas.openxmlformats.org/officeDocument/2006/relationships" id="266" r:id="R771d25314d6d4055"/>
    <p:sldId xmlns:r="http://schemas.openxmlformats.org/officeDocument/2006/relationships" id="267" r:id="R954131b31f70485c"/>
    <p:sldId xmlns:r="http://schemas.openxmlformats.org/officeDocument/2006/relationships" id="268" r:id="R056703c38add4b5a"/>
    <p:sldId xmlns:r="http://schemas.openxmlformats.org/officeDocument/2006/relationships" id="269" r:id="R17eb9e29431246b4"/>
    <p:sldId xmlns:r="http://schemas.openxmlformats.org/officeDocument/2006/relationships" id="270" r:id="Rc13d21b1730540ec"/>
    <p:sldId xmlns:r="http://schemas.openxmlformats.org/officeDocument/2006/relationships" id="271" r:id="R5c4a79c2db504962"/>
    <p:sldId xmlns:r="http://schemas.openxmlformats.org/officeDocument/2006/relationships" id="272" r:id="Rca0c650e873d4a3f"/>
    <p:sldId xmlns:r="http://schemas.openxmlformats.org/officeDocument/2006/relationships" id="273" r:id="R539569e069374480"/>
    <p:sldId xmlns:r="http://schemas.openxmlformats.org/officeDocument/2006/relationships" id="274" r:id="R91a22071b4364fa6"/>
    <p:sldId xmlns:r="http://schemas.openxmlformats.org/officeDocument/2006/relationships" id="275" r:id="Rcaddc2e7e8c74351"/>
    <p:sldId xmlns:r="http://schemas.openxmlformats.org/officeDocument/2006/relationships" id="276" r:id="Rc5ee00ffa6a44073"/>
    <p:sldId xmlns:r="http://schemas.openxmlformats.org/officeDocument/2006/relationships" id="277" r:id="R235bd7cec967482e"/>
    <p:sldId xmlns:r="http://schemas.openxmlformats.org/officeDocument/2006/relationships" id="278" r:id="Re38766d41a8640d9"/>
    <p:sldId xmlns:r="http://schemas.openxmlformats.org/officeDocument/2006/relationships" id="279" r:id="R9502e0778e6a4977"/>
    <p:sldId xmlns:r="http://schemas.openxmlformats.org/officeDocument/2006/relationships" id="280" r:id="Rb4769eb9b6bb4a22"/>
    <p:sldId xmlns:r="http://schemas.openxmlformats.org/officeDocument/2006/relationships" id="281" r:id="R354435b190b748c6"/>
    <p:sldId xmlns:r="http://schemas.openxmlformats.org/officeDocument/2006/relationships" id="282" r:id="Rd1c5ffc8e4874cde"/>
    <p:sldId xmlns:r="http://schemas.openxmlformats.org/officeDocument/2006/relationships" id="283" r:id="R04bc340a90874223"/>
    <p:sldId xmlns:r="http://schemas.openxmlformats.org/officeDocument/2006/relationships" id="284" r:id="R9d56dd885bee43f8"/>
    <p:sldId xmlns:r="http://schemas.openxmlformats.org/officeDocument/2006/relationships" id="285" r:id="R21b18370fecb43fb"/>
    <p:sldId xmlns:r="http://schemas.openxmlformats.org/officeDocument/2006/relationships" id="286" r:id="R08ea28aa45f241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37ef6f03184f57" /><Relationship Type="http://schemas.openxmlformats.org/officeDocument/2006/relationships/slideMaster" Target="/ppt/slideMasters/slideMaster1.xml" Id="R1b3be302ca0746b0" /><Relationship Type="http://schemas.openxmlformats.org/officeDocument/2006/relationships/notesMaster" Target="/ppt/notesMasters/notesMaster1.xml" Id="R62d6f0d5f17e4d65" /><Relationship Type="http://schemas.openxmlformats.org/officeDocument/2006/relationships/presProps" Target="/ppt/presProps.xml" Id="R075390f31db14975" /><Relationship Type="http://schemas.openxmlformats.org/officeDocument/2006/relationships/tableStyles" Target="/ppt/tableStyles.xml" Id="Rfe45a49702c74e7b" /><Relationship Type="http://schemas.openxmlformats.org/officeDocument/2006/relationships/slide" Target="/ppt/slides/slide1.xml" Id="Rbbfc17ac084741ba" /><Relationship Type="http://schemas.openxmlformats.org/officeDocument/2006/relationships/slide" Target="/ppt/slides/slide2.xml" Id="R74936cee573e4d83" /><Relationship Type="http://schemas.openxmlformats.org/officeDocument/2006/relationships/slide" Target="/ppt/slides/slide3.xml" Id="R6feaaa67c980404d" /><Relationship Type="http://schemas.openxmlformats.org/officeDocument/2006/relationships/slide" Target="/ppt/slides/slide4.xml" Id="R009ff986a0494d24" /><Relationship Type="http://schemas.openxmlformats.org/officeDocument/2006/relationships/slide" Target="/ppt/slides/slide5.xml" Id="Rf25c9352e444443c" /><Relationship Type="http://schemas.openxmlformats.org/officeDocument/2006/relationships/slide" Target="/ppt/slides/slide6.xml" Id="R2f75099313294b49" /><Relationship Type="http://schemas.openxmlformats.org/officeDocument/2006/relationships/slide" Target="/ppt/slides/slide7.xml" Id="Re74a1119d0114ce8" /><Relationship Type="http://schemas.openxmlformats.org/officeDocument/2006/relationships/slide" Target="/ppt/slides/slide8.xml" Id="R12c776aa26724c1f" /><Relationship Type="http://schemas.openxmlformats.org/officeDocument/2006/relationships/slide" Target="/ppt/slides/slide9.xml" Id="Re3e7ce03112b4747" /><Relationship Type="http://schemas.openxmlformats.org/officeDocument/2006/relationships/slide" Target="/ppt/slides/slide10.xml" Id="R090b81013d0d45b1" /><Relationship Type="http://schemas.openxmlformats.org/officeDocument/2006/relationships/slide" Target="/ppt/slides/slide11.xml" Id="R771d25314d6d4055" /><Relationship Type="http://schemas.openxmlformats.org/officeDocument/2006/relationships/slide" Target="/ppt/slides/slide12.xml" Id="R954131b31f70485c" /><Relationship Type="http://schemas.openxmlformats.org/officeDocument/2006/relationships/slide" Target="/ppt/slides/slide13.xml" Id="R056703c38add4b5a" /><Relationship Type="http://schemas.openxmlformats.org/officeDocument/2006/relationships/slide" Target="/ppt/slides/slide14.xml" Id="R17eb9e29431246b4" /><Relationship Type="http://schemas.openxmlformats.org/officeDocument/2006/relationships/slide" Target="/ppt/slides/slide15.xml" Id="Rc13d21b1730540ec" /><Relationship Type="http://schemas.openxmlformats.org/officeDocument/2006/relationships/slide" Target="/ppt/slides/slide16.xml" Id="R5c4a79c2db504962" /><Relationship Type="http://schemas.openxmlformats.org/officeDocument/2006/relationships/slide" Target="/ppt/slides/slide17.xml" Id="Rca0c650e873d4a3f" /><Relationship Type="http://schemas.openxmlformats.org/officeDocument/2006/relationships/slide" Target="/ppt/slides/slide18.xml" Id="R539569e069374480" /><Relationship Type="http://schemas.openxmlformats.org/officeDocument/2006/relationships/slide" Target="/ppt/slides/slide19.xml" Id="R91a22071b4364fa6" /><Relationship Type="http://schemas.openxmlformats.org/officeDocument/2006/relationships/slide" Target="/ppt/slides/slide20.xml" Id="Rcaddc2e7e8c74351" /><Relationship Type="http://schemas.openxmlformats.org/officeDocument/2006/relationships/slide" Target="/ppt/slides/slide21.xml" Id="Rc5ee00ffa6a44073" /><Relationship Type="http://schemas.openxmlformats.org/officeDocument/2006/relationships/slide" Target="/ppt/slides/slide22.xml" Id="R235bd7cec967482e" /><Relationship Type="http://schemas.openxmlformats.org/officeDocument/2006/relationships/slide" Target="/ppt/slides/slide23.xml" Id="Re38766d41a8640d9" /><Relationship Type="http://schemas.openxmlformats.org/officeDocument/2006/relationships/slide" Target="/ppt/slides/slide24.xml" Id="R9502e0778e6a4977" /><Relationship Type="http://schemas.openxmlformats.org/officeDocument/2006/relationships/slide" Target="/ppt/slides/slide25.xml" Id="Rb4769eb9b6bb4a22" /><Relationship Type="http://schemas.openxmlformats.org/officeDocument/2006/relationships/slide" Target="/ppt/slides/slide26.xml" Id="R354435b190b748c6" /><Relationship Type="http://schemas.openxmlformats.org/officeDocument/2006/relationships/slide" Target="/ppt/slides/slide27.xml" Id="Rd1c5ffc8e4874cde" /><Relationship Type="http://schemas.openxmlformats.org/officeDocument/2006/relationships/slide" Target="/ppt/slides/slide28.xml" Id="R04bc340a90874223" /><Relationship Type="http://schemas.openxmlformats.org/officeDocument/2006/relationships/slide" Target="/ppt/slides/slide29.xml" Id="R9d56dd885bee43f8" /><Relationship Type="http://schemas.openxmlformats.org/officeDocument/2006/relationships/slide" Target="/ppt/slides/slide30.xml" Id="R21b18370fecb43fb" /><Relationship Type="http://schemas.openxmlformats.org/officeDocument/2006/relationships/slide" Target="/ppt/slides/slide31.xml" Id="R08ea28aa45f241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f3a8a9df684a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46b5c0beb74c3d" /><Relationship Type="http://schemas.openxmlformats.org/officeDocument/2006/relationships/notesMaster" Target="/ppt/notesMasters/notesMaster1.xml" Id="Rc86c8e0e14aa41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0ba775e5dc4fb1" /><Relationship Type="http://schemas.openxmlformats.org/officeDocument/2006/relationships/notesMaster" Target="/ppt/notesMasters/notesMaster1.xml" Id="Rb673cdd84ec545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17f2fbe3ea44ef" /><Relationship Type="http://schemas.openxmlformats.org/officeDocument/2006/relationships/notesMaster" Target="/ppt/notesMasters/notesMaster1.xml" Id="Rc0a174a4d1fa40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c0851b9f324693" /><Relationship Type="http://schemas.openxmlformats.org/officeDocument/2006/relationships/notesMaster" Target="/ppt/notesMasters/notesMaster1.xml" Id="Ra385c0a3612c4b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9f27ff6bc24ff6" /><Relationship Type="http://schemas.openxmlformats.org/officeDocument/2006/relationships/notesMaster" Target="/ppt/notesMasters/notesMaster1.xml" Id="R51c81d892fc142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0205ef75cf4dc9" /><Relationship Type="http://schemas.openxmlformats.org/officeDocument/2006/relationships/notesMaster" Target="/ppt/notesMasters/notesMaster1.xml" Id="R3207a950944245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a368e9624b42cf" /><Relationship Type="http://schemas.openxmlformats.org/officeDocument/2006/relationships/notesMaster" Target="/ppt/notesMasters/notesMaster1.xml" Id="Rcdeae03a12694e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de444577434263" /><Relationship Type="http://schemas.openxmlformats.org/officeDocument/2006/relationships/notesMaster" Target="/ppt/notesMasters/notesMaster1.xml" Id="R17c3197baedf44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5cee61c8dd43bf" /><Relationship Type="http://schemas.openxmlformats.org/officeDocument/2006/relationships/notesMaster" Target="/ppt/notesMasters/notesMaster1.xml" Id="Ra324ca37930340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482ecdba914ecb" /><Relationship Type="http://schemas.openxmlformats.org/officeDocument/2006/relationships/notesMaster" Target="/ppt/notesMasters/notesMaster1.xml" Id="Re06151b438f74a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73f4d081b44c92" /><Relationship Type="http://schemas.openxmlformats.org/officeDocument/2006/relationships/notesMaster" Target="/ppt/notesMasters/notesMaster1.xml" Id="Rac32b3c33afd46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666f2c3d914ca9" /><Relationship Type="http://schemas.openxmlformats.org/officeDocument/2006/relationships/notesMaster" Target="/ppt/notesMasters/notesMaster1.xml" Id="R30075003b07048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e596c221ac441be" /><Relationship Type="http://schemas.openxmlformats.org/officeDocument/2006/relationships/notesMaster" Target="/ppt/notesMasters/notesMaster1.xml" Id="R9c9fff34418f4d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39d765f3544a7b" /><Relationship Type="http://schemas.openxmlformats.org/officeDocument/2006/relationships/notesMaster" Target="/ppt/notesMasters/notesMaster1.xml" Id="R9b2c8536c48f4e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0692e032b747c8" /><Relationship Type="http://schemas.openxmlformats.org/officeDocument/2006/relationships/notesMaster" Target="/ppt/notesMasters/notesMaster1.xml" Id="Ra869dacee3a9469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4515b000284b2f" /><Relationship Type="http://schemas.openxmlformats.org/officeDocument/2006/relationships/notesMaster" Target="/ppt/notesMasters/notesMaster1.xml" Id="Rdaf275aae7a3436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467ebadd05e44eb" /><Relationship Type="http://schemas.openxmlformats.org/officeDocument/2006/relationships/notesMaster" Target="/ppt/notesMasters/notesMaster1.xml" Id="Rf19e3ac8208d4cb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518bec650e94149" /><Relationship Type="http://schemas.openxmlformats.org/officeDocument/2006/relationships/notesMaster" Target="/ppt/notesMasters/notesMaster1.xml" Id="R0ac72f417a9241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91acbaf51684cc2" /><Relationship Type="http://schemas.openxmlformats.org/officeDocument/2006/relationships/notesMaster" Target="/ppt/notesMasters/notesMaster1.xml" Id="R8c24786cea31447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94a4b891af4c71" /><Relationship Type="http://schemas.openxmlformats.org/officeDocument/2006/relationships/notesMaster" Target="/ppt/notesMasters/notesMaster1.xml" Id="Rdfe464ba9645417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71ec336460640a5" /><Relationship Type="http://schemas.openxmlformats.org/officeDocument/2006/relationships/notesMaster" Target="/ppt/notesMasters/notesMaster1.xml" Id="R44536420c48e4ca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e0d6ca1bdf34c3e" /><Relationship Type="http://schemas.openxmlformats.org/officeDocument/2006/relationships/notesMaster" Target="/ppt/notesMasters/notesMaster1.xml" Id="R4000321086eb474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884c24d42de40ff" /><Relationship Type="http://schemas.openxmlformats.org/officeDocument/2006/relationships/notesMaster" Target="/ppt/notesMasters/notesMaster1.xml" Id="Rea65491e7b1b431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50f70dad906478c" /><Relationship Type="http://schemas.openxmlformats.org/officeDocument/2006/relationships/notesMaster" Target="/ppt/notesMasters/notesMaster1.xml" Id="R7b612c24ebf845b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5b1adb2267e4c72" /><Relationship Type="http://schemas.openxmlformats.org/officeDocument/2006/relationships/notesMaster" Target="/ppt/notesMasters/notesMaster1.xml" Id="Rc18e04a29068474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e52cbeface14334" /><Relationship Type="http://schemas.openxmlformats.org/officeDocument/2006/relationships/notesMaster" Target="/ppt/notesMasters/notesMaster1.xml" Id="Rf44a2e7c9b444f3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9f4bad6b16144e1" /><Relationship Type="http://schemas.openxmlformats.org/officeDocument/2006/relationships/notesMaster" Target="/ppt/notesMasters/notesMaster1.xml" Id="R44192c252c364cc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07cc56b782d433e" /><Relationship Type="http://schemas.openxmlformats.org/officeDocument/2006/relationships/notesMaster" Target="/ppt/notesMasters/notesMaster1.xml" Id="Rd92229bd2bb74dd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b1e37c3b4b643df" /><Relationship Type="http://schemas.openxmlformats.org/officeDocument/2006/relationships/notesMaster" Target="/ppt/notesMasters/notesMaster1.xml" Id="R578198f72750419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c5775e7230b4b49" /><Relationship Type="http://schemas.openxmlformats.org/officeDocument/2006/relationships/notesMaster" Target="/ppt/notesMasters/notesMaster1.xml" Id="R0c13412ba228429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96b4c67a0bf4815" /><Relationship Type="http://schemas.openxmlformats.org/officeDocument/2006/relationships/notesMaster" Target="/ppt/notesMasters/notesMaster1.xml" Id="R06d7d2e464494c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16e001c08a4b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cdf54c85984f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34e3bf7414f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15e6d01a454d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ee7d0121b45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4c8cc39f74f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b0eff4a8844dd4" /><Relationship Type="http://schemas.openxmlformats.org/officeDocument/2006/relationships/slideLayout" Target="/ppt/slideLayouts/slideLayout1.xml" Id="R197182a4c6bb4977" /><Relationship Type="http://schemas.openxmlformats.org/officeDocument/2006/relationships/slideLayout" Target="/ppt/slideLayouts/slideLayout2.xml" Id="R9225bd3c191e4cf9" /><Relationship Type="http://schemas.openxmlformats.org/officeDocument/2006/relationships/slideLayout" Target="/ppt/slideLayouts/slideLayout3.xml" Id="Rf7844e4cf9dc4909" /><Relationship Type="http://schemas.openxmlformats.org/officeDocument/2006/relationships/slideLayout" Target="/ppt/slideLayouts/slideLayout4.xml" Id="R97a99987dd6b4821" /><Relationship Type="http://schemas.openxmlformats.org/officeDocument/2006/relationships/slideLayout" Target="/ppt/slideLayouts/slideLayout5.xml" Id="Rfd25d2f57da44a65" /><Relationship Type="http://schemas.openxmlformats.org/officeDocument/2006/relationships/slideLayout" Target="/ppt/slideLayouts/slideLayout6.xml" Id="R5b4b9d064fd946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7182a4c6bb4977"/>
    <p:sldLayoutId xmlns:r="http://schemas.openxmlformats.org/officeDocument/2006/relationships" id="2147483650" r:id="R9225bd3c191e4cf9"/>
    <p:sldLayoutId xmlns:r="http://schemas.openxmlformats.org/officeDocument/2006/relationships" id="2147483651" r:id="Rf7844e4cf9dc4909"/>
    <p:sldLayoutId xmlns:r="http://schemas.openxmlformats.org/officeDocument/2006/relationships" id="2147483652" r:id="R97a99987dd6b4821"/>
    <p:sldLayoutId xmlns:r="http://schemas.openxmlformats.org/officeDocument/2006/relationships" id="2147483653" r:id="Rfd25d2f57da44a65"/>
    <p:sldLayoutId xmlns:r="http://schemas.openxmlformats.org/officeDocument/2006/relationships" id="2147483654" r:id="R5b4b9d064fd946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2d7649a62b4ef4" /><Relationship Type="http://schemas.openxmlformats.org/officeDocument/2006/relationships/notesSlide" Target="/ppt/notesSlides/notesSlide1.xml" Id="Rfb9f5186e17643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2ccc2ebbb4c47" /><Relationship Type="http://schemas.openxmlformats.org/officeDocument/2006/relationships/notesSlide" Target="/ppt/notesSlides/notesSlide2.xml" Id="R8ea9dcd5957945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81027ab21b4612" /><Relationship Type="http://schemas.openxmlformats.org/officeDocument/2006/relationships/notesSlide" Target="/ppt/notesSlides/notesSlide3.xml" Id="R61f3c1b731294c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28726581924924" /><Relationship Type="http://schemas.openxmlformats.org/officeDocument/2006/relationships/notesSlide" Target="/ppt/notesSlides/notesSlide4.xml" Id="Rb0f9dbda92c24e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78cf7fe49f4251" /><Relationship Type="http://schemas.openxmlformats.org/officeDocument/2006/relationships/notesSlide" Target="/ppt/notesSlides/notesSlide5.xml" Id="R6e2fde4186b842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94693af00f4d69" /><Relationship Type="http://schemas.openxmlformats.org/officeDocument/2006/relationships/notesSlide" Target="/ppt/notesSlides/notesSlide6.xml" Id="R263dccd67e9c49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1f8786f447485f" /><Relationship Type="http://schemas.openxmlformats.org/officeDocument/2006/relationships/notesSlide" Target="/ppt/notesSlides/notesSlide7.xml" Id="Rbda968fe4feb41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e7f21a4594342" /><Relationship Type="http://schemas.openxmlformats.org/officeDocument/2006/relationships/notesSlide" Target="/ppt/notesSlides/notesSlide8.xml" Id="Rc1f93c18d7d24e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e78dbd00a24f34" /><Relationship Type="http://schemas.openxmlformats.org/officeDocument/2006/relationships/notesSlide" Target="/ppt/notesSlides/notesSlide9.xml" Id="Rde97e75a3eff42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811affdb048f3" /><Relationship Type="http://schemas.openxmlformats.org/officeDocument/2006/relationships/notesSlide" Target="/ppt/notesSlides/notesSlide10.xml" Id="Rb3d8ca53ed2043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6f9ef499414073" /><Relationship Type="http://schemas.openxmlformats.org/officeDocument/2006/relationships/notesSlide" Target="/ppt/notesSlides/notesSlide11.xml" Id="R6d86123763894f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c63fc9130f4a43" /><Relationship Type="http://schemas.openxmlformats.org/officeDocument/2006/relationships/notesSlide" Target="/ppt/notesSlides/notesSlide12.xml" Id="Rcab80e7b685945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ca4b778707445b" /><Relationship Type="http://schemas.openxmlformats.org/officeDocument/2006/relationships/notesSlide" Target="/ppt/notesSlides/notesSlide13.xml" Id="R2ddf00d594f441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000e2376244e43" /><Relationship Type="http://schemas.openxmlformats.org/officeDocument/2006/relationships/notesSlide" Target="/ppt/notesSlides/notesSlide14.xml" Id="Rd5ab24643ab647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844be7d76f473c" /><Relationship Type="http://schemas.openxmlformats.org/officeDocument/2006/relationships/notesSlide" Target="/ppt/notesSlides/notesSlide15.xml" Id="Rb9c8c7dcb8734eb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1d5d4eeda74709" /><Relationship Type="http://schemas.openxmlformats.org/officeDocument/2006/relationships/notesSlide" Target="/ppt/notesSlides/notesSlide16.xml" Id="R3ee2abdb5db9427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1277c6ccf444f8" /><Relationship Type="http://schemas.openxmlformats.org/officeDocument/2006/relationships/notesSlide" Target="/ppt/notesSlides/notesSlide17.xml" Id="Redb647f97c014ef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cf7df665eb414a" /><Relationship Type="http://schemas.openxmlformats.org/officeDocument/2006/relationships/notesSlide" Target="/ppt/notesSlides/notesSlide18.xml" Id="Rea8ee59e00a3468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4ace642ac446c8" /><Relationship Type="http://schemas.openxmlformats.org/officeDocument/2006/relationships/notesSlide" Target="/ppt/notesSlides/notesSlide19.xml" Id="Rdc489ca7d25042a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4c969878c34792" /><Relationship Type="http://schemas.openxmlformats.org/officeDocument/2006/relationships/notesSlide" Target="/ppt/notesSlides/notesSlide20.xml" Id="Ra4ffcbf8db61495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c739987eb04599" /><Relationship Type="http://schemas.openxmlformats.org/officeDocument/2006/relationships/notesSlide" Target="/ppt/notesSlides/notesSlide21.xml" Id="R2110b526e0b549c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f001aebe83488a" /><Relationship Type="http://schemas.openxmlformats.org/officeDocument/2006/relationships/notesSlide" Target="/ppt/notesSlides/notesSlide22.xml" Id="R80b92be4c6444c0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b6b862df904f6d" /><Relationship Type="http://schemas.openxmlformats.org/officeDocument/2006/relationships/notesSlide" Target="/ppt/notesSlides/notesSlide23.xml" Id="Rf9f7aa53b79942c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1f62aa0ed744de" /><Relationship Type="http://schemas.openxmlformats.org/officeDocument/2006/relationships/notesSlide" Target="/ppt/notesSlides/notesSlide24.xml" Id="R07bdbdc152ff4f3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3b5c8e731245f8" /><Relationship Type="http://schemas.openxmlformats.org/officeDocument/2006/relationships/notesSlide" Target="/ppt/notesSlides/notesSlide25.xml" Id="R5227c06c47ad4ef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68754855ab4bb5" /><Relationship Type="http://schemas.openxmlformats.org/officeDocument/2006/relationships/notesSlide" Target="/ppt/notesSlides/notesSlide26.xml" Id="R41ff35b17d6441e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55ff7a1e343d4" /><Relationship Type="http://schemas.openxmlformats.org/officeDocument/2006/relationships/notesSlide" Target="/ppt/notesSlides/notesSlide27.xml" Id="R72ccd4b4262c49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ec2a69bd444dd" /><Relationship Type="http://schemas.openxmlformats.org/officeDocument/2006/relationships/notesSlide" Target="/ppt/notesSlides/notesSlide28.xml" Id="R1073941ac33848f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d5c9046c2d4831" /><Relationship Type="http://schemas.openxmlformats.org/officeDocument/2006/relationships/notesSlide" Target="/ppt/notesSlides/notesSlide29.xml" Id="R0b3f5e4e5672463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0cad06601f49f5" /><Relationship Type="http://schemas.openxmlformats.org/officeDocument/2006/relationships/notesSlide" Target="/ppt/notesSlides/notesSlide30.xml" Id="R06e8eafdb3ba4b5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c68f4881e64826" /><Relationship Type="http://schemas.openxmlformats.org/officeDocument/2006/relationships/notesSlide" Target="/ppt/notesSlides/notesSlide31.xml" Id="R54a784a237e74a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 ·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 CDC 수집과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이벤트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2회차 · 120분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원천 설정부터 Kafka 메시지, Bronze 행, Parquet 파일까지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강사 맥미니 시연 · 학생 SQL·이벤트 예측 · 개인 환경 복습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오늘의 120분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ED40C-3546-42FC-A4F9-A88A1399E4E0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4391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3667125"/>
                <a:gridCol w="5095875"/>
              </a:tblGrid>
              <a:tr h="4878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활동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00:00–00:10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복습 진행 공유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해본 것과 막힌 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00:10–00:30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지난 시간의 저장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3이력 →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00:30–00:50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PostgreSQL·Debezium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발행 범위 · 이전 값 · 소비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00:50–00:55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휴식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00:55–01:15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스냅샷과 이벤트 파서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 · c/u/d · tombstone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01:15–01:35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예측과 실행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UI → Bronze · 실제 파싱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01:35–01:50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구간 진단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어디까지 도착했는가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01:50–02:00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정리와 복습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실행 · 다음 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복습하면서 어디까지 해보셨나요?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해본 것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환경을 띄웠는지,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명령을 실행했는지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확인한 결과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예상했던 값과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결과가 같았는지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막힌 부분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오류 메시지와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다음에 시도할 것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SQL이나 실행 화면을 보면서 편하게 나눕니다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5">
            <a:extLst xmlns:a="http://schemas.openxmlformats.org/drawingml/2006/main">
              <a:ext uri="{FF2B5EF4-FFF2-40B4-BE49-F238E27FC236}">
                <a16:creationId xmlns:a16="http://schemas.microsoft.com/office/drawing/2014/main" id="{4C4384F4-6B95-42EE-8ED4-D4A7CAA7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84A868A-A781-429C-9A1B-34E581A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확인할 수집 경로</a:t>
            </a:r>
          </a:p>
        </p:txBody>
      </p:sp>
      <p:sp>
        <p:nvSpPr>
          <p:cNvPr id="3" name="panel-27">
            <a:extLst xmlns:a="http://schemas.openxmlformats.org/drawingml/2006/main">
              <a:ext uri="{FF2B5EF4-FFF2-40B4-BE49-F238E27FC236}">
                <a16:creationId xmlns:a16="http://schemas.microsoft.com/office/drawing/2014/main" id="{3C1EB22D-F609-4850-BC81-B93E0673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CB275194-9EA5-46AE-8A47-2818341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5B5E6F83-EAD2-4B82-89C7-EA99DCD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· WAL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4761-3DEA-4EB5-A622-A370BA82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30">
            <a:extLst xmlns:a="http://schemas.openxmlformats.org/drawingml/2006/main">
              <a:ext uri="{FF2B5EF4-FFF2-40B4-BE49-F238E27FC236}">
                <a16:creationId xmlns:a16="http://schemas.microsoft.com/office/drawing/2014/main" id="{CBECA698-CABB-4789-8934-C4EA3597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0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00BDA40B-4606-4328-9C8F-A8A7BDB9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8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1C87C0DD-24E9-4603-956C-0AA66C87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5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변경 이벤트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F1FDE-9DE8-4B56-8420-80106678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108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33">
            <a:extLst xmlns:a="http://schemas.openxmlformats.org/drawingml/2006/main">
              <a:ext uri="{FF2B5EF4-FFF2-40B4-BE49-F238E27FC236}">
                <a16:creationId xmlns:a16="http://schemas.microsoft.com/office/drawing/2014/main" id="{1310F6CF-311F-40BD-BAEC-7FC8845D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34">
            <a:extLst xmlns:a="http://schemas.openxmlformats.org/drawingml/2006/main">
              <a:ext uri="{FF2B5EF4-FFF2-40B4-BE49-F238E27FC236}">
                <a16:creationId xmlns:a16="http://schemas.microsoft.com/office/drawing/2014/main" id="{BC9E7D7A-E52F-4015-BE45-420D585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08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3" name="text-35">
            <a:extLst xmlns:a="http://schemas.openxmlformats.org/drawingml/2006/main">
              <a:ext uri="{FF2B5EF4-FFF2-40B4-BE49-F238E27FC236}">
                <a16:creationId xmlns:a16="http://schemas.microsoft.com/office/drawing/2014/main" id="{173C559A-01D3-4C1B-85B5-57510F2A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56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key/value ·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F4491-4C67-4532-91F3-99286C8F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36">
            <a:extLst xmlns:a="http://schemas.openxmlformats.org/drawingml/2006/main">
              <a:ext uri="{FF2B5EF4-FFF2-40B4-BE49-F238E27FC236}">
                <a16:creationId xmlns:a16="http://schemas.microsoft.com/office/drawing/2014/main" id="{4C883AC8-E1CE-49D2-8A33-38C225B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FEC6D937-AB5D-45A8-94C1-6AB775AC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17" name="text-38">
            <a:extLst xmlns:a="http://schemas.openxmlformats.org/drawingml/2006/main">
              <a:ext uri="{FF2B5EF4-FFF2-40B4-BE49-F238E27FC236}">
                <a16:creationId xmlns:a16="http://schemas.microsoft.com/office/drawing/2014/main" id="{380D5638-DCA1-4A44-8C66-3EBAB0F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236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57872-79F5-4D57-8558-40C827F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9" name="panel-39">
            <a:extLst xmlns:a="http://schemas.openxmlformats.org/drawingml/2006/main">
              <a:ext uri="{FF2B5EF4-FFF2-40B4-BE49-F238E27FC236}">
                <a16:creationId xmlns:a16="http://schemas.microsoft.com/office/drawing/2014/main" id="{3874A641-05D0-4043-BA16-C42B7E0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82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text-40">
            <a:extLst xmlns:a="http://schemas.openxmlformats.org/drawingml/2006/main">
              <a:ext uri="{FF2B5EF4-FFF2-40B4-BE49-F238E27FC236}">
                <a16:creationId xmlns:a16="http://schemas.microsoft.com/office/drawing/2014/main" id="{5A566097-B347-49C8-800E-275CB1B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9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Bronze</a:t>
            </a:r>
          </a:p>
        </p:txBody>
      </p:sp>
      <p:sp>
        <p:nvSpPr>
          <p:cNvPr id="21" name="text-41">
            <a:extLst xmlns:a="http://schemas.openxmlformats.org/drawingml/2006/main">
              <a:ext uri="{FF2B5EF4-FFF2-40B4-BE49-F238E27FC236}">
                <a16:creationId xmlns:a16="http://schemas.microsoft.com/office/drawing/2014/main" id="{BD1C58EB-26A7-484F-91F1-4ACAD268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17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SQL · 저장 파일</a:t>
            </a:r>
          </a:p>
        </p:txBody>
      </p:sp>
      <p:sp>
        <p:nvSpPr>
          <p:cNvPr id="22" name="panel-42">
            <a:extLst xmlns:a="http://schemas.openxmlformats.org/drawingml/2006/main">
              <a:ext uri="{FF2B5EF4-FFF2-40B4-BE49-F238E27FC236}">
                <a16:creationId xmlns:a16="http://schemas.microsoft.com/office/drawing/2014/main" id="{7191F72D-0813-4221-BAB3-9A86F1F7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text-43">
            <a:extLst xmlns:a="http://schemas.openxmlformats.org/drawingml/2006/main">
              <a:ext uri="{FF2B5EF4-FFF2-40B4-BE49-F238E27FC236}">
                <a16:creationId xmlns:a16="http://schemas.microsoft.com/office/drawing/2014/main" id="{4449A489-FDDA-43F8-AEE5-8619262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SQL은 Bronze를 읽는 데 사용합니다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Silver·Gold 변환과 dbt 구현은 후속 회차입니다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D7CCB-E841-497C-8472-573F2C07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5" name="text-44">
            <a:extLst xmlns:a="http://schemas.openxmlformats.org/drawingml/2006/main">
              <a:ext uri="{FF2B5EF4-FFF2-40B4-BE49-F238E27FC236}">
                <a16:creationId xmlns:a16="http://schemas.microsoft.com/office/drawing/2014/main" id="{8DEFE5D0-EAF6-4A6B-A347-D11F1D5C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6" name="text-45">
            <a:extLst xmlns:a="http://schemas.openxmlformats.org/drawingml/2006/main">
              <a:ext uri="{FF2B5EF4-FFF2-40B4-BE49-F238E27FC236}">
                <a16:creationId xmlns:a16="http://schemas.microsoft.com/office/drawing/2014/main" id="{B637CA98-5CAB-44FF-8F91-553B13C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93601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삭제한 환불은 어디에 남을까요?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28A7D-25B1-44DD-AF3F-D84DE0DD64F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PostgreSQL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value / Bronze payload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 · after.amount =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30,000원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 · before 20000 → after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· before 30000 → after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48">
            <a:extLst xmlns:a="http://schemas.openxmlformats.org/drawingml/2006/main">
              <a:ext uri="{FF2B5EF4-FFF2-40B4-BE49-F238E27FC236}">
                <a16:creationId xmlns:a16="http://schemas.microsoft.com/office/drawing/2014/main" id="{F0B58CE5-53B8-46C8-9108-0164FE77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49">
            <a:extLst xmlns:a="http://schemas.openxmlformats.org/drawingml/2006/main">
              <a:ext uri="{FF2B5EF4-FFF2-40B4-BE49-F238E27FC236}">
                <a16:creationId xmlns:a16="http://schemas.microsoft.com/office/drawing/2014/main" id="{5F1272AE-B9EF-43DF-A938-C18105BF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같은 PK의 c/u/d는 서로 다른 변경 이력입니다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63D18357-7201-48D7-A7AD-97FCCEB0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53">
            <a:extLst xmlns:a="http://schemas.openxmlformats.org/drawingml/2006/main">
              <a:ext uri="{FF2B5EF4-FFF2-40B4-BE49-F238E27FC236}">
                <a16:creationId xmlns:a16="http://schemas.microsoft.com/office/drawing/2014/main" id="{902E3B0E-EA5A-4303-9BFE-F862E68A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Bronze에서 같은 환불의 세 이력 조회</a:t>
            </a:r>
          </a:p>
        </p:txBody>
      </p:sp>
      <p:sp>
        <p:nvSpPr>
          <p:cNvPr id="3" name="text-54">
            <a:extLst xmlns:a="http://schemas.openxmlformats.org/drawingml/2006/main">
              <a:ext uri="{FF2B5EF4-FFF2-40B4-BE49-F238E27FC236}">
                <a16:creationId xmlns:a16="http://schemas.microsoft.com/office/drawing/2014/main" id="{9936E93D-E0A8-462B-94F7-2304ACE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lake.bronze.cdc_events</a:t>
            </a:r>
          </a:p>
        </p:txBody>
      </p:sp>
      <p:sp>
        <p:nvSpPr>
          <p:cNvPr id="4" name="panel-55">
            <a:extLst xmlns:a="http://schemas.openxmlformats.org/drawingml/2006/main">
              <a:ext uri="{FF2B5EF4-FFF2-40B4-BE49-F238E27FC236}">
                <a16:creationId xmlns:a16="http://schemas.microsoft.com/office/drawing/2014/main" id="{E35C00DE-4F9C-47FB-A2D8-688BF69A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8399E71D-C3CD-4452-B1FA-93F9127A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get_json_object(payload, '$.op') AS op,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'$.before.amount') AS before_amount,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'$.after.amount') AS after_amount,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topic, partition_id, kafka_offset, _file AS parquet_file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topic = 'cdc.public.refunds'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(get_json_object(payload, '$.after.refund_id') = '&lt;환불_ID&gt;'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OR get_json_object(payload, '$.before.refund_id') = '&lt;환불_ID&gt;')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partition_id, kafka_offset;</a:t>
            </a:r>
          </a:p>
        </p:txBody>
      </p:sp>
      <p:sp>
        <p:nvSpPr>
          <p:cNvPr id="6" name="panel-57">
            <a:extLst xmlns:a="http://schemas.openxmlformats.org/drawingml/2006/main">
              <a:ext uri="{FF2B5EF4-FFF2-40B4-BE49-F238E27FC236}">
                <a16:creationId xmlns:a16="http://schemas.microsoft.com/office/drawing/2014/main" id="{D8DEEA75-30F2-4FCD-90BD-17D598F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58">
            <a:extLst xmlns:a="http://schemas.openxmlformats.org/drawingml/2006/main">
              <a:ext uri="{FF2B5EF4-FFF2-40B4-BE49-F238E27FC236}">
                <a16:creationId xmlns:a16="http://schemas.microsoft.com/office/drawing/2014/main" id="{0169E4AC-9085-4D7F-8F0B-199BFB58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DELETE는 before의 PK도 찾습니다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31501-FF7B-44ED-9CAD-4E20FB23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59">
            <a:extLst xmlns:a="http://schemas.openxmlformats.org/drawingml/2006/main">
              <a:ext uri="{FF2B5EF4-FFF2-40B4-BE49-F238E27FC236}">
                <a16:creationId xmlns:a16="http://schemas.microsoft.com/office/drawing/2014/main" id="{83252AA2-68FD-413E-B0F8-388CE23B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60">
            <a:extLst xmlns:a="http://schemas.openxmlformats.org/drawingml/2006/main">
              <a:ext uri="{FF2B5EF4-FFF2-40B4-BE49-F238E27FC236}">
                <a16:creationId xmlns:a16="http://schemas.microsoft.com/office/drawing/2014/main" id="{ACC7635D-D264-4008-B7B6-4BF08634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05995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1">
            <a:extLst xmlns:a="http://schemas.openxmlformats.org/drawingml/2006/main">
              <a:ext uri="{FF2B5EF4-FFF2-40B4-BE49-F238E27FC236}">
                <a16:creationId xmlns:a16="http://schemas.microsoft.com/office/drawing/2014/main" id="{48E0EEB5-BEC9-449C-9E04-6A8D783C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2">
            <a:extLst xmlns:a="http://schemas.openxmlformats.org/drawingml/2006/main">
              <a:ext uri="{FF2B5EF4-FFF2-40B4-BE49-F238E27FC236}">
                <a16:creationId xmlns:a16="http://schemas.microsoft.com/office/drawing/2014/main" id="{D5BB2613-C6DB-4106-AB60-00DCBCBD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 결과를 이렇게 대조합니다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6A91D-8F17-4219-9B18-E690FC88D9E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판단할 근거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/ after의 refund_id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내용이 맞는가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op와 20,000 → 30,000 → 삭제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메시지인가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+ partition_id + kafka_offset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파일에 있는가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63">
            <a:extLst xmlns:a="http://schemas.openxmlformats.org/drawingml/2006/main">
              <a:ext uri="{FF2B5EF4-FFF2-40B4-BE49-F238E27FC236}">
                <a16:creationId xmlns:a16="http://schemas.microsoft.com/office/drawing/2014/main" id="{5F2851D0-810A-4754-9C0A-8550C8B0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95F2B582-8B4F-41B9-B682-C9FC95E8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오늘의 관찰은 이번 키의 결과입니다. 전체 데이터의 무누락 보장은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EEC33-9594-4F34-BFEF-FE4CDC8B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65">
            <a:extLst xmlns:a="http://schemas.openxmlformats.org/drawingml/2006/main">
              <a:ext uri="{FF2B5EF4-FFF2-40B4-BE49-F238E27FC236}">
                <a16:creationId xmlns:a16="http://schemas.microsoft.com/office/drawing/2014/main" id="{1B5E0F4C-1B64-41F5-AAF5-FB55560F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615622C4-C968-4832-AF46-38F93AA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34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67">
            <a:extLst xmlns:a="http://schemas.openxmlformats.org/drawingml/2006/main">
              <a:ext uri="{FF2B5EF4-FFF2-40B4-BE49-F238E27FC236}">
                <a16:creationId xmlns:a16="http://schemas.microsoft.com/office/drawing/2014/main" id="{A3519D50-F8B9-4BCC-80D1-757D62BA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8">
            <a:extLst xmlns:a="http://schemas.openxmlformats.org/drawingml/2006/main">
              <a:ext uri="{FF2B5EF4-FFF2-40B4-BE49-F238E27FC236}">
                <a16:creationId xmlns:a16="http://schemas.microsoft.com/office/drawing/2014/main" id="{A4A08799-0DCE-4313-8FE1-CF6FE065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테이블이 참조하는 파일 확인</a:t>
            </a:r>
          </a:p>
        </p:txBody>
      </p:sp>
      <p:sp>
        <p:nvSpPr>
          <p:cNvPr id="3" name="text-69">
            <a:extLst xmlns:a="http://schemas.openxmlformats.org/drawingml/2006/main">
              <a:ext uri="{FF2B5EF4-FFF2-40B4-BE49-F238E27FC236}">
                <a16:creationId xmlns:a16="http://schemas.microsoft.com/office/drawing/2014/main" id="{90848B3C-D308-46AB-9BF9-BDD913B8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Iceberg files 메타데이터 테이블</a:t>
            </a:r>
          </a:p>
        </p:txBody>
      </p:sp>
      <p:sp>
        <p:nvSpPr>
          <p:cNvPr id="4" name="panel-70">
            <a:extLst xmlns:a="http://schemas.openxmlformats.org/drawingml/2006/main">
              <a:ext uri="{FF2B5EF4-FFF2-40B4-BE49-F238E27FC236}">
                <a16:creationId xmlns:a16="http://schemas.microsoft.com/office/drawing/2014/main" id="{B5BC696E-2D32-4AB7-823F-7BB86157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71">
            <a:extLst xmlns:a="http://schemas.openxmlformats.org/drawingml/2006/main">
              <a:ext uri="{FF2B5EF4-FFF2-40B4-BE49-F238E27FC236}">
                <a16:creationId xmlns:a16="http://schemas.microsoft.com/office/drawing/2014/main" id="{B6618537-F426-4DE7-BE68-76AF93AB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file_path, file_format, record_count, file_size_in_bytes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lake.bronze.cdc_events.files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content = 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file_path LIMIT 10;</a:t>
            </a:r>
          </a:p>
        </p:txBody>
      </p:sp>
      <p:sp>
        <p:nvSpPr>
          <p:cNvPr id="6" name="panel-72">
            <a:extLst xmlns:a="http://schemas.openxmlformats.org/drawingml/2006/main">
              <a:ext uri="{FF2B5EF4-FFF2-40B4-BE49-F238E27FC236}">
                <a16:creationId xmlns:a16="http://schemas.microsoft.com/office/drawing/2014/main" id="{B7E8C47E-C88B-4D50-88B0-05F0A46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73">
            <a:extLst xmlns:a="http://schemas.openxmlformats.org/drawingml/2006/main">
              <a:ext uri="{FF2B5EF4-FFF2-40B4-BE49-F238E27FC236}">
                <a16:creationId xmlns:a16="http://schemas.microsoft.com/office/drawing/2014/main" id="{602ECE82-E540-4EDF-8F5D-4FD189D7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files의 record_count는 파일 전체 행 수입니다. 이번 환불 행 수와 구분합니다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0EE2C-4C9D-4D42-9D50-94339AE2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74">
            <a:extLst xmlns:a="http://schemas.openxmlformats.org/drawingml/2006/main">
              <a:ext uri="{FF2B5EF4-FFF2-40B4-BE49-F238E27FC236}">
                <a16:creationId xmlns:a16="http://schemas.microsoft.com/office/drawing/2014/main" id="{F86A517D-9B4D-4124-AC78-642EF365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75">
            <a:extLst xmlns:a="http://schemas.openxmlformats.org/drawingml/2006/main">
              <a:ext uri="{FF2B5EF4-FFF2-40B4-BE49-F238E27FC236}">
                <a16:creationId xmlns:a16="http://schemas.microsoft.com/office/drawing/2014/main" id="{F3C077AA-EDF8-4BFB-AC84-32F26D57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736724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파일의 내용까지 확인</a:t>
            </a:r>
          </a:p>
        </p:txBody>
      </p:sp>
      <p:sp>
        <p:nvSpPr>
          <p:cNvPr id="3" name="panel-78">
            <a:extLst xmlns:a="http://schemas.openxmlformats.org/drawingml/2006/main">
              <a:ext uri="{FF2B5EF4-FFF2-40B4-BE49-F238E27FC236}">
                <a16:creationId xmlns:a16="http://schemas.microsoft.com/office/drawing/2014/main" id="{DEC3DCB3-E969-4E0A-826F-7C21B158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87A25B43-6470-4CBD-9A40-BEBF94C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SQL</a:t>
            </a:r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E5EC01D9-BDDE-4EB0-BB2E-0BA03693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대상 행 + 파일 경로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F61E2-3FF5-4037-866A-3FD984E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81">
            <a:extLst xmlns:a="http://schemas.openxmlformats.org/drawingml/2006/main">
              <a:ext uri="{FF2B5EF4-FFF2-40B4-BE49-F238E27FC236}">
                <a16:creationId xmlns:a16="http://schemas.microsoft.com/office/drawing/2014/main" id="{FA7316FF-C1B8-4180-93A3-8B20AC29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82">
            <a:extLst xmlns:a="http://schemas.openxmlformats.org/drawingml/2006/main">
              <a:ext uri="{FF2B5EF4-FFF2-40B4-BE49-F238E27FC236}">
                <a16:creationId xmlns:a16="http://schemas.microsoft.com/office/drawing/2014/main" id="{3C3D5A1B-CA1D-4146-A045-0C990C5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files 메타데이터</a:t>
            </a:r>
          </a:p>
        </p:txBody>
      </p:sp>
      <p:sp>
        <p:nvSpPr>
          <p:cNvPr id="9" name="text-83">
            <a:extLst xmlns:a="http://schemas.openxmlformats.org/drawingml/2006/main">
              <a:ext uri="{FF2B5EF4-FFF2-40B4-BE49-F238E27FC236}">
                <a16:creationId xmlns:a16="http://schemas.microsoft.com/office/drawing/2014/main" id="{600C2AC9-5F30-4415-97CF-39523D84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파일 참조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A98F7-91BE-48EB-9E60-5084FB7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84">
            <a:extLst xmlns:a="http://schemas.openxmlformats.org/drawingml/2006/main">
              <a:ext uri="{FF2B5EF4-FFF2-40B4-BE49-F238E27FC236}">
                <a16:creationId xmlns:a16="http://schemas.microsoft.com/office/drawing/2014/main" id="{77906194-B714-42BA-AA5E-FB91F9F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2143A368-DB83-4776-BA6A-CDA1D05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데이터 파일</a:t>
            </a:r>
          </a:p>
        </p:txBody>
      </p:sp>
      <p:sp>
        <p:nvSpPr>
          <p:cNvPr id="13" name="text-86">
            <a:extLst xmlns:a="http://schemas.openxmlformats.org/drawingml/2006/main">
              <a:ext uri="{FF2B5EF4-FFF2-40B4-BE49-F238E27FC236}">
                <a16:creationId xmlns:a16="http://schemas.microsoft.com/office/drawing/2014/main" id="{23261558-F1F8-4BD2-9CBA-6A1786B6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실제 Parquet 읽기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031F0-636E-454F-B0E0-8131C10E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87">
            <a:extLst xmlns:a="http://schemas.openxmlformats.org/drawingml/2006/main">
              <a:ext uri="{FF2B5EF4-FFF2-40B4-BE49-F238E27FC236}">
                <a16:creationId xmlns:a16="http://schemas.microsoft.com/office/drawing/2014/main" id="{ABE87957-D254-4D83-8A36-3609B36A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88">
            <a:extLst xmlns:a="http://schemas.openxmlformats.org/drawingml/2006/main">
              <a:ext uri="{FF2B5EF4-FFF2-40B4-BE49-F238E27FC236}">
                <a16:creationId xmlns:a16="http://schemas.microsoft.com/office/drawing/2014/main" id="{E02030BF-3E61-4D12-9FAA-E97F5C86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내용 대조</a:t>
            </a:r>
          </a:p>
        </p:txBody>
      </p:sp>
      <p:sp>
        <p:nvSpPr>
          <p:cNvPr id="17" name="text-89">
            <a:extLst xmlns:a="http://schemas.openxmlformats.org/drawingml/2006/main">
              <a:ext uri="{FF2B5EF4-FFF2-40B4-BE49-F238E27FC236}">
                <a16:creationId xmlns:a16="http://schemas.microsoft.com/office/drawing/2014/main" id="{364AD4DE-32A3-4E91-8C39-C6AD8B20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payload · 위치</a:t>
            </a:r>
          </a:p>
        </p:txBody>
      </p:sp>
      <p:sp>
        <p:nvSpPr>
          <p:cNvPr id="18" name="panel-90">
            <a:extLst xmlns:a="http://schemas.openxmlformats.org/drawingml/2006/main">
              <a:ext uri="{FF2B5EF4-FFF2-40B4-BE49-F238E27FC236}">
                <a16:creationId xmlns:a16="http://schemas.microsoft.com/office/drawing/2014/main" id="{875AC341-6457-4925-BECC-851136F7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91">
            <a:extLst xmlns:a="http://schemas.openxmlformats.org/drawingml/2006/main">
              <a:ext uri="{FF2B5EF4-FFF2-40B4-BE49-F238E27FC236}">
                <a16:creationId xmlns:a16="http://schemas.microsoft.com/office/drawing/2014/main" id="{498554F4-F39B-4A55-93F1-0A8AD773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metadata.json이나 파일 이름을 보는 데서 끝내지 않습니다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6F64003C-1230-4BA0-90DA-D8CADF9E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95">
            <a:extLst xmlns:a="http://schemas.openxmlformats.org/drawingml/2006/main">
              <a:ext uri="{FF2B5EF4-FFF2-40B4-BE49-F238E27FC236}">
                <a16:creationId xmlns:a16="http://schemas.microsoft.com/office/drawing/2014/main" id="{BE06514B-C039-4489-8A1A-A63ACF20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확인에서 구분할 것</a:t>
            </a:r>
          </a:p>
        </p:txBody>
      </p:sp>
      <p:sp>
        <p:nvSpPr>
          <p:cNvPr id="3" name="panel-96">
            <a:extLst xmlns:a="http://schemas.openxmlformats.org/drawingml/2006/main">
              <a:ext uri="{FF2B5EF4-FFF2-40B4-BE49-F238E27FC236}">
                <a16:creationId xmlns:a16="http://schemas.microsoft.com/office/drawing/2014/main" id="{0A01620D-8596-4292-BBA0-DEC398D4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1AA2134C-C85C-4E66-BFCC-4C6C804B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5" name="text-98">
            <a:extLst xmlns:a="http://schemas.openxmlformats.org/drawingml/2006/main">
              <a:ext uri="{FF2B5EF4-FFF2-40B4-BE49-F238E27FC236}">
                <a16:creationId xmlns:a16="http://schemas.microsoft.com/office/drawing/2014/main" id="{F94BCF65-2D1B-4334-9D33-96268A69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 각각이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Bronze의 한 이력</a:t>
            </a:r>
          </a:p>
        </p:txBody>
      </p:sp>
      <p:sp>
        <p:nvSpPr>
          <p:cNvPr id="6" name="panel-99">
            <a:extLst xmlns:a="http://schemas.openxmlformats.org/drawingml/2006/main">
              <a:ext uri="{FF2B5EF4-FFF2-40B4-BE49-F238E27FC236}">
                <a16:creationId xmlns:a16="http://schemas.microsoft.com/office/drawing/2014/main" id="{8E7A3948-B700-4BF9-9BF2-1F04A550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00">
            <a:extLst xmlns:a="http://schemas.openxmlformats.org/drawingml/2006/main">
              <a:ext uri="{FF2B5EF4-FFF2-40B4-BE49-F238E27FC236}">
                <a16:creationId xmlns:a16="http://schemas.microsoft.com/office/drawing/2014/main" id="{D177E7DE-7CBB-4A8E-A675-9CF12270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데이터 파일</a:t>
            </a:r>
          </a:p>
        </p:txBody>
      </p:sp>
      <p:sp>
        <p:nvSpPr>
          <p:cNvPr id="8" name="text-101">
            <a:extLst xmlns:a="http://schemas.openxmlformats.org/drawingml/2006/main">
              <a:ext uri="{FF2B5EF4-FFF2-40B4-BE49-F238E27FC236}">
                <a16:creationId xmlns:a16="http://schemas.microsoft.com/office/drawing/2014/main" id="{2E14DB25-7E36-45FA-B94C-3ADF8456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여러 키·이벤트가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같이 들어갈 수 있음</a:t>
            </a:r>
          </a:p>
        </p:txBody>
      </p:sp>
      <p:sp>
        <p:nvSpPr>
          <p:cNvPr id="9" name="panel-102">
            <a:extLst xmlns:a="http://schemas.openxmlformats.org/drawingml/2006/main">
              <a:ext uri="{FF2B5EF4-FFF2-40B4-BE49-F238E27FC236}">
                <a16:creationId xmlns:a16="http://schemas.microsoft.com/office/drawing/2014/main" id="{998134D2-8E71-4E38-8DEF-33CC8CDE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03">
            <a:extLst xmlns:a="http://schemas.openxmlformats.org/drawingml/2006/main">
              <a:ext uri="{FF2B5EF4-FFF2-40B4-BE49-F238E27FC236}">
                <a16:creationId xmlns:a16="http://schemas.microsoft.com/office/drawing/2014/main" id="{E9C37465-9A05-4456-81A9-B0E7F30B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snapshot</a:t>
            </a:r>
          </a:p>
        </p:txBody>
      </p:sp>
      <p:sp>
        <p:nvSpPr>
          <p:cNvPr id="11" name="text-104">
            <a:extLst xmlns:a="http://schemas.openxmlformats.org/drawingml/2006/main">
              <a:ext uri="{FF2B5EF4-FFF2-40B4-BE49-F238E27FC236}">
                <a16:creationId xmlns:a16="http://schemas.microsoft.com/office/drawing/2014/main" id="{7D0B2B57-BC53-4FA4-B402-AC30B922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테이블이 참조하는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집합의 버전</a:t>
            </a:r>
          </a:p>
        </p:txBody>
      </p:sp>
      <p:sp>
        <p:nvSpPr>
          <p:cNvPr id="12" name="panel-105">
            <a:extLst xmlns:a="http://schemas.openxmlformats.org/drawingml/2006/main">
              <a:ext uri="{FF2B5EF4-FFF2-40B4-BE49-F238E27FC236}">
                <a16:creationId xmlns:a16="http://schemas.microsoft.com/office/drawing/2014/main" id="{C5C73703-52AF-4216-825D-DCAC6830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06">
            <a:extLst xmlns:a="http://schemas.openxmlformats.org/drawingml/2006/main">
              <a:ext uri="{FF2B5EF4-FFF2-40B4-BE49-F238E27FC236}">
                <a16:creationId xmlns:a16="http://schemas.microsoft.com/office/drawing/2014/main" id="{73BC5D04-C1DF-41ED-A6EA-9B4C5BB1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DML 한 번 = 파일 한 개 = snapshot 한 개로 가정하지 않습니다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11BAA-3049-4ECB-A2D3-FDD055D5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3DFAAF0E-7F9B-436C-B4C1-9892D3D4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3F0A693C-8E48-41EC-A880-4E320C90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2075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3E1FE09C-98F1-4898-BD67-6DD7813F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0">
            <a:extLst xmlns:a="http://schemas.openxmlformats.org/drawingml/2006/main">
              <a:ext uri="{FF2B5EF4-FFF2-40B4-BE49-F238E27FC236}">
                <a16:creationId xmlns:a16="http://schemas.microsoft.com/office/drawing/2014/main" id="{25653852-04A1-4A0D-95DD-822087D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PostgreSQL에서 확인할 수집 조건</a:t>
            </a:r>
          </a:p>
        </p:txBody>
      </p:sp>
      <p:sp>
        <p:nvSpPr>
          <p:cNvPr id="3" name="panel-111">
            <a:extLst xmlns:a="http://schemas.openxmlformats.org/drawingml/2006/main">
              <a:ext uri="{FF2B5EF4-FFF2-40B4-BE49-F238E27FC236}">
                <a16:creationId xmlns:a16="http://schemas.microsoft.com/office/drawing/2014/main" id="{46436730-311D-4231-BF55-6C5C5EA9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12">
            <a:extLst xmlns:a="http://schemas.openxmlformats.org/drawingml/2006/main">
              <a:ext uri="{FF2B5EF4-FFF2-40B4-BE49-F238E27FC236}">
                <a16:creationId xmlns:a16="http://schemas.microsoft.com/office/drawing/2014/main" id="{F5A56689-0262-48D8-92CA-A7AA1B01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wal_level</a:t>
            </a:r>
          </a:p>
        </p:txBody>
      </p:sp>
      <p:sp>
        <p:nvSpPr>
          <p:cNvPr id="5" name="text-113">
            <a:extLst xmlns:a="http://schemas.openxmlformats.org/drawingml/2006/main">
              <a:ext uri="{FF2B5EF4-FFF2-40B4-BE49-F238E27FC236}">
                <a16:creationId xmlns:a16="http://schemas.microsoft.com/office/drawing/2014/main" id="{3686DA2F-24F9-449B-BB4C-04DE6F8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WAL에 남길 변경 정보 수준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CDC 필요 조건: logical</a:t>
            </a:r>
          </a:p>
        </p:txBody>
      </p:sp>
      <p:sp>
        <p:nvSpPr>
          <p:cNvPr id="6" name="panel-114">
            <a:extLst xmlns:a="http://schemas.openxmlformats.org/drawingml/2006/main">
              <a:ext uri="{FF2B5EF4-FFF2-40B4-BE49-F238E27FC236}">
                <a16:creationId xmlns:a16="http://schemas.microsoft.com/office/drawing/2014/main" id="{777E968E-ABED-4380-854B-3EBCF60C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B3E98C35-F352-42EE-960B-05B275E9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CE8886A9-B5B3-4008-BCA4-D0396F09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발행할 테이블과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종류의 범위</a:t>
            </a:r>
          </a:p>
        </p:txBody>
      </p:sp>
      <p:sp>
        <p:nvSpPr>
          <p:cNvPr id="9" name="panel-117">
            <a:extLst xmlns:a="http://schemas.openxmlformats.org/drawingml/2006/main">
              <a:ext uri="{FF2B5EF4-FFF2-40B4-BE49-F238E27FC236}">
                <a16:creationId xmlns:a16="http://schemas.microsoft.com/office/drawing/2014/main" id="{B9F1A74A-5D06-4CA9-A4C4-2CCE40FD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90EA417D-A538-4476-8250-CDA1A042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 identity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37E973EF-DD57-43F5-A3D6-AEE7631B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UPDATE·DELETE에서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행을 식별할 정보</a:t>
            </a:r>
          </a:p>
        </p:txBody>
      </p:sp>
      <p:sp>
        <p:nvSpPr>
          <p:cNvPr id="12" name="panel-120">
            <a:extLst xmlns:a="http://schemas.openxmlformats.org/drawingml/2006/main">
              <a:ext uri="{FF2B5EF4-FFF2-40B4-BE49-F238E27FC236}">
                <a16:creationId xmlns:a16="http://schemas.microsoft.com/office/drawing/2014/main" id="{6FC1C8BE-CE3C-4944-95AB-C6BB5B29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3" name="text-121">
            <a:extLst xmlns:a="http://schemas.openxmlformats.org/drawingml/2006/main">
              <a:ext uri="{FF2B5EF4-FFF2-40B4-BE49-F238E27FC236}">
                <a16:creationId xmlns:a16="http://schemas.microsoft.com/office/drawing/2014/main" id="{A083E692-03B3-42D6-A0A8-3AD3D304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replication slot</a:t>
            </a:r>
          </a:p>
        </p:txBody>
      </p:sp>
      <p:sp>
        <p:nvSpPr>
          <p:cNvPr id="14" name="text-122">
            <a:extLst xmlns:a="http://schemas.openxmlformats.org/drawingml/2006/main">
              <a:ext uri="{FF2B5EF4-FFF2-40B4-BE49-F238E27FC236}">
                <a16:creationId xmlns:a16="http://schemas.microsoft.com/office/drawing/2014/main" id="{DD746378-E7C0-4342-A662-695F1EA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소비 진행 위치와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필요한 WAL 보존</a:t>
            </a:r>
          </a:p>
        </p:txBody>
      </p:sp>
      <p:sp>
        <p:nvSpPr>
          <p:cNvPr id="15" name="panel-123">
            <a:extLst xmlns:a="http://schemas.openxmlformats.org/drawingml/2006/main">
              <a:ext uri="{FF2B5EF4-FFF2-40B4-BE49-F238E27FC236}">
                <a16:creationId xmlns:a16="http://schemas.microsoft.com/office/drawing/2014/main" id="{E760E8DA-E7E3-4643-82E4-EACF3AF0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124">
            <a:extLst xmlns:a="http://schemas.openxmlformats.org/drawingml/2006/main">
              <a:ext uri="{FF2B5EF4-FFF2-40B4-BE49-F238E27FC236}">
                <a16:creationId xmlns:a16="http://schemas.microsoft.com/office/drawing/2014/main" id="{6B35ABA0-E5AF-42A1-A791-D62FD1BE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이름이 비슷해도 역할은 다릅니다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E20BB-92EA-46F7-88C9-364861CF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8" name="text-125">
            <a:extLst xmlns:a="http://schemas.openxmlformats.org/drawingml/2006/main">
              <a:ext uri="{FF2B5EF4-FFF2-40B4-BE49-F238E27FC236}">
                <a16:creationId xmlns:a16="http://schemas.microsoft.com/office/drawing/2014/main" id="{080F8033-ABE0-435A-9094-B02DE16C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9" name="text-126">
            <a:extLst xmlns:a="http://schemas.openxmlformats.org/drawingml/2006/main">
              <a:ext uri="{FF2B5EF4-FFF2-40B4-BE49-F238E27FC236}">
                <a16:creationId xmlns:a16="http://schemas.microsoft.com/office/drawing/2014/main" id="{F38A397F-7150-45EE-8839-B5C000F0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47062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53BD79B2-54D2-498F-B0D1-48159A69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28">
            <a:extLst xmlns:a="http://schemas.openxmlformats.org/drawingml/2006/main">
              <a:ext uri="{FF2B5EF4-FFF2-40B4-BE49-F238E27FC236}">
                <a16:creationId xmlns:a16="http://schemas.microsoft.com/office/drawing/2014/main" id="{E8DE7184-96EA-4209-8BD5-FBD1ECB8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조건 1 · wal_level = logical 확인</a:t>
            </a:r>
          </a:p>
        </p:txBody>
      </p:sp>
      <p:sp>
        <p:nvSpPr>
          <p:cNvPr id="3" name="text-129">
            <a:extLst xmlns:a="http://schemas.openxmlformats.org/drawingml/2006/main">
              <a:ext uri="{FF2B5EF4-FFF2-40B4-BE49-F238E27FC236}">
                <a16:creationId xmlns:a16="http://schemas.microsoft.com/office/drawing/2014/main" id="{74C9CDC4-610E-4496-8F32-800F309F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app · 읽기 전용 조회</a:t>
            </a:r>
          </a:p>
        </p:txBody>
      </p:sp>
      <p:sp>
        <p:nvSpPr>
          <p:cNvPr id="4" name="panel-130">
            <a:extLst xmlns:a="http://schemas.openxmlformats.org/drawingml/2006/main">
              <a:ext uri="{FF2B5EF4-FFF2-40B4-BE49-F238E27FC236}">
                <a16:creationId xmlns:a16="http://schemas.microsoft.com/office/drawing/2014/main" id="{7AF212A1-76E8-4F4D-BD97-2C0C2769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31">
            <a:extLst xmlns:a="http://schemas.openxmlformats.org/drawingml/2006/main">
              <a:ext uri="{FF2B5EF4-FFF2-40B4-BE49-F238E27FC236}">
                <a16:creationId xmlns:a16="http://schemas.microsoft.com/office/drawing/2014/main" id="{5D58B04D-F91A-4712-ABAE-9D17139C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현재 PostgreSQL의 WAL 기록 수준 확인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SHOW wal_level;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[참고] wal_level 3단계 비교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minimal : 비정상 종료 복구에 필요한 최소 정보만 기록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replica : 물리 복제 · 시점 복구(PITR)용 기록 (PG 기본값)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logical : 행 단위 변경(CDC)을 해독할 논리 정보까지 추가 기록</a:t>
            </a:r>
          </a:p>
        </p:txBody>
      </p:sp>
      <p:sp>
        <p:nvSpPr>
          <p:cNvPr id="6" name="panel-132">
            <a:extLst xmlns:a="http://schemas.openxmlformats.org/drawingml/2006/main">
              <a:ext uri="{FF2B5EF4-FFF2-40B4-BE49-F238E27FC236}">
                <a16:creationId xmlns:a16="http://schemas.microsoft.com/office/drawing/2014/main" id="{A0A87BE0-FBD0-4A40-8C01-2BAE6556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33">
            <a:extLst xmlns:a="http://schemas.openxmlformats.org/drawingml/2006/main">
              <a:ext uri="{FF2B5EF4-FFF2-40B4-BE49-F238E27FC236}">
                <a16:creationId xmlns:a16="http://schemas.microsoft.com/office/drawing/2014/main" id="{221CCFED-9777-48FD-8B29-29FC04DB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SHOW는 현재 값을 조회하는 명령입니다 · 이번 실습의 기대값은 logical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wal_level은 논리 디코딩에 필요한 기록 수준, publication은 발행 범위를 정합니다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F70D4-E47B-4577-A70D-0E3081D1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34">
            <a:extLst xmlns:a="http://schemas.openxmlformats.org/drawingml/2006/main">
              <a:ext uri="{FF2B5EF4-FFF2-40B4-BE49-F238E27FC236}">
                <a16:creationId xmlns:a16="http://schemas.microsoft.com/office/drawing/2014/main" id="{B0932145-1681-4535-AE12-DFD56FCF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35">
            <a:extLst xmlns:a="http://schemas.openxmlformats.org/drawingml/2006/main">
              <a:ext uri="{FF2B5EF4-FFF2-40B4-BE49-F238E27FC236}">
                <a16:creationId xmlns:a16="http://schemas.microsoft.com/office/drawing/2014/main" id="{508F8F78-D8AD-4CDB-A670-8C8DBFD7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587431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publication: 발행할 테이블과 변경 종류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발행 대상 테이블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cdc_lab publication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public.orders · 주문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public.payments · 결제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public.refunds · 환불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발행할 변경 종류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INSERT · UPDATE · DELETE · TRUNCATE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종류별 발행 여부 선택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cdc_lab은 네 가지 모두 허용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확인할 변경은 생성·수정·삭제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publication은 어떤 테이블의 어떤 변경을 발행할지 정하는 PostgreSQL 설정입니다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설정만으로 전송이 시작되지는 않으며, Debezium 같은 소비자가 연결해 읽어야 합니다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36">
            <a:extLst xmlns:a="http://schemas.openxmlformats.org/drawingml/2006/main">
              <a:ext uri="{FF2B5EF4-FFF2-40B4-BE49-F238E27FC236}">
                <a16:creationId xmlns:a16="http://schemas.microsoft.com/office/drawing/2014/main" id="{251D5B71-0B14-4844-86CE-786C1568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37">
            <a:extLst xmlns:a="http://schemas.openxmlformats.org/drawingml/2006/main">
              <a:ext uri="{FF2B5EF4-FFF2-40B4-BE49-F238E27FC236}">
                <a16:creationId xmlns:a16="http://schemas.microsoft.com/office/drawing/2014/main" id="{046F2764-D74B-41C6-A574-CE92C411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cdc_lab의 발행 범위 확인</a:t>
            </a:r>
          </a:p>
        </p:txBody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D52BCECF-5FD5-4CC5-A3A0-2FBB0CC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app · 읽기 전용 조회</a:t>
            </a:r>
          </a:p>
        </p:txBody>
      </p:sp>
      <p:sp>
        <p:nvSpPr>
          <p:cNvPr id="4" name="panel-139">
            <a:extLst xmlns:a="http://schemas.openxmlformats.org/drawingml/2006/main">
              <a:ext uri="{FF2B5EF4-FFF2-40B4-BE49-F238E27FC236}">
                <a16:creationId xmlns:a16="http://schemas.microsoft.com/office/drawing/2014/main" id="{BF636257-467E-4A73-8F7A-C86B38BE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40">
            <a:extLst xmlns:a="http://schemas.openxmlformats.org/drawingml/2006/main">
              <a:ext uri="{FF2B5EF4-FFF2-40B4-BE49-F238E27FC236}">
                <a16:creationId xmlns:a16="http://schemas.microsoft.com/office/drawing/2014/main" id="{631EAD3B-89C7-4EB9-B2CE-A0EA3A1C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-- 1) 어떤 테이블을 발행하는가? (3행 확인)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schemaname, tablename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pg_publication_tables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pubname = 'cdc_lab';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-- 2) 어떤 변경 종류를 허용하는가? (4개 플래그 확인)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pubname, pubinsert, pubupdate, pubdelete, pubtruncate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pg_publication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pubname = 'cdc_lab';</a:t>
            </a:r>
          </a:p>
        </p:txBody>
      </p:sp>
      <p:sp>
        <p:nvSpPr>
          <p:cNvPr id="6" name="panel-141">
            <a:extLst xmlns:a="http://schemas.openxmlformats.org/drawingml/2006/main">
              <a:ext uri="{FF2B5EF4-FFF2-40B4-BE49-F238E27FC236}">
                <a16:creationId xmlns:a16="http://schemas.microsoft.com/office/drawing/2014/main" id="{BD6AF5FA-732B-48FC-985E-9A835B02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42">
            <a:extLst xmlns:a="http://schemas.openxmlformats.org/drawingml/2006/main">
              <a:ext uri="{FF2B5EF4-FFF2-40B4-BE49-F238E27FC236}">
                <a16:creationId xmlns:a16="http://schemas.microsoft.com/office/drawing/2014/main" id="{BC256360-5564-4441-B684-06618A4C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pg_publication_tables: 발행 대상 테이블 · pg_publication: 허용 변경 종류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예제는 public 스키마의 세 테이블, 네 가지 변경 플래그는 모두 true입니다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6C3EE-E1C1-4C2B-AD0B-F8F8713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43">
            <a:extLst xmlns:a="http://schemas.openxmlformats.org/drawingml/2006/main">
              <a:ext uri="{FF2B5EF4-FFF2-40B4-BE49-F238E27FC236}">
                <a16:creationId xmlns:a16="http://schemas.microsoft.com/office/drawing/2014/main" id="{5105DBCE-2348-48CA-B046-742850A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44">
            <a:extLst xmlns:a="http://schemas.openxmlformats.org/drawingml/2006/main">
              <a:ext uri="{FF2B5EF4-FFF2-40B4-BE49-F238E27FC236}">
                <a16:creationId xmlns:a16="http://schemas.microsoft.com/office/drawing/2014/main" id="{F6BC1271-2668-4788-B8F3-DE58C18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765426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36">
            <a:extLst xmlns:a="http://schemas.openxmlformats.org/drawingml/2006/main">
              <a:ext uri="{FF2B5EF4-FFF2-40B4-BE49-F238E27FC236}">
                <a16:creationId xmlns:a16="http://schemas.microsoft.com/office/drawing/2014/main" id="{251D5B71-0B14-4844-86CE-786C1568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37">
            <a:extLst xmlns:a="http://schemas.openxmlformats.org/drawingml/2006/main">
              <a:ext uri="{FF2B5EF4-FFF2-40B4-BE49-F238E27FC236}">
                <a16:creationId xmlns:a16="http://schemas.microsoft.com/office/drawing/2014/main" id="{046F2764-D74B-41C6-A574-CE92C411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금액은 어떤 설정으로 관찰할까요?</a:t>
            </a:r>
          </a:p>
        </p:txBody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D52BCECF-5FD5-4CC5-A3A0-2FBB0CC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현재 설정 조회</a:t>
            </a:r>
          </a:p>
        </p:txBody>
      </p:sp>
      <p:sp>
        <p:nvSpPr>
          <p:cNvPr id="4" name="panel-139">
            <a:extLst xmlns:a="http://schemas.openxmlformats.org/drawingml/2006/main">
              <a:ext uri="{FF2B5EF4-FFF2-40B4-BE49-F238E27FC236}">
                <a16:creationId xmlns:a16="http://schemas.microsoft.com/office/drawing/2014/main" id="{BF636257-467E-4A73-8F7A-C86B38BE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40">
            <a:extLst xmlns:a="http://schemas.openxmlformats.org/drawingml/2006/main">
              <a:ext uri="{FF2B5EF4-FFF2-40B4-BE49-F238E27FC236}">
                <a16:creationId xmlns:a16="http://schemas.microsoft.com/office/drawing/2014/main" id="{631EAD3B-89C7-4EB9-B2CE-A0EA3A1C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c.relname, c.relreplident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pg_class c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JOIN pg_namespace n ON n.oid = c.relnamespace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n.nspname = 'public'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c.relname IN ('orders', 'payments', 'refunds');</a:t>
            </a:r>
          </a:p>
        </p:txBody>
      </p:sp>
      <p:sp>
        <p:nvSpPr>
          <p:cNvPr id="6" name="panel-141">
            <a:extLst xmlns:a="http://schemas.openxmlformats.org/drawingml/2006/main">
              <a:ext uri="{FF2B5EF4-FFF2-40B4-BE49-F238E27FC236}">
                <a16:creationId xmlns:a16="http://schemas.microsoft.com/office/drawing/2014/main" id="{BD6AF5FA-732B-48FC-985E-9A835B02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42">
            <a:extLst xmlns:a="http://schemas.openxmlformats.org/drawingml/2006/main">
              <a:ext uri="{FF2B5EF4-FFF2-40B4-BE49-F238E27FC236}">
                <a16:creationId xmlns:a16="http://schemas.microsoft.com/office/drawing/2014/main" id="{BC256360-5564-4441-B684-06618A4C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실습은 relreplident = f, REPLICA IDENTITY FULL입니다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6C3EE-E1C1-4C2B-AD0B-F8F8713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43">
            <a:extLst xmlns:a="http://schemas.openxmlformats.org/drawingml/2006/main">
              <a:ext uri="{FF2B5EF4-FFF2-40B4-BE49-F238E27FC236}">
                <a16:creationId xmlns:a16="http://schemas.microsoft.com/office/drawing/2014/main" id="{5105DBCE-2348-48CA-B046-742850A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44">
            <a:extLst xmlns:a="http://schemas.openxmlformats.org/drawingml/2006/main">
              <a:ext uri="{FF2B5EF4-FFF2-40B4-BE49-F238E27FC236}">
                <a16:creationId xmlns:a16="http://schemas.microsoft.com/office/drawing/2014/main" id="{F6BC1271-2668-4788-B8F3-DE58C18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765426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45">
            <a:extLst xmlns:a="http://schemas.openxmlformats.org/drawingml/2006/main">
              <a:ext uri="{FF2B5EF4-FFF2-40B4-BE49-F238E27FC236}">
                <a16:creationId xmlns:a16="http://schemas.microsoft.com/office/drawing/2014/main" id="{AE34C0C4-6BA9-4F3A-A09F-C0541D49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46">
            <a:extLst xmlns:a="http://schemas.openxmlformats.org/drawingml/2006/main">
              <a:ext uri="{FF2B5EF4-FFF2-40B4-BE49-F238E27FC236}">
                <a16:creationId xmlns:a16="http://schemas.microsoft.com/office/drawing/2014/main" id="{5932598D-8C9B-4AA3-9B3C-322CC108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slot의 두 위치와 WAL 보존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6CA72-F3BD-4205-8C2A-86E2E3A6B762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읽을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active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slot을 스트리밍하는 소비자가 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restart_lsn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slot이 아직 필요로 할 수 있는 가장 오래된 WAL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confirmed_flush_lsn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논리 slot 소비자가 수신을 확인한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wal_status (참고)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뷰의 WAL 가용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47">
            <a:extLst xmlns:a="http://schemas.openxmlformats.org/drawingml/2006/main">
              <a:ext uri="{FF2B5EF4-FFF2-40B4-BE49-F238E27FC236}">
                <a16:creationId xmlns:a16="http://schemas.microsoft.com/office/drawing/2014/main" id="{8728C318-3CBA-4D17-A451-D98019A5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48">
            <a:extLst xmlns:a="http://schemas.openxmlformats.org/drawingml/2006/main">
              <a:ext uri="{FF2B5EF4-FFF2-40B4-BE49-F238E27FC236}">
                <a16:creationId xmlns:a16="http://schemas.microsoft.com/office/drawing/2014/main" id="{A74565C2-DB66-4402-BF8D-3EEB0EB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confirmed_flush_lsn은 Iceberg 적재 완료 위치가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BBCBD-3729-49EB-A6E6-6F72E5D6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49">
            <a:extLst xmlns:a="http://schemas.openxmlformats.org/drawingml/2006/main">
              <a:ext uri="{FF2B5EF4-FFF2-40B4-BE49-F238E27FC236}">
                <a16:creationId xmlns:a16="http://schemas.microsoft.com/office/drawing/2014/main" id="{1DC17D58-D849-4327-854E-23B114C1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50">
            <a:extLst xmlns:a="http://schemas.openxmlformats.org/drawingml/2006/main">
              <a:ext uri="{FF2B5EF4-FFF2-40B4-BE49-F238E27FC236}">
                <a16:creationId xmlns:a16="http://schemas.microsoft.com/office/drawing/2014/main" id="{D3AEA87E-027F-44C3-B58C-69076DE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337669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5">
            <a:extLst xmlns:a="http://schemas.openxmlformats.org/drawingml/2006/main">
              <a:ext uri="{FF2B5EF4-FFF2-40B4-BE49-F238E27FC236}">
                <a16:creationId xmlns:a16="http://schemas.microsoft.com/office/drawing/2014/main" id="{4C4384F4-6B95-42EE-8ED4-D4A7CAA7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84A868A-A781-429C-9A1B-34E581A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Debezium이 Kafka 이벤트를 만드는 과정</a:t>
            </a:r>
          </a:p>
        </p:txBody>
      </p:sp>
      <p:sp>
        <p:nvSpPr>
          <p:cNvPr id="3" name="panel-27">
            <a:extLst xmlns:a="http://schemas.openxmlformats.org/drawingml/2006/main">
              <a:ext uri="{FF2B5EF4-FFF2-40B4-BE49-F238E27FC236}">
                <a16:creationId xmlns:a16="http://schemas.microsoft.com/office/drawing/2014/main" id="{3C1EB22D-F609-4850-BC81-B93E0673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CB275194-9EA5-46AE-8A47-2818341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5B5E6F83-EAD2-4B82-89C7-EA99DCD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WAL · pgoutput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발행 범위 · slot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4761-3DEA-4EB5-A622-A370BA82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30">
            <a:extLst xmlns:a="http://schemas.openxmlformats.org/drawingml/2006/main">
              <a:ext uri="{FF2B5EF4-FFF2-40B4-BE49-F238E27FC236}">
                <a16:creationId xmlns:a16="http://schemas.microsoft.com/office/drawing/2014/main" id="{CBECA698-CABB-4789-8934-C4EA3597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0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00BDA40B-4606-4328-9C8F-A8A7BDB9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8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Task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1C87C0DD-24E9-4603-956C-0AA66C87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5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변경 스트림 수신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이벤트 구조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F1FDE-9DE8-4B56-8420-80106678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108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33">
            <a:extLst xmlns:a="http://schemas.openxmlformats.org/drawingml/2006/main">
              <a:ext uri="{FF2B5EF4-FFF2-40B4-BE49-F238E27FC236}">
                <a16:creationId xmlns:a16="http://schemas.microsoft.com/office/drawing/2014/main" id="{1310F6CF-311F-40BD-BAEC-7FC8845D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34">
            <a:extLst xmlns:a="http://schemas.openxmlformats.org/drawingml/2006/main">
              <a:ext uri="{FF2B5EF4-FFF2-40B4-BE49-F238E27FC236}">
                <a16:creationId xmlns:a16="http://schemas.microsoft.com/office/drawing/2014/main" id="{BC9E7D7A-E52F-4015-BE45-420D585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08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Converter</a:t>
            </a:r>
          </a:p>
        </p:txBody>
      </p:sp>
      <p:sp>
        <p:nvSpPr>
          <p:cNvPr id="13" name="text-35">
            <a:extLst xmlns:a="http://schemas.openxmlformats.org/drawingml/2006/main">
              <a:ext uri="{FF2B5EF4-FFF2-40B4-BE49-F238E27FC236}">
                <a16:creationId xmlns:a16="http://schemas.microsoft.com/office/drawing/2014/main" id="{173C559A-01D3-4C1B-85B5-57510F2A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56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key/value를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JSON으로 직렬화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F4491-4C67-4532-91F3-99286C8F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36">
            <a:extLst xmlns:a="http://schemas.openxmlformats.org/drawingml/2006/main">
              <a:ext uri="{FF2B5EF4-FFF2-40B4-BE49-F238E27FC236}">
                <a16:creationId xmlns:a16="http://schemas.microsoft.com/office/drawing/2014/main" id="{4C883AC8-E1CE-49D2-8A33-38C225B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FEC6D937-AB5D-45A8-94C1-6AB775AC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Producer</a:t>
            </a:r>
          </a:p>
        </p:txBody>
      </p:sp>
      <p:sp>
        <p:nvSpPr>
          <p:cNvPr id="17" name="text-38">
            <a:extLst xmlns:a="http://schemas.openxmlformats.org/drawingml/2006/main">
              <a:ext uri="{FF2B5EF4-FFF2-40B4-BE49-F238E27FC236}">
                <a16:creationId xmlns:a16="http://schemas.microsoft.com/office/drawing/2014/main" id="{380D5638-DCA1-4A44-8C66-3EBAB0F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236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Kafka 토픽으로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메시지 전송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57872-79F5-4D57-8558-40C827F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9" name="panel-39">
            <a:extLst xmlns:a="http://schemas.openxmlformats.org/drawingml/2006/main">
              <a:ext uri="{FF2B5EF4-FFF2-40B4-BE49-F238E27FC236}">
                <a16:creationId xmlns:a16="http://schemas.microsoft.com/office/drawing/2014/main" id="{3874A641-05D0-4043-BA16-C42B7E0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82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text-40">
            <a:extLst xmlns:a="http://schemas.openxmlformats.org/drawingml/2006/main">
              <a:ext uri="{FF2B5EF4-FFF2-40B4-BE49-F238E27FC236}">
                <a16:creationId xmlns:a16="http://schemas.microsoft.com/office/drawing/2014/main" id="{5A566097-B347-49C8-800E-275CB1B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9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21" name="text-41">
            <a:extLst xmlns:a="http://schemas.openxmlformats.org/drawingml/2006/main">
              <a:ext uri="{FF2B5EF4-FFF2-40B4-BE49-F238E27FC236}">
                <a16:creationId xmlns:a16="http://schemas.microsoft.com/office/drawing/2014/main" id="{BD1C58EB-26A7-484F-91F1-4ACAD268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17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테이블별 토픽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메시지 위치 부여</a:t>
            </a:r>
          </a:p>
        </p:txBody>
      </p:sp>
      <p:sp>
        <p:nvSpPr>
          <p:cNvPr id="22" name="panel-42">
            <a:extLst xmlns:a="http://schemas.openxmlformats.org/drawingml/2006/main">
              <a:ext uri="{FF2B5EF4-FFF2-40B4-BE49-F238E27FC236}">
                <a16:creationId xmlns:a16="http://schemas.microsoft.com/office/drawing/2014/main" id="{7191F72D-0813-4221-BAB3-9A86F1F7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text-43">
            <a:extLst xmlns:a="http://schemas.openxmlformats.org/drawingml/2006/main">
              <a:ext uri="{FF2B5EF4-FFF2-40B4-BE49-F238E27FC236}">
                <a16:creationId xmlns:a16="http://schemas.microsoft.com/office/drawing/2014/main" id="{4449A489-FDDA-43F8-AEE5-8619262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Task·Converter·Producer는 Kafka Connect worker 안에서 동작합니다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초기 snapshot은 기존 행을 r로, 이후 스트리밍은 행 변경을 c/u/d로 전달합니다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D7CCB-E841-497C-8472-573F2C07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5" name="text-44">
            <a:extLst xmlns:a="http://schemas.openxmlformats.org/drawingml/2006/main">
              <a:ext uri="{FF2B5EF4-FFF2-40B4-BE49-F238E27FC236}">
                <a16:creationId xmlns:a16="http://schemas.microsoft.com/office/drawing/2014/main" id="{8DEFE5D0-EAF6-4A6B-A347-D11F1D5C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6" name="text-45">
            <a:extLst xmlns:a="http://schemas.openxmlformats.org/drawingml/2006/main">
              <a:ext uri="{FF2B5EF4-FFF2-40B4-BE49-F238E27FC236}">
                <a16:creationId xmlns:a16="http://schemas.microsoft.com/office/drawing/2014/main" id="{B637CA98-5CAB-44FF-8F91-553B13C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793601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4ECED445-8E74-4A47-8C71-29F79E87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52">
            <a:extLst xmlns:a="http://schemas.openxmlformats.org/drawingml/2006/main">
              <a:ext uri="{FF2B5EF4-FFF2-40B4-BE49-F238E27FC236}">
                <a16:creationId xmlns:a16="http://schemas.microsoft.com/office/drawing/2014/main" id="{4378569A-35A3-4F5C-BD0B-9B15D6BE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설정과 실제 수집 범위</a:t>
            </a:r>
          </a:p>
        </p:txBody>
      </p:sp>
      <p:sp>
        <p:nvSpPr>
          <p:cNvPr id="3" name="text-153">
            <a:extLst xmlns:a="http://schemas.openxmlformats.org/drawingml/2006/main">
              <a:ext uri="{FF2B5EF4-FFF2-40B4-BE49-F238E27FC236}">
                <a16:creationId xmlns:a16="http://schemas.microsoft.com/office/drawing/2014/main" id="{1B90E15B-8F3B-478E-9A0A-9E473D7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실제 설정 중 학습에 필요한 항목만 표시</a:t>
            </a:r>
          </a:p>
        </p:txBody>
      </p:sp>
      <p:sp>
        <p:nvSpPr>
          <p:cNvPr id="4" name="panel-154">
            <a:extLst xmlns:a="http://schemas.openxmlformats.org/drawingml/2006/main">
              <a:ext uri="{FF2B5EF4-FFF2-40B4-BE49-F238E27FC236}">
                <a16:creationId xmlns:a16="http://schemas.microsoft.com/office/drawing/2014/main" id="{8EDC9951-7EDD-4ABE-BEE0-4A9D7D23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47995463-9B44-4F9E-BA83-EB1513BF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{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"plugin.name": "pgoutput",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"slot.name":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"publication.autocreate.mode": "disabled",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"table.include.list": "public.orders,public.payments,public.refunds",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"topic.prefix": "cdc",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"snapshot.mode": "initial",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"tombstones.on.delete": "true"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}</a:t>
            </a:r>
          </a:p>
        </p:txBody>
      </p:sp>
      <p:sp>
        <p:nvSpPr>
          <p:cNvPr id="6" name="panel-156">
            <a:extLst xmlns:a="http://schemas.openxmlformats.org/drawingml/2006/main">
              <a:ext uri="{FF2B5EF4-FFF2-40B4-BE49-F238E27FC236}">
                <a16:creationId xmlns:a16="http://schemas.microsoft.com/office/drawing/2014/main" id="{684E38B8-25BD-45ED-8CFD-281C8356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57">
            <a:extLst xmlns:a="http://schemas.openxmlformats.org/drawingml/2006/main">
              <a:ext uri="{FF2B5EF4-FFF2-40B4-BE49-F238E27FC236}">
                <a16:creationId xmlns:a16="http://schemas.microsoft.com/office/drawing/2014/main" id="{384920E5-B438-495B-8741-76294087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 · include list · 실제 이벤트를 함께 확인합니다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AD156-7B87-4A7C-8554-9EF642BD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58">
            <a:extLst xmlns:a="http://schemas.openxmlformats.org/drawingml/2006/main">
              <a:ext uri="{FF2B5EF4-FFF2-40B4-BE49-F238E27FC236}">
                <a16:creationId xmlns:a16="http://schemas.microsoft.com/office/drawing/2014/main" id="{2D526264-E62C-4AA6-9A77-6F40458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59">
            <a:extLst xmlns:a="http://schemas.openxmlformats.org/drawingml/2006/main">
              <a:ext uri="{FF2B5EF4-FFF2-40B4-BE49-F238E27FC236}">
                <a16:creationId xmlns:a16="http://schemas.microsoft.com/office/drawing/2014/main" id="{78D5814B-E598-4FCC-AE8A-146F285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3491135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5분 쉬고 이어가겠습니다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돌아오면 스냅샷 r과 작은 파서로 이벤트를 해석합니다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65">
            <a:extLst xmlns:a="http://schemas.openxmlformats.org/drawingml/2006/main">
              <a:ext uri="{FF2B5EF4-FFF2-40B4-BE49-F238E27FC236}">
                <a16:creationId xmlns:a16="http://schemas.microsoft.com/office/drawing/2014/main" id="{A8384078-A8F8-4B58-B5BA-39261E6A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66">
            <a:extLst xmlns:a="http://schemas.openxmlformats.org/drawingml/2006/main">
              <a:ext uri="{FF2B5EF4-FFF2-40B4-BE49-F238E27FC236}">
                <a16:creationId xmlns:a16="http://schemas.microsoft.com/office/drawing/2014/main" id="{F9622A8A-4EAB-4F35-9B0D-1072EB19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초기 스냅샷 r과 이후 c/u/d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C90AC-991B-4408-AF81-16525EC322C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무엇을 나타내는가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이번 시간의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스냅샷에서 읽은 현재 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보존된 실제 표본 또는 표시된 fixture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시작 이후 생성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행의 변경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30,000원으로 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삭제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값과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67">
            <a:extLst xmlns:a="http://schemas.openxmlformats.org/drawingml/2006/main">
              <a:ext uri="{FF2B5EF4-FFF2-40B4-BE49-F238E27FC236}">
                <a16:creationId xmlns:a16="http://schemas.microsoft.com/office/drawing/2014/main" id="{C3A7E7DB-2A3D-439F-8698-CA6DD58F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6011EC16-F340-4E8A-ADA0-388DE9B1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snapshot.mode=initial은 매 재시작마다 전체 스냅샷을 뜬다는 뜻이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229D1-783B-4100-9A9B-0766E7F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69">
            <a:extLst xmlns:a="http://schemas.openxmlformats.org/drawingml/2006/main">
              <a:ext uri="{FF2B5EF4-FFF2-40B4-BE49-F238E27FC236}">
                <a16:creationId xmlns:a16="http://schemas.microsoft.com/office/drawing/2014/main" id="{F95B0E85-6A97-4550-9925-2AC24D68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70">
            <a:extLst xmlns:a="http://schemas.openxmlformats.org/drawingml/2006/main">
              <a:ext uri="{FF2B5EF4-FFF2-40B4-BE49-F238E27FC236}">
                <a16:creationId xmlns:a16="http://schemas.microsoft.com/office/drawing/2014/main" id="{0B88F565-22E8-4A8D-A4A8-3990A32D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9025520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71">
            <a:extLst xmlns:a="http://schemas.openxmlformats.org/drawingml/2006/main">
              <a:ext uri="{FF2B5EF4-FFF2-40B4-BE49-F238E27FC236}">
                <a16:creationId xmlns:a16="http://schemas.microsoft.com/office/drawing/2014/main" id="{71D0EE2F-ACE5-4B18-92F6-7D39BF92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5FA0FBC3-5FA4-4342-A22B-737BE269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파서의 입력과 출력</a:t>
            </a:r>
          </a:p>
        </p:txBody>
      </p:sp>
      <p:sp>
        <p:nvSpPr>
          <p:cNvPr id="3" name="panel-173">
            <a:extLst xmlns:a="http://schemas.openxmlformats.org/drawingml/2006/main">
              <a:ext uri="{FF2B5EF4-FFF2-40B4-BE49-F238E27FC236}">
                <a16:creationId xmlns:a16="http://schemas.microsoft.com/office/drawing/2014/main" id="{38F0472E-BD44-4102-88D6-F829B815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74">
            <a:extLst xmlns:a="http://schemas.openxmlformats.org/drawingml/2006/main">
              <a:ext uri="{FF2B5EF4-FFF2-40B4-BE49-F238E27FC236}">
                <a16:creationId xmlns:a16="http://schemas.microsoft.com/office/drawing/2014/main" id="{22679E11-AD44-49B8-8BDF-64B4E54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5" name="text-175">
            <a:extLst xmlns:a="http://schemas.openxmlformats.org/drawingml/2006/main">
              <a:ext uri="{FF2B5EF4-FFF2-40B4-BE49-F238E27FC236}">
                <a16:creationId xmlns:a16="http://schemas.microsoft.com/office/drawing/2014/main" id="{87774848-EACA-4753-9C30-EA53CF8F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value 원문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+ key · topic · partition · offset</a:t>
            </a:r>
          </a:p>
        </p:txBody>
      </p:sp>
      <p:sp>
        <p:nvSpPr>
          <p:cNvPr id="6" name="panel-176">
            <a:extLst xmlns:a="http://schemas.openxmlformats.org/drawingml/2006/main">
              <a:ext uri="{FF2B5EF4-FFF2-40B4-BE49-F238E27FC236}">
                <a16:creationId xmlns:a16="http://schemas.microsoft.com/office/drawing/2014/main" id="{E5574C97-D1FE-42F1-A1AC-327A8EC3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B4328582-AAA2-4B77-B854-9ECFEEBB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해석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EC7A8D24-1D03-443E-9281-DAF32693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JSON 구조와 op 확인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DELETE는 before에서 PK</a:t>
            </a:r>
          </a:p>
        </p:txBody>
      </p:sp>
      <p:sp>
        <p:nvSpPr>
          <p:cNvPr id="9" name="panel-179">
            <a:extLst xmlns:a="http://schemas.openxmlformats.org/drawingml/2006/main">
              <a:ext uri="{FF2B5EF4-FFF2-40B4-BE49-F238E27FC236}">
                <a16:creationId xmlns:a16="http://schemas.microsoft.com/office/drawing/2014/main" id="{A5716291-B3C9-4614-A5D8-5369D57B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80">
            <a:extLst xmlns:a="http://schemas.openxmlformats.org/drawingml/2006/main">
              <a:ext uri="{FF2B5EF4-FFF2-40B4-BE49-F238E27FC236}">
                <a16:creationId xmlns:a16="http://schemas.microsoft.com/office/drawing/2014/main" id="{9BF6F19D-A776-4E04-94CE-41E8249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출력</a:t>
            </a:r>
          </a:p>
        </p:txBody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E1061825-BE12-4962-9DE5-C33A55F9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요약 또는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tombstone · 오류 분류</a:t>
            </a:r>
          </a:p>
        </p:txBody>
      </p:sp>
      <p:sp>
        <p:nvSpPr>
          <p:cNvPr id="12" name="panel-182">
            <a:extLst xmlns:a="http://schemas.openxmlformats.org/drawingml/2006/main">
              <a:ext uri="{FF2B5EF4-FFF2-40B4-BE49-F238E27FC236}">
                <a16:creationId xmlns:a16="http://schemas.microsoft.com/office/drawing/2014/main" id="{AF85556B-5A1F-4E60-A94D-A1D01CF2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6BD4AF64-85D9-4692-A11B-A51B0051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원문 적재 파이프라인을 바꾸지 않는 독립적인 해석 도구입니다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5EC16-C6F6-45A8-930A-7C288C4E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84">
            <a:extLst xmlns:a="http://schemas.openxmlformats.org/drawingml/2006/main">
              <a:ext uri="{FF2B5EF4-FFF2-40B4-BE49-F238E27FC236}">
                <a16:creationId xmlns:a16="http://schemas.microsoft.com/office/drawing/2014/main" id="{E5647A3B-A815-4D4F-91AF-0C2CF869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85">
            <a:extLst xmlns:a="http://schemas.openxmlformats.org/drawingml/2006/main">
              <a:ext uri="{FF2B5EF4-FFF2-40B4-BE49-F238E27FC236}">
                <a16:creationId xmlns:a16="http://schemas.microsoft.com/office/drawing/2014/main" id="{DBD07B47-4D5C-4182-B7C4-C4D5BDA4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0103403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86">
            <a:extLst xmlns:a="http://schemas.openxmlformats.org/drawingml/2006/main">
              <a:ext uri="{FF2B5EF4-FFF2-40B4-BE49-F238E27FC236}">
                <a16:creationId xmlns:a16="http://schemas.microsoft.com/office/drawing/2014/main" id="{C45363F3-B553-4005-95D3-44D6202B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87">
            <a:extLst xmlns:a="http://schemas.openxmlformats.org/drawingml/2006/main">
              <a:ext uri="{FF2B5EF4-FFF2-40B4-BE49-F238E27FC236}">
                <a16:creationId xmlns:a16="http://schemas.microsoft.com/office/drawing/2014/main" id="{C332E376-42D2-4EF1-85AD-7C472BAC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종류에 따라 행을 선택하기</a:t>
            </a:r>
          </a:p>
        </p:txBody>
      </p:sp>
      <p:sp>
        <p:nvSpPr>
          <p:cNvPr id="3" name="text-188">
            <a:extLst xmlns:a="http://schemas.openxmlformats.org/drawingml/2006/main">
              <a:ext uri="{FF2B5EF4-FFF2-40B4-BE49-F238E27FC236}">
                <a16:creationId xmlns:a16="http://schemas.microsoft.com/office/drawing/2014/main" id="{2E3AAF58-DA97-4E06-A9D4-E5F35B5E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Python · event_parser.py의 핵심 분기</a:t>
            </a:r>
          </a:p>
        </p:txBody>
      </p:sp>
      <p:sp>
        <p:nvSpPr>
          <p:cNvPr id="4" name="panel-189">
            <a:extLst xmlns:a="http://schemas.openxmlformats.org/drawingml/2006/main">
              <a:ext uri="{FF2B5EF4-FFF2-40B4-BE49-F238E27FC236}">
                <a16:creationId xmlns:a16="http://schemas.microsoft.com/office/drawing/2014/main" id="{DF2E06CE-A8AF-49C1-AAB0-CDAC5EAC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90">
            <a:extLst xmlns:a="http://schemas.openxmlformats.org/drawingml/2006/main">
              <a:ext uri="{FF2B5EF4-FFF2-40B4-BE49-F238E27FC236}">
                <a16:creationId xmlns:a16="http://schemas.microsoft.com/office/drawing/2014/main" id="{F6C0ADD8-5C21-4D0C-AD3E-55692273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키 검증을 통과한 뒤의 핵심 분기만 발췌했습니다.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raw_value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{'kind': 'tombstone'}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value = json.loads(raw_value)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invalid('invalid_json_null')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op = value['op']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row = value.get('before') if op == 'd' else value.get('after')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전체 검증과 PK 선택은 event_parser.py에서 확인합니다.</a:t>
            </a:r>
          </a:p>
        </p:txBody>
      </p:sp>
      <p:sp>
        <p:nvSpPr>
          <p:cNvPr id="6" name="panel-191">
            <a:extLst xmlns:a="http://schemas.openxmlformats.org/drawingml/2006/main">
              <a:ext uri="{FF2B5EF4-FFF2-40B4-BE49-F238E27FC236}">
                <a16:creationId xmlns:a16="http://schemas.microsoft.com/office/drawing/2014/main" id="{894E2FEC-0C3B-469F-B870-11523608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92">
            <a:extLst xmlns:a="http://schemas.openxmlformats.org/drawingml/2006/main">
              <a:ext uri="{FF2B5EF4-FFF2-40B4-BE49-F238E27FC236}">
                <a16:creationId xmlns:a16="http://schemas.microsoft.com/office/drawing/2014/main" id="{F09B4147-023C-4E74-9B8A-12F5BE0D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왜 DELETE에서 after를 선택하면 안 될까요?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D3B55-3BFA-4C2A-A169-84085CDA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93">
            <a:extLst xmlns:a="http://schemas.openxmlformats.org/drawingml/2006/main">
              <a:ext uri="{FF2B5EF4-FFF2-40B4-BE49-F238E27FC236}">
                <a16:creationId xmlns:a16="http://schemas.microsoft.com/office/drawing/2014/main" id="{236DC752-0E60-4989-8978-5505FB56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94">
            <a:extLst xmlns:a="http://schemas.openxmlformats.org/drawingml/2006/main">
              <a:ext uri="{FF2B5EF4-FFF2-40B4-BE49-F238E27FC236}">
                <a16:creationId xmlns:a16="http://schemas.microsoft.com/office/drawing/2014/main" id="{BA8048E6-E05D-4A99-80D3-08BD084C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243817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95">
            <a:extLst xmlns:a="http://schemas.openxmlformats.org/drawingml/2006/main">
              <a:ext uri="{FF2B5EF4-FFF2-40B4-BE49-F238E27FC236}">
                <a16:creationId xmlns:a16="http://schemas.microsoft.com/office/drawing/2014/main" id="{9C4922D8-184E-4AA4-83EA-22A08DE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96">
            <a:extLst xmlns:a="http://schemas.openxmlformats.org/drawingml/2006/main">
              <a:ext uri="{FF2B5EF4-FFF2-40B4-BE49-F238E27FC236}">
                <a16:creationId xmlns:a16="http://schemas.microsoft.com/office/drawing/2014/main" id="{98120273-81F6-4E55-B5B1-6487E2E8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파서 결과를 입력별로 확인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F036F-EFA8-46D6-9EE5-41C1E457C1C6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555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after에서 PK와 현재 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before에서 PK,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wire value=null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tombstone으로 구분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텍스트 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invalid_json_null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나머지 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r·u·오류 검증은 복습에서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97">
            <a:extLst xmlns:a="http://schemas.openxmlformats.org/drawingml/2006/main">
              <a:ext uri="{FF2B5EF4-FFF2-40B4-BE49-F238E27FC236}">
                <a16:creationId xmlns:a16="http://schemas.microsoft.com/office/drawing/2014/main" id="{B2754BF0-24FD-4E43-91D6-74DB89BD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98">
            <a:extLst xmlns:a="http://schemas.openxmlformats.org/drawingml/2006/main">
              <a:ext uri="{FF2B5EF4-FFF2-40B4-BE49-F238E27FC236}">
                <a16:creationId xmlns:a16="http://schemas.microsoft.com/office/drawing/2014/main" id="{4C541CD9-2816-4328-BD06-0DAF2250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이어서 새 환불을 실행하고 실제 메시지와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9853C-B691-41F3-9032-40AA9235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99">
            <a:extLst xmlns:a="http://schemas.openxmlformats.org/drawingml/2006/main">
              <a:ext uri="{FF2B5EF4-FFF2-40B4-BE49-F238E27FC236}">
                <a16:creationId xmlns:a16="http://schemas.microsoft.com/office/drawing/2014/main" id="{6A6AB27C-1DDB-473B-8E54-61F7CE43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00">
            <a:extLst xmlns:a="http://schemas.openxmlformats.org/drawingml/2006/main">
              <a:ext uri="{FF2B5EF4-FFF2-40B4-BE49-F238E27FC236}">
                <a16:creationId xmlns:a16="http://schemas.microsoft.com/office/drawing/2014/main" id="{B15E9A73-E11A-4E01-BF88-AA8FFA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4765931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01">
            <a:extLst xmlns:a="http://schemas.openxmlformats.org/drawingml/2006/main">
              <a:ext uri="{FF2B5EF4-FFF2-40B4-BE49-F238E27FC236}">
                <a16:creationId xmlns:a16="http://schemas.microsoft.com/office/drawing/2014/main" id="{5CD9C622-931D-4F37-ACAB-DF750B2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02">
            <a:extLst xmlns:a="http://schemas.openxmlformats.org/drawingml/2006/main">
              <a:ext uri="{FF2B5EF4-FFF2-40B4-BE49-F238E27FC236}">
                <a16:creationId xmlns:a16="http://schemas.microsoft.com/office/drawing/2014/main" id="{517C7D29-F2CE-418F-A323-948D1861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UI에서 같은 변경 확인</a:t>
            </a:r>
          </a:p>
        </p:txBody>
      </p:sp>
      <p:sp>
        <p:nvSpPr>
          <p:cNvPr id="3" name="panel-203">
            <a:extLst xmlns:a="http://schemas.openxmlformats.org/drawingml/2006/main">
              <a:ext uri="{FF2B5EF4-FFF2-40B4-BE49-F238E27FC236}">
                <a16:creationId xmlns:a16="http://schemas.microsoft.com/office/drawing/2014/main" id="{D512ABB7-A664-4E5F-B010-3DFA7A66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04">
            <a:extLst xmlns:a="http://schemas.openxmlformats.org/drawingml/2006/main">
              <a:ext uri="{FF2B5EF4-FFF2-40B4-BE49-F238E27FC236}">
                <a16:creationId xmlns:a16="http://schemas.microsoft.com/office/drawing/2014/main" id="{1BCCDE8A-EBA3-4616-B66B-D83F49A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key</a:t>
            </a:r>
          </a:p>
        </p:txBody>
      </p:sp>
      <p:sp>
        <p:nvSpPr>
          <p:cNvPr id="5" name="text-205">
            <a:extLst xmlns:a="http://schemas.openxmlformats.org/drawingml/2006/main">
              <a:ext uri="{FF2B5EF4-FFF2-40B4-BE49-F238E27FC236}">
                <a16:creationId xmlns:a16="http://schemas.microsoft.com/office/drawing/2014/main" id="{A1E8967B-1EFA-4746-B499-67BFD3EA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 탭의 refund_id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원천 행을 식별</a:t>
            </a:r>
          </a:p>
        </p:txBody>
      </p:sp>
      <p:sp>
        <p:nvSpPr>
          <p:cNvPr id="6" name="panel-206">
            <a:extLst xmlns:a="http://schemas.openxmlformats.org/drawingml/2006/main">
              <a:ext uri="{FF2B5EF4-FFF2-40B4-BE49-F238E27FC236}">
                <a16:creationId xmlns:a16="http://schemas.microsoft.com/office/drawing/2014/main" id="{D1728FC3-F6EB-48AE-B6AD-9BA04B2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07">
            <a:extLst xmlns:a="http://schemas.openxmlformats.org/drawingml/2006/main">
              <a:ext uri="{FF2B5EF4-FFF2-40B4-BE49-F238E27FC236}">
                <a16:creationId xmlns:a16="http://schemas.microsoft.com/office/drawing/2014/main" id="{B557386D-E09E-44AF-A986-32DA22C5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value</a:t>
            </a:r>
          </a:p>
        </p:txBody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88F8E345-E9CA-42BA-B169-4905165E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Value 탭의 변경 내용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 · before · after</a:t>
            </a:r>
          </a:p>
        </p:txBody>
      </p:sp>
      <p:sp>
        <p:nvSpPr>
          <p:cNvPr id="9" name="panel-209">
            <a:extLst xmlns:a="http://schemas.openxmlformats.org/drawingml/2006/main">
              <a:ext uri="{FF2B5EF4-FFF2-40B4-BE49-F238E27FC236}">
                <a16:creationId xmlns:a16="http://schemas.microsoft.com/office/drawing/2014/main" id="{581A51B7-CE5D-4756-B856-F4CBFF61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A2733DDC-882D-4178-A520-C0EA204F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 위치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1A93AEFC-478C-4C54-9359-26EB4063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topic · partition · offset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Bronze에서 같은 위치 대조</a:t>
            </a:r>
          </a:p>
        </p:txBody>
      </p:sp>
      <p:sp>
        <p:nvSpPr>
          <p:cNvPr id="12" name="panel-212">
            <a:extLst xmlns:a="http://schemas.openxmlformats.org/drawingml/2006/main">
              <a:ext uri="{FF2B5EF4-FFF2-40B4-BE49-F238E27FC236}">
                <a16:creationId xmlns:a16="http://schemas.microsoft.com/office/drawing/2014/main" id="{69E936FF-41DE-4F80-9993-49A9EE54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7C467C97-30E1-4288-965C-B3664F72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http://localhost:28082 · cdc.public.refunds · Messages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새 환불 ID로 Search 후 Refresh · 행의 +로 Key / Value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E115C-7107-4E21-91AF-89DF941D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14">
            <a:extLst xmlns:a="http://schemas.openxmlformats.org/drawingml/2006/main">
              <a:ext uri="{FF2B5EF4-FFF2-40B4-BE49-F238E27FC236}">
                <a16:creationId xmlns:a16="http://schemas.microsoft.com/office/drawing/2014/main" id="{2B43581D-3E9F-41FD-8CE7-C98EE714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15">
            <a:extLst xmlns:a="http://schemas.openxmlformats.org/drawingml/2006/main">
              <a:ext uri="{FF2B5EF4-FFF2-40B4-BE49-F238E27FC236}">
                <a16:creationId xmlns:a16="http://schemas.microsoft.com/office/drawing/2014/main" id="{45C47B33-D33A-46A7-8085-867EAAA3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415013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DELETE와 tombstone은 다릅니다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삭제 이벤트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value는 JSON 객체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before=삭제 전 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after=null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tombstone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key는 같은 환불 ID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wire value=null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UI: 빈 Value · Size 0 Bytes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이번 Bronze에서는 제외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빈 Value는 CLI의 value:null과 대조해 확인합니다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메시지 수와 Bronze 행 수는 다를 수 있습니다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28">
            <a:extLst xmlns:a="http://schemas.openxmlformats.org/drawingml/2006/main">
              <a:ext uri="{FF2B5EF4-FFF2-40B4-BE49-F238E27FC236}">
                <a16:creationId xmlns:a16="http://schemas.microsoft.com/office/drawing/2014/main" id="{552E214F-22BE-46A4-AC85-436D4D1A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29">
            <a:extLst xmlns:a="http://schemas.openxmlformats.org/drawingml/2006/main">
              <a:ext uri="{FF2B5EF4-FFF2-40B4-BE49-F238E27FC236}">
                <a16:creationId xmlns:a16="http://schemas.microsoft.com/office/drawing/2014/main" id="{57B20D7A-AE9F-41D5-AA84-201C59C5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환불을 실행하기 전에 예측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AD699-B357-4692-B1DE-5FAD35C73F5B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476500"/>
                <a:gridCol w="3000375"/>
                <a:gridCol w="301942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행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 20,000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 30,000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30">
            <a:extLst xmlns:a="http://schemas.openxmlformats.org/drawingml/2006/main">
              <a:ext uri="{FF2B5EF4-FFF2-40B4-BE49-F238E27FC236}">
                <a16:creationId xmlns:a16="http://schemas.microsoft.com/office/drawing/2014/main" id="{36913D3E-CEEB-4B8C-81F5-D628422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31">
            <a:extLst xmlns:a="http://schemas.openxmlformats.org/drawingml/2006/main">
              <a:ext uri="{FF2B5EF4-FFF2-40B4-BE49-F238E27FC236}">
                <a16:creationId xmlns:a16="http://schemas.microsoft.com/office/drawing/2014/main" id="{6CC541A7-67BD-4D45-8A00-B1F6CF93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예측을 적고 실제 key · op · 값 · 위치와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876C1-94C5-48AB-95B7-ACDC9080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32">
            <a:extLst xmlns:a="http://schemas.openxmlformats.org/drawingml/2006/main">
              <a:ext uri="{FF2B5EF4-FFF2-40B4-BE49-F238E27FC236}">
                <a16:creationId xmlns:a16="http://schemas.microsoft.com/office/drawing/2014/main" id="{8E3B74D8-7846-4453-8CB7-E3C95A3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33">
            <a:extLst xmlns:a="http://schemas.openxmlformats.org/drawingml/2006/main">
              <a:ext uri="{FF2B5EF4-FFF2-40B4-BE49-F238E27FC236}">
                <a16:creationId xmlns:a16="http://schemas.microsoft.com/office/drawing/2014/main" id="{D2624F27-B1E1-4A6D-885F-05FF0373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9516727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34">
            <a:extLst xmlns:a="http://schemas.openxmlformats.org/drawingml/2006/main">
              <a:ext uri="{FF2B5EF4-FFF2-40B4-BE49-F238E27FC236}">
                <a16:creationId xmlns:a16="http://schemas.microsoft.com/office/drawing/2014/main" id="{BECC0EBB-D4CC-4FA4-88E8-E0D49FB0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35">
            <a:extLst xmlns:a="http://schemas.openxmlformats.org/drawingml/2006/main">
              <a:ext uri="{FF2B5EF4-FFF2-40B4-BE49-F238E27FC236}">
                <a16:creationId xmlns:a16="http://schemas.microsoft.com/office/drawing/2014/main" id="{4B64920B-2522-4638-9870-8523C980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변경부터 Bronze 조회까지 대조</a:t>
            </a:r>
          </a:p>
        </p:txBody>
      </p:sp>
      <p:sp>
        <p:nvSpPr>
          <p:cNvPr id="3" name="panel-236">
            <a:extLst xmlns:a="http://schemas.openxmlformats.org/drawingml/2006/main">
              <a:ext uri="{FF2B5EF4-FFF2-40B4-BE49-F238E27FC236}">
                <a16:creationId xmlns:a16="http://schemas.microsoft.com/office/drawing/2014/main" id="{8FD1B685-E748-461F-AF75-CE500A21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37">
            <a:extLst xmlns:a="http://schemas.openxmlformats.org/drawingml/2006/main">
              <a:ext uri="{FF2B5EF4-FFF2-40B4-BE49-F238E27FC236}">
                <a16:creationId xmlns:a16="http://schemas.microsoft.com/office/drawing/2014/main" id="{4004FE94-EB86-4E1B-BFF8-F381A478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</a:t>
            </a:r>
          </a:p>
        </p:txBody>
      </p:sp>
      <p:sp>
        <p:nvSpPr>
          <p:cNvPr id="5" name="text-238">
            <a:extLst xmlns:a="http://schemas.openxmlformats.org/drawingml/2006/main">
              <a:ext uri="{FF2B5EF4-FFF2-40B4-BE49-F238E27FC236}">
                <a16:creationId xmlns:a16="http://schemas.microsoft.com/office/drawing/2014/main" id="{67890AED-EE82-486C-B564-B2D04CC5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환불 c → u → 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DD94A-B453-4077-919D-E088F6F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239">
            <a:extLst xmlns:a="http://schemas.openxmlformats.org/drawingml/2006/main">
              <a:ext uri="{FF2B5EF4-FFF2-40B4-BE49-F238E27FC236}">
                <a16:creationId xmlns:a16="http://schemas.microsoft.com/office/drawing/2014/main" id="{31B7467C-A4A1-4773-A018-15E317B5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240">
            <a:extLst xmlns:a="http://schemas.openxmlformats.org/drawingml/2006/main">
              <a:ext uri="{FF2B5EF4-FFF2-40B4-BE49-F238E27FC236}">
                <a16:creationId xmlns:a16="http://schemas.microsoft.com/office/drawing/2014/main" id="{7C0CF634-5784-4201-8EEB-6E94546E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SELECT</a:t>
            </a:r>
          </a:p>
        </p:txBody>
      </p:sp>
      <p:sp>
        <p:nvSpPr>
          <p:cNvPr id="9" name="text-241">
            <a:extLst xmlns:a="http://schemas.openxmlformats.org/drawingml/2006/main">
              <a:ext uri="{FF2B5EF4-FFF2-40B4-BE49-F238E27FC236}">
                <a16:creationId xmlns:a16="http://schemas.microsoft.com/office/drawing/2014/main" id="{34875EF2-1416-43EB-8570-DB1DF1C4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E5F97-719A-41AC-A68B-3C73A3A3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242">
            <a:extLst xmlns:a="http://schemas.openxmlformats.org/drawingml/2006/main">
              <a:ext uri="{FF2B5EF4-FFF2-40B4-BE49-F238E27FC236}">
                <a16:creationId xmlns:a16="http://schemas.microsoft.com/office/drawing/2014/main" id="{EB8486B2-1B3E-44D0-8527-C25EF72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243">
            <a:extLst xmlns:a="http://schemas.openxmlformats.org/drawingml/2006/main">
              <a:ext uri="{FF2B5EF4-FFF2-40B4-BE49-F238E27FC236}">
                <a16:creationId xmlns:a16="http://schemas.microsoft.com/office/drawing/2014/main" id="{FE28DFC1-AD30-4BF5-9764-3B936E8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UI</a:t>
            </a:r>
          </a:p>
        </p:txBody>
      </p:sp>
      <p:sp>
        <p:nvSpPr>
          <p:cNvPr id="13" name="text-244">
            <a:extLst xmlns:a="http://schemas.openxmlformats.org/drawingml/2006/main">
              <a:ext uri="{FF2B5EF4-FFF2-40B4-BE49-F238E27FC236}">
                <a16:creationId xmlns:a16="http://schemas.microsoft.com/office/drawing/2014/main" id="{8E653F5B-5EB8-4AFF-B8BD-7828788C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새 환불 ID · Refresh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 / Value ·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5A379-4494-4826-9443-7FF33A8F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245">
            <a:extLst xmlns:a="http://schemas.openxmlformats.org/drawingml/2006/main">
              <a:ext uri="{FF2B5EF4-FFF2-40B4-BE49-F238E27FC236}">
                <a16:creationId xmlns:a16="http://schemas.microsoft.com/office/drawing/2014/main" id="{059BFDBE-F712-4EA2-ACEF-B20112F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246">
            <a:extLst xmlns:a="http://schemas.openxmlformats.org/drawingml/2006/main">
              <a:ext uri="{FF2B5EF4-FFF2-40B4-BE49-F238E27FC236}">
                <a16:creationId xmlns:a16="http://schemas.microsoft.com/office/drawing/2014/main" id="{2416BABA-53D9-4A82-A2F4-75C95C0B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확인</a:t>
            </a:r>
          </a:p>
        </p:txBody>
      </p:sp>
      <p:sp>
        <p:nvSpPr>
          <p:cNvPr id="17" name="text-247">
            <a:extLst xmlns:a="http://schemas.openxmlformats.org/drawingml/2006/main">
              <a:ext uri="{FF2B5EF4-FFF2-40B4-BE49-F238E27FC236}">
                <a16:creationId xmlns:a16="http://schemas.microsoft.com/office/drawing/2014/main" id="{ABB3AB43-03DC-4CBE-9203-037978AB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같은 위치와 내용</a:t>
            </a:r>
          </a:p>
        </p:txBody>
      </p:sp>
      <p:sp>
        <p:nvSpPr>
          <p:cNvPr id="18" name="panel-248">
            <a:extLst xmlns:a="http://schemas.openxmlformats.org/drawingml/2006/main">
              <a:ext uri="{FF2B5EF4-FFF2-40B4-BE49-F238E27FC236}">
                <a16:creationId xmlns:a16="http://schemas.microsoft.com/office/drawing/2014/main" id="{4F3055FE-368B-4F41-8B59-5E1199C9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249">
            <a:extLst xmlns:a="http://schemas.openxmlformats.org/drawingml/2006/main">
              <a:ext uri="{FF2B5EF4-FFF2-40B4-BE49-F238E27FC236}">
                <a16:creationId xmlns:a16="http://schemas.microsoft.com/office/drawing/2014/main" id="{274CED35-8572-494E-B11B-67DBAC53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UI와 Bronze를 topic · partition · offset으로 연결합니다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BF39D4-5A41-4C88-8E32-613B4D0D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250">
            <a:extLst xmlns:a="http://schemas.openxmlformats.org/drawingml/2006/main">
              <a:ext uri="{FF2B5EF4-FFF2-40B4-BE49-F238E27FC236}">
                <a16:creationId xmlns:a16="http://schemas.microsoft.com/office/drawing/2014/main" id="{F1505DF8-F56E-443E-BB42-507DBD29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251">
            <a:extLst xmlns:a="http://schemas.openxmlformats.org/drawingml/2006/main">
              <a:ext uri="{FF2B5EF4-FFF2-40B4-BE49-F238E27FC236}">
                <a16:creationId xmlns:a16="http://schemas.microsoft.com/office/drawing/2014/main" id="{D9E663EB-AF7B-47F4-BF59-EC83688A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6531261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52">
            <a:extLst xmlns:a="http://schemas.openxmlformats.org/drawingml/2006/main">
              <a:ext uri="{FF2B5EF4-FFF2-40B4-BE49-F238E27FC236}">
                <a16:creationId xmlns:a16="http://schemas.microsoft.com/office/drawing/2014/main" id="{864F1134-9EC6-416F-B892-E6FCDEBA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3">
            <a:extLst xmlns:a="http://schemas.openxmlformats.org/drawingml/2006/main">
              <a:ext uri="{FF2B5EF4-FFF2-40B4-BE49-F238E27FC236}">
                <a16:creationId xmlns:a16="http://schemas.microsoft.com/office/drawing/2014/main" id="{1F084A51-3D22-4663-BEC4-136BBD3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수집이 안 보일 때 확인할 구간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6CC50-347D-407D-B118-1E863DF7F5E8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먼저 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원천만 바뀜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 · publication · include list · connector/task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Kafka에는 있고 Bronze에는 없음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입력 · 처리 · checkpoint · sink 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Bronze에 c와 u만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after-only 조건 · before PK · 실제 key와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한 파일에 c만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files 목록 · 같은 키의 전체 Bronze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54">
            <a:extLst xmlns:a="http://schemas.openxmlformats.org/drawingml/2006/main">
              <a:ext uri="{FF2B5EF4-FFF2-40B4-BE49-F238E27FC236}">
                <a16:creationId xmlns:a16="http://schemas.microsoft.com/office/drawing/2014/main" id="{AF19E4A6-A01B-4A31-BBA0-DD5F525E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55">
            <a:extLst xmlns:a="http://schemas.openxmlformats.org/drawingml/2006/main">
              <a:ext uri="{FF2B5EF4-FFF2-40B4-BE49-F238E27FC236}">
                <a16:creationId xmlns:a16="http://schemas.microsoft.com/office/drawing/2014/main" id="{E761CC4A-9481-476F-87ED-D1985EA6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“안 된다” 대신 마지막으로 확인한 지점을 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5C665-E04A-4489-AB08-E964C43A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56">
            <a:extLst xmlns:a="http://schemas.openxmlformats.org/drawingml/2006/main">
              <a:ext uri="{FF2B5EF4-FFF2-40B4-BE49-F238E27FC236}">
                <a16:creationId xmlns:a16="http://schemas.microsoft.com/office/drawing/2014/main" id="{F58A1512-AFDD-439B-9A68-E91BFDE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57">
            <a:extLst xmlns:a="http://schemas.openxmlformats.org/drawingml/2006/main">
              <a:ext uri="{FF2B5EF4-FFF2-40B4-BE49-F238E27FC236}">
                <a16:creationId xmlns:a16="http://schemas.microsoft.com/office/drawing/2014/main" id="{EF4157C5-3D2D-47DF-A7DA-3D8F1874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5134092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58">
            <a:extLst xmlns:a="http://schemas.openxmlformats.org/drawingml/2006/main">
              <a:ext uri="{FF2B5EF4-FFF2-40B4-BE49-F238E27FC236}">
                <a16:creationId xmlns:a16="http://schemas.microsoft.com/office/drawing/2014/main" id="{1261A884-6B81-4A0C-9F07-D34436DD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9">
            <a:extLst xmlns:a="http://schemas.openxmlformats.org/drawingml/2006/main">
              <a:ext uri="{FF2B5EF4-FFF2-40B4-BE49-F238E27FC236}">
                <a16:creationId xmlns:a16="http://schemas.microsoft.com/office/drawing/2014/main" id="{4D3C6008-1D41-44F0-B569-B9D297D9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확인한 증거</a:t>
            </a:r>
          </a:p>
        </p:txBody>
      </p:sp>
      <p:sp>
        <p:nvSpPr>
          <p:cNvPr id="3" name="panel-260">
            <a:extLst xmlns:a="http://schemas.openxmlformats.org/drawingml/2006/main">
              <a:ext uri="{FF2B5EF4-FFF2-40B4-BE49-F238E27FC236}">
                <a16:creationId xmlns:a16="http://schemas.microsoft.com/office/drawing/2014/main" id="{1852A160-0876-4DD1-ADB2-00D2ECB4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61">
            <a:extLst xmlns:a="http://schemas.openxmlformats.org/drawingml/2006/main">
              <a:ext uri="{FF2B5EF4-FFF2-40B4-BE49-F238E27FC236}">
                <a16:creationId xmlns:a16="http://schemas.microsoft.com/office/drawing/2014/main" id="{CFA6D6D3-1424-4657-B3B4-5B35A3E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수집 설정</a:t>
            </a:r>
          </a:p>
        </p:txBody>
      </p:sp>
      <p:sp>
        <p:nvSpPr>
          <p:cNvPr id="5" name="text-262">
            <a:extLst xmlns:a="http://schemas.openxmlformats.org/drawingml/2006/main">
              <a:ext uri="{FF2B5EF4-FFF2-40B4-BE49-F238E27FC236}">
                <a16:creationId xmlns:a16="http://schemas.microsoft.com/office/drawing/2014/main" id="{3E9D0F20-CC9F-42AD-897F-6B3F09DF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 · slot · FULL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include list</a:t>
            </a:r>
          </a:p>
        </p:txBody>
      </p:sp>
      <p:sp>
        <p:nvSpPr>
          <p:cNvPr id="6" name="panel-263">
            <a:extLst xmlns:a="http://schemas.openxmlformats.org/drawingml/2006/main">
              <a:ext uri="{FF2B5EF4-FFF2-40B4-BE49-F238E27FC236}">
                <a16:creationId xmlns:a16="http://schemas.microsoft.com/office/drawing/2014/main" id="{4A169DCC-DA9E-4424-B1F5-DEE38E6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64">
            <a:extLst xmlns:a="http://schemas.openxmlformats.org/drawingml/2006/main">
              <a:ext uri="{FF2B5EF4-FFF2-40B4-BE49-F238E27FC236}">
                <a16:creationId xmlns:a16="http://schemas.microsoft.com/office/drawing/2014/main" id="{CFA96C3C-CFA2-4F72-ADF8-42724E30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8" name="text-265">
            <a:extLst xmlns:a="http://schemas.openxmlformats.org/drawingml/2006/main">
              <a:ext uri="{FF2B5EF4-FFF2-40B4-BE49-F238E27FC236}">
                <a16:creationId xmlns:a16="http://schemas.microsoft.com/office/drawing/2014/main" id="{B625073B-ACFF-44C8-89ED-03818F31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환불의 c/u/d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 · 값 · 전달 위치</a:t>
            </a:r>
          </a:p>
        </p:txBody>
      </p:sp>
      <p:sp>
        <p:nvSpPr>
          <p:cNvPr id="9" name="panel-266">
            <a:extLst xmlns:a="http://schemas.openxmlformats.org/drawingml/2006/main">
              <a:ext uri="{FF2B5EF4-FFF2-40B4-BE49-F238E27FC236}">
                <a16:creationId xmlns:a16="http://schemas.microsoft.com/office/drawing/2014/main" id="{56BC8A88-9E5A-4642-8C59-1F808D77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67">
            <a:extLst xmlns:a="http://schemas.openxmlformats.org/drawingml/2006/main">
              <a:ext uri="{FF2B5EF4-FFF2-40B4-BE49-F238E27FC236}">
                <a16:creationId xmlns:a16="http://schemas.microsoft.com/office/drawing/2014/main" id="{E52B2E57-F4E3-49C4-9D81-5EE0479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 결과</a:t>
            </a:r>
          </a:p>
        </p:txBody>
      </p:sp>
      <p:sp>
        <p:nvSpPr>
          <p:cNvPr id="11" name="text-268">
            <a:extLst xmlns:a="http://schemas.openxmlformats.org/drawingml/2006/main">
              <a:ext uri="{FF2B5EF4-FFF2-40B4-BE49-F238E27FC236}">
                <a16:creationId xmlns:a16="http://schemas.microsoft.com/office/drawing/2014/main" id="{2C862C2B-295B-45A6-A711-3A0ECE4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세 이력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Parquet 내용</a:t>
            </a:r>
          </a:p>
        </p:txBody>
      </p:sp>
      <p:sp>
        <p:nvSpPr>
          <p:cNvPr id="12" name="panel-269">
            <a:extLst xmlns:a="http://schemas.openxmlformats.org/drawingml/2006/main">
              <a:ext uri="{FF2B5EF4-FFF2-40B4-BE49-F238E27FC236}">
                <a16:creationId xmlns:a16="http://schemas.microsoft.com/office/drawing/2014/main" id="{4D283E68-CF9E-4C0A-B025-434430C2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70">
            <a:extLst xmlns:a="http://schemas.openxmlformats.org/drawingml/2006/main">
              <a:ext uri="{FF2B5EF4-FFF2-40B4-BE49-F238E27FC236}">
                <a16:creationId xmlns:a16="http://schemas.microsoft.com/office/drawing/2014/main" id="{210FFE9C-5169-4096-9034-57C02999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설정이 맞는지와 결과가 맞는지를 함께 확인합니다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C2FE9-A0E8-4E3B-8DF0-0D0650C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71">
            <a:extLst xmlns:a="http://schemas.openxmlformats.org/drawingml/2006/main">
              <a:ext uri="{FF2B5EF4-FFF2-40B4-BE49-F238E27FC236}">
                <a16:creationId xmlns:a16="http://schemas.microsoft.com/office/drawing/2014/main" id="{E56F31A0-38F5-4121-B41E-EA331022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72">
            <a:extLst xmlns:a="http://schemas.openxmlformats.org/drawingml/2006/main">
              <a:ext uri="{FF2B5EF4-FFF2-40B4-BE49-F238E27FC236}">
                <a16:creationId xmlns:a16="http://schemas.microsoft.com/office/drawing/2014/main" id="{3F9297DE-A591-4EFB-ACB6-9B32B9BF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432880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73">
            <a:extLst xmlns:a="http://schemas.openxmlformats.org/drawingml/2006/main">
              <a:ext uri="{FF2B5EF4-FFF2-40B4-BE49-F238E27FC236}">
                <a16:creationId xmlns:a16="http://schemas.microsoft.com/office/drawing/2014/main" id="{0CCF6EBE-0530-4878-B618-CA3214E0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74">
            <a:extLst xmlns:a="http://schemas.openxmlformats.org/drawingml/2006/main">
              <a:ext uri="{FF2B5EF4-FFF2-40B4-BE49-F238E27FC236}">
                <a16:creationId xmlns:a16="http://schemas.microsoft.com/office/drawing/2014/main" id="{6DF9E35D-6744-4F2E-B5E9-0BC8306F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복습과 다음 회차</a:t>
            </a:r>
          </a:p>
        </p:txBody>
      </p:sp>
      <p:sp>
        <p:nvSpPr>
          <p:cNvPr id="3" name="panel-275">
            <a:extLst xmlns:a="http://schemas.openxmlformats.org/drawingml/2006/main">
              <a:ext uri="{FF2B5EF4-FFF2-40B4-BE49-F238E27FC236}">
                <a16:creationId xmlns:a16="http://schemas.microsoft.com/office/drawing/2014/main" id="{92A555AA-F43D-4728-94F8-DB0EEB67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2AB199DE-6CF1-4C26-BEDF-919552B2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개인 환경 복습</a:t>
            </a:r>
          </a:p>
        </p:txBody>
      </p:sp>
      <p:sp>
        <p:nvSpPr>
          <p:cNvPr id="5" name="text-277">
            <a:extLst xmlns:a="http://schemas.openxmlformats.org/drawingml/2006/main">
              <a:ext uri="{FF2B5EF4-FFF2-40B4-BE49-F238E27FC236}">
                <a16:creationId xmlns:a16="http://schemas.microsoft.com/office/drawing/2014/main" id="{6795C325-26E1-4A4B-8EA7-E5D9A1CB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 실행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SQL·파서 결과·막힌 점 정리</a:t>
            </a:r>
          </a:p>
        </p:txBody>
      </p:sp>
      <p:sp>
        <p:nvSpPr>
          <p:cNvPr id="6" name="panel-278">
            <a:extLst xmlns:a="http://schemas.openxmlformats.org/drawingml/2006/main">
              <a:ext uri="{FF2B5EF4-FFF2-40B4-BE49-F238E27FC236}">
                <a16:creationId xmlns:a16="http://schemas.microsoft.com/office/drawing/2014/main" id="{61EC8F5B-9387-4F07-8466-7CB4EB0B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79">
            <a:extLst xmlns:a="http://schemas.openxmlformats.org/drawingml/2006/main">
              <a:ext uri="{FF2B5EF4-FFF2-40B4-BE49-F238E27FC236}">
                <a16:creationId xmlns:a16="http://schemas.microsoft.com/office/drawing/2014/main" id="{733192DA-2CA9-48EE-A921-FF490796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제출과 공유</a:t>
            </a:r>
          </a:p>
        </p:txBody>
      </p:sp>
      <p:sp>
        <p:nvSpPr>
          <p:cNvPr id="8" name="text-280">
            <a:extLst xmlns:a="http://schemas.openxmlformats.org/drawingml/2006/main">
              <a:ext uri="{FF2B5EF4-FFF2-40B4-BE49-F238E27FC236}">
                <a16:creationId xmlns:a16="http://schemas.microsoft.com/office/drawing/2014/main" id="{2DA5D2D4-6D78-41A6-844B-6741F67B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submission.md + SQL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진행한 과정을 동료와 공유</a:t>
            </a:r>
          </a:p>
        </p:txBody>
      </p:sp>
      <p:sp>
        <p:nvSpPr>
          <p:cNvPr id="9" name="panel-281">
            <a:extLst xmlns:a="http://schemas.openxmlformats.org/drawingml/2006/main">
              <a:ext uri="{FF2B5EF4-FFF2-40B4-BE49-F238E27FC236}">
                <a16:creationId xmlns:a16="http://schemas.microsoft.com/office/drawing/2014/main" id="{C39C44FC-54BA-4663-8C15-626431B0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82">
            <a:extLst xmlns:a="http://schemas.openxmlformats.org/drawingml/2006/main">
              <a:ext uri="{FF2B5EF4-FFF2-40B4-BE49-F238E27FC236}">
                <a16:creationId xmlns:a16="http://schemas.microsoft.com/office/drawing/2014/main" id="{2ED85A95-3FBF-4BC4-A949-9F391325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</a:t>
            </a:r>
          </a:p>
        </p:txBody>
      </p:sp>
      <p:sp>
        <p:nvSpPr>
          <p:cNvPr id="11" name="text-283">
            <a:extLst xmlns:a="http://schemas.openxmlformats.org/drawingml/2006/main">
              <a:ext uri="{FF2B5EF4-FFF2-40B4-BE49-F238E27FC236}">
                <a16:creationId xmlns:a16="http://schemas.microsoft.com/office/drawing/2014/main" id="{E6355852-07A2-4BEF-850F-473AAB8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12" name="panel-284">
            <a:extLst xmlns:a="http://schemas.openxmlformats.org/drawingml/2006/main">
              <a:ext uri="{FF2B5EF4-FFF2-40B4-BE49-F238E27FC236}">
                <a16:creationId xmlns:a16="http://schemas.microsoft.com/office/drawing/2014/main" id="{532072B0-60AE-4F76-A132-9587A963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85">
            <a:extLst xmlns:a="http://schemas.openxmlformats.org/drawingml/2006/main">
              <a:ext uri="{FF2B5EF4-FFF2-40B4-BE49-F238E27FC236}">
                <a16:creationId xmlns:a16="http://schemas.microsoft.com/office/drawing/2014/main" id="{611B4C36-B035-4A4B-8C0F-BEBC4F3A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 방법·기한은 별도 안내를 따릅니다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2EEDC-F985-4357-AFE3-76649B86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45CECCA8-B461-4C15-8981-F9903CCF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1DACE53A-A6E0-44BA-A4C6-19C5DA46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6922543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88">
            <a:extLst xmlns:a="http://schemas.openxmlformats.org/drawingml/2006/main">
              <a:ext uri="{FF2B5EF4-FFF2-40B4-BE49-F238E27FC236}">
                <a16:creationId xmlns:a16="http://schemas.microsoft.com/office/drawing/2014/main" id="{3FACE06D-642C-40DE-B2AB-80664F83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89">
            <a:extLst xmlns:a="http://schemas.openxmlformats.org/drawingml/2006/main">
              <a:ext uri="{FF2B5EF4-FFF2-40B4-BE49-F238E27FC236}">
                <a16:creationId xmlns:a16="http://schemas.microsoft.com/office/drawing/2014/main" id="{CEB16302-CD5B-4618-AE56-6B25AC2F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문서와 실습 자료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443A8-FBDE-46D6-95B9-FAE4243C9CE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17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Logical decoding · publication · replication slots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Debezium 3.2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connector · snapshot · change events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Kafka 3.9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Partition ordering · record metadata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Iceberg 1.10.0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조회 · Parquet 디코드 · Flink writes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Spark 3.5.6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 읽기 (별도 참고)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GitHub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kim-dabin/cdc-lakehouse-study · labs/session02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text-290">
            <a:extLst xmlns:a="http://schemas.openxmlformats.org/drawingml/2006/main">
              <a:ext uri="{FF2B5EF4-FFF2-40B4-BE49-F238E27FC236}">
                <a16:creationId xmlns:a16="http://schemas.microsoft.com/office/drawing/2014/main" id="{4C06E3A7-F714-4B42-9A5F-2F0551ED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링크는 labs/session02/references.md에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04C44-333E-48E7-9FC2-4D07734F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6" name="text-291">
            <a:extLst xmlns:a="http://schemas.openxmlformats.org/drawingml/2006/main">
              <a:ext uri="{FF2B5EF4-FFF2-40B4-BE49-F238E27FC236}">
                <a16:creationId xmlns:a16="http://schemas.microsoft.com/office/drawing/2014/main" id="{4B7EDF4D-82C0-44DB-A2E4-0F051064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7" name="text-292">
            <a:extLst xmlns:a="http://schemas.openxmlformats.org/drawingml/2006/main">
              <a:ext uri="{FF2B5EF4-FFF2-40B4-BE49-F238E27FC236}">
                <a16:creationId xmlns:a16="http://schemas.microsoft.com/office/drawing/2014/main" id="{C3793EAC-B61C-49C5-80B3-5CE8FD56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08016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2026-10-23T08:50:25.7470000Z</dcterms:created>
  <dcterms:modified xsi:type="dcterms:W3CDTF">2026-10-23T08:50:25.7470000Z</dcterms:modified>
</coreProperties>
</file>