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22f536e0fb47ed" /><Relationship Type="http://schemas.openxmlformats.org/officeDocument/2006/relationships/extended-properties" Target="/docProps/app.xml" Id="R24dfada3e4ac4032" /><Relationship Type="http://schemas.openxmlformats.org/officeDocument/2006/relationships/officeDocument" Target="/ppt/presentation.xml" Id="R2ccd7503e5474b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172ff8f3604f79"/>
  </p:sldMasterIdLst>
  <p:notesMasterIdLst>
    <p:notesMasterId xmlns:r="http://schemas.openxmlformats.org/officeDocument/2006/relationships" r:id="R65bddcd269f74d1a"/>
  </p:notesMasterIdLst>
  <p:sldIdLst>
    <p:sldId xmlns:r="http://schemas.openxmlformats.org/officeDocument/2006/relationships" id="256" r:id="R6b570f917d9f413c"/>
    <p:sldId xmlns:r="http://schemas.openxmlformats.org/officeDocument/2006/relationships" id="257" r:id="R1e3ecfa3b4c741e4"/>
    <p:sldId xmlns:r="http://schemas.openxmlformats.org/officeDocument/2006/relationships" id="258" r:id="R040ab5ffe4024f9d"/>
    <p:sldId xmlns:r="http://schemas.openxmlformats.org/officeDocument/2006/relationships" id="259" r:id="R3c7a06031a3146b2"/>
    <p:sldId xmlns:r="http://schemas.openxmlformats.org/officeDocument/2006/relationships" id="260" r:id="R271175669f0d4a50"/>
    <p:sldId xmlns:r="http://schemas.openxmlformats.org/officeDocument/2006/relationships" id="261" r:id="Rb8885e146a174919"/>
    <p:sldId xmlns:r="http://schemas.openxmlformats.org/officeDocument/2006/relationships" id="262" r:id="Rbabc3e954f4f4610"/>
    <p:sldId xmlns:r="http://schemas.openxmlformats.org/officeDocument/2006/relationships" id="263" r:id="R5610c332293b4691"/>
    <p:sldId xmlns:r="http://schemas.openxmlformats.org/officeDocument/2006/relationships" id="264" r:id="Rdd89a1e1100b4fc1"/>
    <p:sldId xmlns:r="http://schemas.openxmlformats.org/officeDocument/2006/relationships" id="265" r:id="R606017ad8af04273"/>
    <p:sldId xmlns:r="http://schemas.openxmlformats.org/officeDocument/2006/relationships" id="266" r:id="Rf9ce8e3a1ad14925"/>
    <p:sldId xmlns:r="http://schemas.openxmlformats.org/officeDocument/2006/relationships" id="267" r:id="R604da05946da4c68"/>
    <p:sldId xmlns:r="http://schemas.openxmlformats.org/officeDocument/2006/relationships" id="268" r:id="R7b141b5713b34228"/>
    <p:sldId xmlns:r="http://schemas.openxmlformats.org/officeDocument/2006/relationships" id="269" r:id="Ra2f72078c1bf4956"/>
    <p:sldId xmlns:r="http://schemas.openxmlformats.org/officeDocument/2006/relationships" id="270" r:id="R431e97838fba40e6"/>
    <p:sldId xmlns:r="http://schemas.openxmlformats.org/officeDocument/2006/relationships" id="271" r:id="Rd0e1ad52c4a84eb1"/>
    <p:sldId xmlns:r="http://schemas.openxmlformats.org/officeDocument/2006/relationships" id="272" r:id="R9f3ba677f0354abd"/>
    <p:sldId xmlns:r="http://schemas.openxmlformats.org/officeDocument/2006/relationships" id="273" r:id="R9b4dac609eab4d87"/>
    <p:sldId xmlns:r="http://schemas.openxmlformats.org/officeDocument/2006/relationships" id="274" r:id="Rb724812fdab54f0b"/>
    <p:sldId xmlns:r="http://schemas.openxmlformats.org/officeDocument/2006/relationships" id="275" r:id="R1d0f2c8a6875404a"/>
    <p:sldId xmlns:r="http://schemas.openxmlformats.org/officeDocument/2006/relationships" id="276" r:id="Rcf05745401a84083"/>
    <p:sldId xmlns:r="http://schemas.openxmlformats.org/officeDocument/2006/relationships" id="277" r:id="Rb6f7bb2ea9904912"/>
    <p:sldId xmlns:r="http://schemas.openxmlformats.org/officeDocument/2006/relationships" id="278" r:id="R3674548b0a704d64"/>
    <p:sldId xmlns:r="http://schemas.openxmlformats.org/officeDocument/2006/relationships" id="279" r:id="R3ff75af4e1394d45"/>
    <p:sldId xmlns:r="http://schemas.openxmlformats.org/officeDocument/2006/relationships" id="280" r:id="R27bbcf432f7b44ee"/>
    <p:sldId xmlns:r="http://schemas.openxmlformats.org/officeDocument/2006/relationships" id="281" r:id="Re4cb91059f114c34"/>
    <p:sldId xmlns:r="http://schemas.openxmlformats.org/officeDocument/2006/relationships" id="282" r:id="R1dbabfe115624dd3"/>
    <p:sldId xmlns:r="http://schemas.openxmlformats.org/officeDocument/2006/relationships" id="283" r:id="Rce7f78cec42549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3281fe7b7c4d83" /><Relationship Type="http://schemas.openxmlformats.org/officeDocument/2006/relationships/slideMaster" Target="/ppt/slideMasters/slideMaster1.xml" Id="Rc0172ff8f3604f79" /><Relationship Type="http://schemas.openxmlformats.org/officeDocument/2006/relationships/notesMaster" Target="/ppt/notesMasters/notesMaster1.xml" Id="R65bddcd269f74d1a" /><Relationship Type="http://schemas.openxmlformats.org/officeDocument/2006/relationships/presProps" Target="/ppt/presProps.xml" Id="R73cae317bc5c431f" /><Relationship Type="http://schemas.openxmlformats.org/officeDocument/2006/relationships/tableStyles" Target="/ppt/tableStyles.xml" Id="Rd71f7638998644f3" /><Relationship Type="http://schemas.openxmlformats.org/officeDocument/2006/relationships/slide" Target="/ppt/slides/slide1.xml" Id="R6b570f917d9f413c" /><Relationship Type="http://schemas.openxmlformats.org/officeDocument/2006/relationships/slide" Target="/ppt/slides/slide2.xml" Id="R1e3ecfa3b4c741e4" /><Relationship Type="http://schemas.openxmlformats.org/officeDocument/2006/relationships/slide" Target="/ppt/slides/slide3.xml" Id="R040ab5ffe4024f9d" /><Relationship Type="http://schemas.openxmlformats.org/officeDocument/2006/relationships/slide" Target="/ppt/slides/slide4.xml" Id="R3c7a06031a3146b2" /><Relationship Type="http://schemas.openxmlformats.org/officeDocument/2006/relationships/slide" Target="/ppt/slides/slide5.xml" Id="R271175669f0d4a50" /><Relationship Type="http://schemas.openxmlformats.org/officeDocument/2006/relationships/slide" Target="/ppt/slides/slide6.xml" Id="Rb8885e146a174919" /><Relationship Type="http://schemas.openxmlformats.org/officeDocument/2006/relationships/slide" Target="/ppt/slides/slide7.xml" Id="Rbabc3e954f4f4610" /><Relationship Type="http://schemas.openxmlformats.org/officeDocument/2006/relationships/slide" Target="/ppt/slides/slide8.xml" Id="R5610c332293b4691" /><Relationship Type="http://schemas.openxmlformats.org/officeDocument/2006/relationships/slide" Target="/ppt/slides/slide9.xml" Id="Rdd89a1e1100b4fc1" /><Relationship Type="http://schemas.openxmlformats.org/officeDocument/2006/relationships/slide" Target="/ppt/slides/slide10.xml" Id="R606017ad8af04273" /><Relationship Type="http://schemas.openxmlformats.org/officeDocument/2006/relationships/slide" Target="/ppt/slides/slide11.xml" Id="Rf9ce8e3a1ad14925" /><Relationship Type="http://schemas.openxmlformats.org/officeDocument/2006/relationships/slide" Target="/ppt/slides/slide12.xml" Id="R604da05946da4c68" /><Relationship Type="http://schemas.openxmlformats.org/officeDocument/2006/relationships/slide" Target="/ppt/slides/slide13.xml" Id="R7b141b5713b34228" /><Relationship Type="http://schemas.openxmlformats.org/officeDocument/2006/relationships/slide" Target="/ppt/slides/slide14.xml" Id="Ra2f72078c1bf4956" /><Relationship Type="http://schemas.openxmlformats.org/officeDocument/2006/relationships/slide" Target="/ppt/slides/slide15.xml" Id="R431e97838fba40e6" /><Relationship Type="http://schemas.openxmlformats.org/officeDocument/2006/relationships/slide" Target="/ppt/slides/slide16.xml" Id="Rd0e1ad52c4a84eb1" /><Relationship Type="http://schemas.openxmlformats.org/officeDocument/2006/relationships/slide" Target="/ppt/slides/slide17.xml" Id="R9f3ba677f0354abd" /><Relationship Type="http://schemas.openxmlformats.org/officeDocument/2006/relationships/slide" Target="/ppt/slides/slide18.xml" Id="R9b4dac609eab4d87" /><Relationship Type="http://schemas.openxmlformats.org/officeDocument/2006/relationships/slide" Target="/ppt/slides/slide19.xml" Id="Rb724812fdab54f0b" /><Relationship Type="http://schemas.openxmlformats.org/officeDocument/2006/relationships/slide" Target="/ppt/slides/slide20.xml" Id="R1d0f2c8a6875404a" /><Relationship Type="http://schemas.openxmlformats.org/officeDocument/2006/relationships/slide" Target="/ppt/slides/slide21.xml" Id="Rcf05745401a84083" /><Relationship Type="http://schemas.openxmlformats.org/officeDocument/2006/relationships/slide" Target="/ppt/slides/slide22.xml" Id="Rb6f7bb2ea9904912" /><Relationship Type="http://schemas.openxmlformats.org/officeDocument/2006/relationships/slide" Target="/ppt/slides/slide23.xml" Id="R3674548b0a704d64" /><Relationship Type="http://schemas.openxmlformats.org/officeDocument/2006/relationships/slide" Target="/ppt/slides/slide24.xml" Id="R3ff75af4e1394d45" /><Relationship Type="http://schemas.openxmlformats.org/officeDocument/2006/relationships/slide" Target="/ppt/slides/slide25.xml" Id="R27bbcf432f7b44ee" /><Relationship Type="http://schemas.openxmlformats.org/officeDocument/2006/relationships/slide" Target="/ppt/slides/slide26.xml" Id="Re4cb91059f114c34" /><Relationship Type="http://schemas.openxmlformats.org/officeDocument/2006/relationships/slide" Target="/ppt/slides/slide27.xml" Id="R1dbabfe115624dd3" /><Relationship Type="http://schemas.openxmlformats.org/officeDocument/2006/relationships/slide" Target="/ppt/slides/slide28.xml" Id="Rce7f78cec42549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e351a49b7045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f456cc5bf14990" /><Relationship Type="http://schemas.openxmlformats.org/officeDocument/2006/relationships/notesMaster" Target="/ppt/notesMasters/notesMaster1.xml" Id="R1a5427e7971044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ebd91e82ec4ae9" /><Relationship Type="http://schemas.openxmlformats.org/officeDocument/2006/relationships/notesMaster" Target="/ppt/notesMasters/notesMaster1.xml" Id="Ra541cb1cde2149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8fc373f6e548c4" /><Relationship Type="http://schemas.openxmlformats.org/officeDocument/2006/relationships/notesMaster" Target="/ppt/notesMasters/notesMaster1.xml" Id="Ra18325f75f4f4c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aef339062242c1" /><Relationship Type="http://schemas.openxmlformats.org/officeDocument/2006/relationships/notesMaster" Target="/ppt/notesMasters/notesMaster1.xml" Id="R0c747bbbb1c749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046c9b71014bb1" /><Relationship Type="http://schemas.openxmlformats.org/officeDocument/2006/relationships/notesMaster" Target="/ppt/notesMasters/notesMaster1.xml" Id="R2f6bc42db3f748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b7f26c70d84f4c" /><Relationship Type="http://schemas.openxmlformats.org/officeDocument/2006/relationships/notesMaster" Target="/ppt/notesMasters/notesMaster1.xml" Id="Ra06604a8b5474b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b2d9ac28544501" /><Relationship Type="http://schemas.openxmlformats.org/officeDocument/2006/relationships/notesMaster" Target="/ppt/notesMasters/notesMaster1.xml" Id="R2ee62de237b54e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6693db698649f7" /><Relationship Type="http://schemas.openxmlformats.org/officeDocument/2006/relationships/notesMaster" Target="/ppt/notesMasters/notesMaster1.xml" Id="R819a46578d2043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8b365843064be2" /><Relationship Type="http://schemas.openxmlformats.org/officeDocument/2006/relationships/notesMaster" Target="/ppt/notesMasters/notesMaster1.xml" Id="Rf8d81935c10047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34897f6eee4666" /><Relationship Type="http://schemas.openxmlformats.org/officeDocument/2006/relationships/notesMaster" Target="/ppt/notesMasters/notesMaster1.xml" Id="R1408659029fd44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7d47b19884b4bc5" /><Relationship Type="http://schemas.openxmlformats.org/officeDocument/2006/relationships/notesMaster" Target="/ppt/notesMasters/notesMaster1.xml" Id="Ra7cc2362e46d48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bfff8de48c45f1" /><Relationship Type="http://schemas.openxmlformats.org/officeDocument/2006/relationships/notesMaster" Target="/ppt/notesMasters/notesMaster1.xml" Id="R046affa08b154f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7d2f3def9474b69" /><Relationship Type="http://schemas.openxmlformats.org/officeDocument/2006/relationships/notesMaster" Target="/ppt/notesMasters/notesMaster1.xml" Id="Rd8ef109da0e34a6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f767fc93954431c" /><Relationship Type="http://schemas.openxmlformats.org/officeDocument/2006/relationships/notesMaster" Target="/ppt/notesMasters/notesMaster1.xml" Id="Ra137814ce681452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e93b3dd68ad4c2f" /><Relationship Type="http://schemas.openxmlformats.org/officeDocument/2006/relationships/notesMaster" Target="/ppt/notesMasters/notesMaster1.xml" Id="R842f59abd000408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2139ad60be94303" /><Relationship Type="http://schemas.openxmlformats.org/officeDocument/2006/relationships/notesMaster" Target="/ppt/notesMasters/notesMaster1.xml" Id="R3e2001ac5e18458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7543c91c9234043" /><Relationship Type="http://schemas.openxmlformats.org/officeDocument/2006/relationships/notesMaster" Target="/ppt/notesMasters/notesMaster1.xml" Id="Rc0825039ae4b4d7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51e351bb5ed4135" /><Relationship Type="http://schemas.openxmlformats.org/officeDocument/2006/relationships/notesMaster" Target="/ppt/notesMasters/notesMaster1.xml" Id="R3f32dd3f629541c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63adaec55124782" /><Relationship Type="http://schemas.openxmlformats.org/officeDocument/2006/relationships/notesMaster" Target="/ppt/notesMasters/notesMaster1.xml" Id="R77f6f169a5f0493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6dcc436620f476c" /><Relationship Type="http://schemas.openxmlformats.org/officeDocument/2006/relationships/notesMaster" Target="/ppt/notesMasters/notesMaster1.xml" Id="Reb69354be7604f7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45c5bca72694a0b" /><Relationship Type="http://schemas.openxmlformats.org/officeDocument/2006/relationships/notesMaster" Target="/ppt/notesMasters/notesMaster1.xml" Id="Rc0abb16583f34c9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d3cda4f46bc4256" /><Relationship Type="http://schemas.openxmlformats.org/officeDocument/2006/relationships/notesMaster" Target="/ppt/notesMasters/notesMaster1.xml" Id="R43aeced9bb9441d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ee3ebf400124b51" /><Relationship Type="http://schemas.openxmlformats.org/officeDocument/2006/relationships/notesMaster" Target="/ppt/notesMasters/notesMaster1.xml" Id="Re0d26df70d9044c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8c65564b5bf4266" /><Relationship Type="http://schemas.openxmlformats.org/officeDocument/2006/relationships/notesMaster" Target="/ppt/notesMasters/notesMaster1.xml" Id="R7970834c82de41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a9d303866c74829" /><Relationship Type="http://schemas.openxmlformats.org/officeDocument/2006/relationships/notesMaster" Target="/ppt/notesMasters/notesMaster1.xml" Id="R6910f626be7348b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1e65a4a8aa6416a" /><Relationship Type="http://schemas.openxmlformats.org/officeDocument/2006/relationships/notesMaster" Target="/ppt/notesMasters/notesMaster1.xml" Id="Rb35d4ff6bad1431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2f576dc99134b30" /><Relationship Type="http://schemas.openxmlformats.org/officeDocument/2006/relationships/notesMaster" Target="/ppt/notesMasters/notesMaster1.xml" Id="R9609dded8aa0480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72c8dfa50c74ef6" /><Relationship Type="http://schemas.openxmlformats.org/officeDocument/2006/relationships/notesMaster" Target="/ppt/notesMasters/notesMaster1.xml" Id="Ra63b6651bdf84a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2f982dbf1441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d2cbe72a974ef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81c771eb4411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1b286d387b4d5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dd4b96b4fd487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1e8bb6f3884e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4685-1EB5-4CBD-AC9A-C42C04D4B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A878AE-B2C1-4D2F-8A33-6B951F380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998D0F7-4811-4D99-A7A6-31FBA3C75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CF480-7062-46AB-A61D-E404E16C7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3599D4-BD08-42E0-8C02-7FF9561D1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65D1B-EABA-44A1-8B0E-8C3C708F1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B952FA-5DA8-42A7-B253-30E7E1A589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0EB4C4-18B4-4D3D-AD73-EE6C5433CE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789514-56B3-4A2F-9E70-B6F42C0DA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59AF48-E6F8-4073-BE7E-E1FE80E47B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cea8716b764c8e" /><Relationship Type="http://schemas.openxmlformats.org/officeDocument/2006/relationships/slideLayout" Target="/ppt/slideLayouts/slideLayout1.xml" Id="R6318f1f273df459f" /><Relationship Type="http://schemas.openxmlformats.org/officeDocument/2006/relationships/slideLayout" Target="/ppt/slideLayouts/slideLayout2.xml" Id="R8c38b17c7dfd4978" /><Relationship Type="http://schemas.openxmlformats.org/officeDocument/2006/relationships/slideLayout" Target="/ppt/slideLayouts/slideLayout3.xml" Id="Ra2e3497250cb4020" /><Relationship Type="http://schemas.openxmlformats.org/officeDocument/2006/relationships/slideLayout" Target="/ppt/slideLayouts/slideLayout4.xml" Id="Rf5054c07a0a24ef1" /><Relationship Type="http://schemas.openxmlformats.org/officeDocument/2006/relationships/slideLayout" Target="/ppt/slideLayouts/slideLayout5.xml" Id="Rac112b0cf4b843d1" /><Relationship Type="http://schemas.openxmlformats.org/officeDocument/2006/relationships/slideLayout" Target="/ppt/slideLayouts/slideLayout6.xml" Id="R35448ac0eabc4d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18f1f273df459f"/>
    <p:sldLayoutId xmlns:r="http://schemas.openxmlformats.org/officeDocument/2006/relationships" id="2147483650" r:id="R8c38b17c7dfd4978"/>
    <p:sldLayoutId xmlns:r="http://schemas.openxmlformats.org/officeDocument/2006/relationships" id="2147483651" r:id="Ra2e3497250cb4020"/>
    <p:sldLayoutId xmlns:r="http://schemas.openxmlformats.org/officeDocument/2006/relationships" id="2147483652" r:id="Rf5054c07a0a24ef1"/>
    <p:sldLayoutId xmlns:r="http://schemas.openxmlformats.org/officeDocument/2006/relationships" id="2147483653" r:id="Rac112b0cf4b843d1"/>
    <p:sldLayoutId xmlns:r="http://schemas.openxmlformats.org/officeDocument/2006/relationships" id="2147483654" r:id="R35448ac0eabc4d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9b722a2bfc4ef7" /><Relationship Type="http://schemas.openxmlformats.org/officeDocument/2006/relationships/notesSlide" Target="/ppt/notesSlides/notesSlide1.xml" Id="Rc1fc504cfa8e45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56c9f3136e4339" /><Relationship Type="http://schemas.openxmlformats.org/officeDocument/2006/relationships/notesSlide" Target="/ppt/notesSlides/notesSlide2.xml" Id="Ra51ffed2f00045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3c8811e143475d" /><Relationship Type="http://schemas.openxmlformats.org/officeDocument/2006/relationships/notesSlide" Target="/ppt/notesSlides/notesSlide3.xml" Id="Rd2bfcd6c3da149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41526d9fb54080" /><Relationship Type="http://schemas.openxmlformats.org/officeDocument/2006/relationships/notesSlide" Target="/ppt/notesSlides/notesSlide4.xml" Id="R3d48fdb8edd049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d5cddf2da64b07" /><Relationship Type="http://schemas.openxmlformats.org/officeDocument/2006/relationships/notesSlide" Target="/ppt/notesSlides/notesSlide5.xml" Id="R3b9a0f2810f748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48e84a54ca4427" /><Relationship Type="http://schemas.openxmlformats.org/officeDocument/2006/relationships/notesSlide" Target="/ppt/notesSlides/notesSlide6.xml" Id="R793be5b3db7842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9134f66fe94cd2" /><Relationship Type="http://schemas.openxmlformats.org/officeDocument/2006/relationships/notesSlide" Target="/ppt/notesSlides/notesSlide7.xml" Id="R97b08253a2694e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3ef0c2a05a472c" /><Relationship Type="http://schemas.openxmlformats.org/officeDocument/2006/relationships/notesSlide" Target="/ppt/notesSlides/notesSlide8.xml" Id="R7bd97b65456c4d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73a6436ac24bd7" /><Relationship Type="http://schemas.openxmlformats.org/officeDocument/2006/relationships/notesSlide" Target="/ppt/notesSlides/notesSlide9.xml" Id="Rd2d3d758c5814d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34aea1a4324135" /><Relationship Type="http://schemas.openxmlformats.org/officeDocument/2006/relationships/notesSlide" Target="/ppt/notesSlides/notesSlide10.xml" Id="R668fb1e39d634c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fe951c732d4e8a" /><Relationship Type="http://schemas.openxmlformats.org/officeDocument/2006/relationships/notesSlide" Target="/ppt/notesSlides/notesSlide11.xml" Id="Rfcd525a48bb24e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beff0e984046fc" /><Relationship Type="http://schemas.openxmlformats.org/officeDocument/2006/relationships/notesSlide" Target="/ppt/notesSlides/notesSlide12.xml" Id="R4ca7ffdb92e649a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3352858f374ebb" /><Relationship Type="http://schemas.openxmlformats.org/officeDocument/2006/relationships/notesSlide" Target="/ppt/notesSlides/notesSlide13.xml" Id="R1e70efcc392f44f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7d46691911487f" /><Relationship Type="http://schemas.openxmlformats.org/officeDocument/2006/relationships/notesSlide" Target="/ppt/notesSlides/notesSlide14.xml" Id="Rbe47b34f03d6423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b461b5516143d3" /><Relationship Type="http://schemas.openxmlformats.org/officeDocument/2006/relationships/notesSlide" Target="/ppt/notesSlides/notesSlide15.xml" Id="R8b34199ebe7f45e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afe30db6774288" /><Relationship Type="http://schemas.openxmlformats.org/officeDocument/2006/relationships/notesSlide" Target="/ppt/notesSlides/notesSlide16.xml" Id="R1e3780dfa6b7401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21ad9f6acc41fb" /><Relationship Type="http://schemas.openxmlformats.org/officeDocument/2006/relationships/notesSlide" Target="/ppt/notesSlides/notesSlide17.xml" Id="R34cca444cd66454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4709f8a90e4b93" /><Relationship Type="http://schemas.openxmlformats.org/officeDocument/2006/relationships/notesSlide" Target="/ppt/notesSlides/notesSlide18.xml" Id="R27662526d9aa473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5a15b5f1fd4e88" /><Relationship Type="http://schemas.openxmlformats.org/officeDocument/2006/relationships/notesSlide" Target="/ppt/notesSlides/notesSlide19.xml" Id="R22754a836dcf456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4c79726a4c41f1" /><Relationship Type="http://schemas.openxmlformats.org/officeDocument/2006/relationships/notesSlide" Target="/ppt/notesSlides/notesSlide20.xml" Id="R0d7521e400034d9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2824ae75004da8" /><Relationship Type="http://schemas.openxmlformats.org/officeDocument/2006/relationships/notesSlide" Target="/ppt/notesSlides/notesSlide21.xml" Id="R917aa05dad294d5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216169ed854204" /><Relationship Type="http://schemas.openxmlformats.org/officeDocument/2006/relationships/notesSlide" Target="/ppt/notesSlides/notesSlide22.xml" Id="Rd0dc99e9c091477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bdda9f722c4165" /><Relationship Type="http://schemas.openxmlformats.org/officeDocument/2006/relationships/notesSlide" Target="/ppt/notesSlides/notesSlide23.xml" Id="R55c57750f62a4dd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2aedc623604698" /><Relationship Type="http://schemas.openxmlformats.org/officeDocument/2006/relationships/notesSlide" Target="/ppt/notesSlides/notesSlide24.xml" Id="Re16b128d351f4de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756eb8f3524b0a" /><Relationship Type="http://schemas.openxmlformats.org/officeDocument/2006/relationships/notesSlide" Target="/ppt/notesSlides/notesSlide25.xml" Id="Raa51595bcfdf4a8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32ee3014eb4c1b" /><Relationship Type="http://schemas.openxmlformats.org/officeDocument/2006/relationships/notesSlide" Target="/ppt/notesSlides/notesSlide26.xml" Id="Refb55af96bda45e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99958abac844cb" /><Relationship Type="http://schemas.openxmlformats.org/officeDocument/2006/relationships/notesSlide" Target="/ppt/notesSlides/notesSlide27.xml" Id="R9ea8e29c22e4485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280f8696d040fa" /><Relationship Type="http://schemas.openxmlformats.org/officeDocument/2006/relationships/notesSlide" Target="/ppt/notesSlides/notesSlide28.xml" Id="R99d7da64ff7e49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E6B6716-0B0E-47BB-96F7-1297EBBC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CDC · Iceberg 프로젝트 스터디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7E411-999A-4CDA-8864-5F55F5C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 CDC 수집과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이벤트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2B3F-196B-4441-ACAE-1D00FF4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7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4D45B2-6D0C-4A5E-8FCD-D8CBF8D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2회차 · 120분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원천 설정부터 Kafka 메시지, Bronze 행, Parquet 파일까지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9413CA0-7499-4E3E-9D3E-2F9ADD4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강사 맥미니 시연 · 학생 SQL·이벤트 예측 · 개인 환경 복습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BE9BC-103F-4273-BC74-39A86266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BB9D8AC-43EF-41E0-887C-CB7CB25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F2AF13BD-9796-4D64-874F-0DA80CD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960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03D1E2-1AF0-4B46-A7C1-6D4067E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72310973-32F7-4712-B6A7-C2D3237A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오늘의 120분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8C29A-CE77-4DED-9EB0-6B1B92AB5786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0972800" cy="4391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3667125"/>
                <a:gridCol w="5095875"/>
              </a:tblGrid>
              <a:tr h="4878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활동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00:00–00:10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복습 진행 공유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해본 것과 막힌 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00:10–00:30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지난 시간의 저장 결과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3이력 → 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00:30–00:50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PostgreSQL·Debezium 설정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발행 범위 · 이전 값 · 소비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00:50–00:55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휴식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00:55–01:15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스냅샷과 이벤트 파서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 · c/u/d · tombstone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01:15–01:35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환불 예측과 실행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→ Bronze · 실제 파싱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01:35–01:50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 구간 진단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어디까지 도착했는가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878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01:50–02:00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정리와 복습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개인 실행 · 다음 회차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661B-6EE5-4E02-A3E3-B7C06A0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57626F3E-5D52-45AD-93C3-959C59F8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412D6900-421C-43A0-8BDA-F5E72FE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24853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복습하면서 어디까지 해보셨나요?</a:t>
            </a:r>
          </a:p>
        </p:txBody>
      </p:sp>
      <p:sp>
        <p:nvSpPr>
          <p:cNvPr id="3" name="panel-12">
            <a:extLst xmlns:a="http://schemas.openxmlformats.org/drawingml/2006/main">
              <a:ext uri="{FF2B5EF4-FFF2-40B4-BE49-F238E27FC236}">
                <a16:creationId xmlns:a16="http://schemas.microsoft.com/office/drawing/2014/main" id="{6F4B333A-B93C-4C43-9A52-EACF284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3">
            <a:extLst xmlns:a="http://schemas.openxmlformats.org/drawingml/2006/main">
              <a:ext uri="{FF2B5EF4-FFF2-40B4-BE49-F238E27FC236}">
                <a16:creationId xmlns:a16="http://schemas.microsoft.com/office/drawing/2014/main" id="{751251AA-5B97-46EB-A4DB-2C52C9A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해본 것</a:t>
            </a:r>
          </a:p>
        </p:txBody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C09D8CB6-AB44-4F96-96B5-66D8C86E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환경을 띄웠는지,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명령을 실행했는지</a:t>
            </a:r>
          </a:p>
        </p:txBody>
      </p:sp>
      <p:sp>
        <p:nvSpPr>
          <p:cNvPr id="6" name="panel-15">
            <a:extLst xmlns:a="http://schemas.openxmlformats.org/drawingml/2006/main">
              <a:ext uri="{FF2B5EF4-FFF2-40B4-BE49-F238E27FC236}">
                <a16:creationId xmlns:a16="http://schemas.microsoft.com/office/drawing/2014/main" id="{0B2D55D8-9C7F-4C87-8D32-2B2FFA58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6">
            <a:extLst xmlns:a="http://schemas.openxmlformats.org/drawingml/2006/main">
              <a:ext uri="{FF2B5EF4-FFF2-40B4-BE49-F238E27FC236}">
                <a16:creationId xmlns:a16="http://schemas.microsoft.com/office/drawing/2014/main" id="{77318CBF-B971-485F-8400-292420FF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확인한 결과</a:t>
            </a:r>
          </a:p>
        </p:txBody>
      </p:sp>
      <p:sp>
        <p:nvSpPr>
          <p:cNvPr id="8" name="text-17">
            <a:extLst xmlns:a="http://schemas.openxmlformats.org/drawingml/2006/main">
              <a:ext uri="{FF2B5EF4-FFF2-40B4-BE49-F238E27FC236}">
                <a16:creationId xmlns:a16="http://schemas.microsoft.com/office/drawing/2014/main" id="{32686024-13AE-4BA2-B7DD-D071460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예상했던 값과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실제 결과가 같았는지</a:t>
            </a:r>
          </a:p>
        </p:txBody>
      </p:sp>
      <p:sp>
        <p:nvSpPr>
          <p:cNvPr id="9" name="panel-18">
            <a:extLst xmlns:a="http://schemas.openxmlformats.org/drawingml/2006/main">
              <a:ext uri="{FF2B5EF4-FFF2-40B4-BE49-F238E27FC236}">
                <a16:creationId xmlns:a16="http://schemas.microsoft.com/office/drawing/2014/main" id="{62735B1F-9078-4105-8F7B-2BA988BF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9">
            <a:extLst xmlns:a="http://schemas.openxmlformats.org/drawingml/2006/main">
              <a:ext uri="{FF2B5EF4-FFF2-40B4-BE49-F238E27FC236}">
                <a16:creationId xmlns:a16="http://schemas.microsoft.com/office/drawing/2014/main" id="{EB5CE859-BCEA-411F-9600-B98DD6A7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막힌 부분</a:t>
            </a:r>
          </a:p>
        </p:txBody>
      </p:sp>
      <p:sp>
        <p:nvSpPr>
          <p:cNvPr id="11" name="text-20">
            <a:extLst xmlns:a="http://schemas.openxmlformats.org/drawingml/2006/main">
              <a:ext uri="{FF2B5EF4-FFF2-40B4-BE49-F238E27FC236}">
                <a16:creationId xmlns:a16="http://schemas.microsoft.com/office/drawing/2014/main" id="{BF639332-1D7C-4974-BD7D-BF933B53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오류 메시지와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다음에 시도할 것</a:t>
            </a:r>
          </a:p>
        </p:txBody>
      </p:sp>
      <p:sp>
        <p:nvSpPr>
          <p:cNvPr id="12" name="panel-21">
            <a:extLst xmlns:a="http://schemas.openxmlformats.org/drawingml/2006/main">
              <a:ext uri="{FF2B5EF4-FFF2-40B4-BE49-F238E27FC236}">
                <a16:creationId xmlns:a16="http://schemas.microsoft.com/office/drawing/2014/main" id="{196FD7CB-9990-4410-ACF1-7568C88E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2">
            <a:extLst xmlns:a="http://schemas.openxmlformats.org/drawingml/2006/main">
              <a:ext uri="{FF2B5EF4-FFF2-40B4-BE49-F238E27FC236}">
                <a16:creationId xmlns:a16="http://schemas.microsoft.com/office/drawing/2014/main" id="{BFE407A2-C8C3-4B00-B5D5-7A4FCBA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SQL이나 실행 화면을 보면서 편하게 나눕니다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5">
            <a:extLst xmlns:a="http://schemas.openxmlformats.org/drawingml/2006/main">
              <a:ext uri="{FF2B5EF4-FFF2-40B4-BE49-F238E27FC236}">
                <a16:creationId xmlns:a16="http://schemas.microsoft.com/office/drawing/2014/main" id="{4C4384F4-6B95-42EE-8ED4-D4A7CAA7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984A868A-A781-429C-9A1B-34E581AC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 확인할 수집 경로</a:t>
            </a:r>
          </a:p>
        </p:txBody>
      </p:sp>
      <p:sp>
        <p:nvSpPr>
          <p:cNvPr id="3" name="panel-27">
            <a:extLst xmlns:a="http://schemas.openxmlformats.org/drawingml/2006/main">
              <a:ext uri="{FF2B5EF4-FFF2-40B4-BE49-F238E27FC236}">
                <a16:creationId xmlns:a16="http://schemas.microsoft.com/office/drawing/2014/main" id="{3C1EB22D-F609-4850-BC81-B93E0673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8">
            <a:extLst xmlns:a="http://schemas.openxmlformats.org/drawingml/2006/main">
              <a:ext uri="{FF2B5EF4-FFF2-40B4-BE49-F238E27FC236}">
                <a16:creationId xmlns:a16="http://schemas.microsoft.com/office/drawing/2014/main" id="{CB275194-9EA5-46AE-8A47-28183411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</a:t>
            </a:r>
          </a:p>
        </p:txBody>
      </p:sp>
      <p:sp>
        <p:nvSpPr>
          <p:cNvPr id="5" name="text-29">
            <a:extLst xmlns:a="http://schemas.openxmlformats.org/drawingml/2006/main">
              <a:ext uri="{FF2B5EF4-FFF2-40B4-BE49-F238E27FC236}">
                <a16:creationId xmlns:a16="http://schemas.microsoft.com/office/drawing/2014/main" id="{5B5E6F83-EAD2-4B82-89C7-EA99DCD8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행 · WAL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B4761-3DEA-4EB5-A622-A370BA82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30">
            <a:extLst xmlns:a="http://schemas.openxmlformats.org/drawingml/2006/main">
              <a:ext uri="{FF2B5EF4-FFF2-40B4-BE49-F238E27FC236}">
                <a16:creationId xmlns:a16="http://schemas.microsoft.com/office/drawing/2014/main" id="{CBECA698-CABB-4789-8934-C4EA3597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405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00BDA40B-4606-4328-9C8F-A8A7BDB9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80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1C87C0DD-24E9-4603-956C-0AA66C87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755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변경 이벤트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F1FDE-9DE8-4B56-8420-80106678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1085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33">
            <a:extLst xmlns:a="http://schemas.openxmlformats.org/drawingml/2006/main">
              <a:ext uri="{FF2B5EF4-FFF2-40B4-BE49-F238E27FC236}">
                <a16:creationId xmlns:a16="http://schemas.microsoft.com/office/drawing/2014/main" id="{1310F6CF-311F-40BD-BAEC-7FC8845D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921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34">
            <a:extLst xmlns:a="http://schemas.openxmlformats.org/drawingml/2006/main">
              <a:ext uri="{FF2B5EF4-FFF2-40B4-BE49-F238E27FC236}">
                <a16:creationId xmlns:a16="http://schemas.microsoft.com/office/drawing/2014/main" id="{BC9E7D7A-E52F-4015-BE45-420D5857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208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3" name="text-35">
            <a:extLst xmlns:a="http://schemas.openxmlformats.org/drawingml/2006/main">
              <a:ext uri="{FF2B5EF4-FFF2-40B4-BE49-F238E27FC236}">
                <a16:creationId xmlns:a16="http://schemas.microsoft.com/office/drawing/2014/main" id="{173C559A-01D3-4C1B-85B5-57510F2A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56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key/value · 위치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F4491-4C67-4532-91F3-99286C8F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0890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36">
            <a:extLst xmlns:a="http://schemas.openxmlformats.org/drawingml/2006/main">
              <a:ext uri="{FF2B5EF4-FFF2-40B4-BE49-F238E27FC236}">
                <a16:creationId xmlns:a16="http://schemas.microsoft.com/office/drawing/2014/main" id="{4C883AC8-E1CE-49D2-8A33-38C225BA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text-37">
            <a:extLst xmlns:a="http://schemas.openxmlformats.org/drawingml/2006/main">
              <a:ext uri="{FF2B5EF4-FFF2-40B4-BE49-F238E27FC236}">
                <a16:creationId xmlns:a16="http://schemas.microsoft.com/office/drawing/2014/main" id="{FEC6D937-AB5D-45A8-94C1-6AB775AC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1890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</a:t>
            </a:r>
          </a:p>
        </p:txBody>
      </p:sp>
      <p:sp>
        <p:nvSpPr>
          <p:cNvPr id="17" name="text-38">
            <a:extLst xmlns:a="http://schemas.openxmlformats.org/drawingml/2006/main">
              <a:ext uri="{FF2B5EF4-FFF2-40B4-BE49-F238E27FC236}">
                <a16:creationId xmlns:a16="http://schemas.microsoft.com/office/drawing/2014/main" id="{380D5638-DCA1-4A44-8C66-3EBAB0FB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2365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원문 append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F57872-79F5-4D57-8558-40C827FB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695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9" name="panel-39">
            <a:extLst xmlns:a="http://schemas.openxmlformats.org/drawingml/2006/main">
              <a:ext uri="{FF2B5EF4-FFF2-40B4-BE49-F238E27FC236}">
                <a16:creationId xmlns:a16="http://schemas.microsoft.com/office/drawing/2014/main" id="{3874A641-05D0-4043-BA16-C42B7E0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8820" y="2362200"/>
            <a:ext cx="1973580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text-40">
            <a:extLst xmlns:a="http://schemas.openxmlformats.org/drawingml/2006/main">
              <a:ext uri="{FF2B5EF4-FFF2-40B4-BE49-F238E27FC236}">
                <a16:creationId xmlns:a16="http://schemas.microsoft.com/office/drawing/2014/main" id="{5A566097-B347-49C8-800E-275CB1B0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695" y="2638425"/>
            <a:ext cx="168783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Bronze</a:t>
            </a:r>
          </a:p>
        </p:txBody>
      </p:sp>
      <p:sp>
        <p:nvSpPr>
          <p:cNvPr id="21" name="text-41">
            <a:extLst xmlns:a="http://schemas.openxmlformats.org/drawingml/2006/main">
              <a:ext uri="{FF2B5EF4-FFF2-40B4-BE49-F238E27FC236}">
                <a16:creationId xmlns:a16="http://schemas.microsoft.com/office/drawing/2014/main" id="{BD1C58EB-26A7-484F-91F1-4ACAD268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2170" y="3457575"/>
            <a:ext cx="170688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SQL · 저장 파일</a:t>
            </a:r>
          </a:p>
        </p:txBody>
      </p:sp>
      <p:sp>
        <p:nvSpPr>
          <p:cNvPr id="22" name="panel-42">
            <a:extLst xmlns:a="http://schemas.openxmlformats.org/drawingml/2006/main">
              <a:ext uri="{FF2B5EF4-FFF2-40B4-BE49-F238E27FC236}">
                <a16:creationId xmlns:a16="http://schemas.microsoft.com/office/drawing/2014/main" id="{7191F72D-0813-4221-BAB3-9A86F1F7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text-43">
            <a:extLst xmlns:a="http://schemas.openxmlformats.org/drawingml/2006/main">
              <a:ext uri="{FF2B5EF4-FFF2-40B4-BE49-F238E27FC236}">
                <a16:creationId xmlns:a16="http://schemas.microsoft.com/office/drawing/2014/main" id="{4449A489-FDDA-43F8-AEE5-86192624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SQL은 Bronze를 읽는 데 사용합니다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Silver·Gold 변환과 dbt 구현은 후속 회차입니다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ED7CCB-E841-497C-8472-573F2C07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5" name="text-44">
            <a:extLst xmlns:a="http://schemas.openxmlformats.org/drawingml/2006/main">
              <a:ext uri="{FF2B5EF4-FFF2-40B4-BE49-F238E27FC236}">
                <a16:creationId xmlns:a16="http://schemas.microsoft.com/office/drawing/2014/main" id="{8DEFE5D0-EAF6-4A6B-A347-D11F1D5C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6" name="text-45">
            <a:extLst xmlns:a="http://schemas.openxmlformats.org/drawingml/2006/main">
              <a:ext uri="{FF2B5EF4-FFF2-40B4-BE49-F238E27FC236}">
                <a16:creationId xmlns:a16="http://schemas.microsoft.com/office/drawing/2014/main" id="{B637CA98-5CAB-44FF-8F91-553B13C8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93601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삭제한 환불은 어디에 남을까요?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12D5A3-5BAF-40AF-BC23-36DA1470ED81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PostgreSQL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value / Bronze payload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INSERT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1행 · 20,000원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 · after.amount = 20000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UPDATE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1행 · 30,000원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 · before 20000 → after 30000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DELETE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 · before 30000 → after 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48">
            <a:extLst xmlns:a="http://schemas.openxmlformats.org/drawingml/2006/main">
              <a:ext uri="{FF2B5EF4-FFF2-40B4-BE49-F238E27FC236}">
                <a16:creationId xmlns:a16="http://schemas.microsoft.com/office/drawing/2014/main" id="{F0B58CE5-53B8-46C8-9108-0164FE77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49">
            <a:extLst xmlns:a="http://schemas.openxmlformats.org/drawingml/2006/main">
              <a:ext uri="{FF2B5EF4-FFF2-40B4-BE49-F238E27FC236}">
                <a16:creationId xmlns:a16="http://schemas.microsoft.com/office/drawing/2014/main" id="{5F1272AE-B9EF-43DF-A938-C18105BF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같은 PK의 c/u/d는 서로 다른 변경 이력입니다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63D18357-7201-48D7-A7AD-97FCCEB0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53">
            <a:extLst xmlns:a="http://schemas.openxmlformats.org/drawingml/2006/main">
              <a:ext uri="{FF2B5EF4-FFF2-40B4-BE49-F238E27FC236}">
                <a16:creationId xmlns:a16="http://schemas.microsoft.com/office/drawing/2014/main" id="{902E3B0E-EA5A-4303-9BFE-F862E68A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Bronze에서 같은 환불의 세 이력 조회</a:t>
            </a:r>
          </a:p>
        </p:txBody>
      </p:sp>
      <p:sp>
        <p:nvSpPr>
          <p:cNvPr id="3" name="text-54">
            <a:extLst xmlns:a="http://schemas.openxmlformats.org/drawingml/2006/main">
              <a:ext uri="{FF2B5EF4-FFF2-40B4-BE49-F238E27FC236}">
                <a16:creationId xmlns:a16="http://schemas.microsoft.com/office/drawing/2014/main" id="{9936E93D-E0A8-462B-94F7-2304ACE2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 · lake.bronze.cdc_events</a:t>
            </a:r>
          </a:p>
        </p:txBody>
      </p:sp>
      <p:sp>
        <p:nvSpPr>
          <p:cNvPr id="4" name="panel-55">
            <a:extLst xmlns:a="http://schemas.openxmlformats.org/drawingml/2006/main">
              <a:ext uri="{FF2B5EF4-FFF2-40B4-BE49-F238E27FC236}">
                <a16:creationId xmlns:a16="http://schemas.microsoft.com/office/drawing/2014/main" id="{E35C00DE-4F9C-47FB-A2D8-688BF69A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56">
            <a:extLst xmlns:a="http://schemas.openxmlformats.org/drawingml/2006/main">
              <a:ext uri="{FF2B5EF4-FFF2-40B4-BE49-F238E27FC236}">
                <a16:creationId xmlns:a16="http://schemas.microsoft.com/office/drawing/2014/main" id="{8399E71D-C3CD-4452-B1FA-93F9127A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get_json_object(payload, '$.op') AS op,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get_json_object(payload, '$.before.amount') AS before_amount,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get_json_object(payload, '$.after.amount') AS after_amount,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   topic, partition_id, kafka_offset, _file AS parquet_file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lake.bronze.cdc_events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topic = 'cdc.public.refunds'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AND (get_json_object(payload, '$.after.refund_id') = '&lt;환불_ID&gt;'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OR get_json_object(payload, '$.before.refund_id') = '&lt;환불_ID&gt;')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ORDER BY partition_id, kafka_offset;</a:t>
            </a:r>
          </a:p>
        </p:txBody>
      </p:sp>
      <p:sp>
        <p:nvSpPr>
          <p:cNvPr id="6" name="panel-57">
            <a:extLst xmlns:a="http://schemas.openxmlformats.org/drawingml/2006/main">
              <a:ext uri="{FF2B5EF4-FFF2-40B4-BE49-F238E27FC236}">
                <a16:creationId xmlns:a16="http://schemas.microsoft.com/office/drawing/2014/main" id="{D8DEEA75-30F2-4FCD-90BD-17D598F2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58">
            <a:extLst xmlns:a="http://schemas.openxmlformats.org/drawingml/2006/main">
              <a:ext uri="{FF2B5EF4-FFF2-40B4-BE49-F238E27FC236}">
                <a16:creationId xmlns:a16="http://schemas.microsoft.com/office/drawing/2014/main" id="{0169E4AC-9085-4D7F-8F0B-199BFB58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DELETE는 before의 PK도 찾습니다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331501-FF7B-44ED-9CAD-4E20FB23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59">
            <a:extLst xmlns:a="http://schemas.openxmlformats.org/drawingml/2006/main">
              <a:ext uri="{FF2B5EF4-FFF2-40B4-BE49-F238E27FC236}">
                <a16:creationId xmlns:a16="http://schemas.microsoft.com/office/drawing/2014/main" id="{83252AA2-68FD-413E-B0F8-388CE23B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60">
            <a:extLst xmlns:a="http://schemas.openxmlformats.org/drawingml/2006/main">
              <a:ext uri="{FF2B5EF4-FFF2-40B4-BE49-F238E27FC236}">
                <a16:creationId xmlns:a16="http://schemas.microsoft.com/office/drawing/2014/main" id="{ACC7635D-D264-4008-B7B6-4BF08634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059954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61">
            <a:extLst xmlns:a="http://schemas.openxmlformats.org/drawingml/2006/main">
              <a:ext uri="{FF2B5EF4-FFF2-40B4-BE49-F238E27FC236}">
                <a16:creationId xmlns:a16="http://schemas.microsoft.com/office/drawing/2014/main" id="{48E0EEB5-BEC9-449C-9E04-6A8D783C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62">
            <a:extLst xmlns:a="http://schemas.openxmlformats.org/drawingml/2006/main">
              <a:ext uri="{FF2B5EF4-FFF2-40B4-BE49-F238E27FC236}">
                <a16:creationId xmlns:a16="http://schemas.microsoft.com/office/drawing/2014/main" id="{D5BB2613-C6DB-4106-AB60-00DCBCBD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조회 결과를 이렇게 대조합니다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87050-0972-4374-9595-A9E24C6907FC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판단할 근거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환불인가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 / after의 refund_id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내용이 맞는가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op와 20,000 → 30,000 → 삭제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메시지인가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topic + partition_id + kafka_offset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파일에 있는가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parquet_file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63">
            <a:extLst xmlns:a="http://schemas.openxmlformats.org/drawingml/2006/main">
              <a:ext uri="{FF2B5EF4-FFF2-40B4-BE49-F238E27FC236}">
                <a16:creationId xmlns:a16="http://schemas.microsoft.com/office/drawing/2014/main" id="{5F2851D0-810A-4754-9C0A-8550C8B0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64">
            <a:extLst xmlns:a="http://schemas.openxmlformats.org/drawingml/2006/main">
              <a:ext uri="{FF2B5EF4-FFF2-40B4-BE49-F238E27FC236}">
                <a16:creationId xmlns:a16="http://schemas.microsoft.com/office/drawing/2014/main" id="{95F2B582-8B4F-41B9-B682-C9FC95E8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오늘의 관찰은 이번 키의 결과입니다. 전체 데이터의 무누락 보장은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EEC33-9594-4F34-BFEF-FE4CDC8B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65">
            <a:extLst xmlns:a="http://schemas.openxmlformats.org/drawingml/2006/main">
              <a:ext uri="{FF2B5EF4-FFF2-40B4-BE49-F238E27FC236}">
                <a16:creationId xmlns:a16="http://schemas.microsoft.com/office/drawing/2014/main" id="{1B5E0F4C-1B64-41F5-AAF5-FB55560F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615622C4-C968-4832-AF46-38F93AAA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334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67">
            <a:extLst xmlns:a="http://schemas.openxmlformats.org/drawingml/2006/main">
              <a:ext uri="{FF2B5EF4-FFF2-40B4-BE49-F238E27FC236}">
                <a16:creationId xmlns:a16="http://schemas.microsoft.com/office/drawing/2014/main" id="{A3519D50-F8B9-4BCC-80D1-757D62BA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68">
            <a:extLst xmlns:a="http://schemas.openxmlformats.org/drawingml/2006/main">
              <a:ext uri="{FF2B5EF4-FFF2-40B4-BE49-F238E27FC236}">
                <a16:creationId xmlns:a16="http://schemas.microsoft.com/office/drawing/2014/main" id="{A4A08799-0DCE-4313-8FE1-CF6FE065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테이블이 참조하는 파일 확인</a:t>
            </a:r>
          </a:p>
        </p:txBody>
      </p:sp>
      <p:sp>
        <p:nvSpPr>
          <p:cNvPr id="3" name="text-69">
            <a:extLst xmlns:a="http://schemas.openxmlformats.org/drawingml/2006/main">
              <a:ext uri="{FF2B5EF4-FFF2-40B4-BE49-F238E27FC236}">
                <a16:creationId xmlns:a16="http://schemas.microsoft.com/office/drawing/2014/main" id="{90848B3C-D308-46AB-9BF9-BDD913B8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 · Iceberg files 메타데이터 테이블</a:t>
            </a:r>
          </a:p>
        </p:txBody>
      </p:sp>
      <p:sp>
        <p:nvSpPr>
          <p:cNvPr id="4" name="panel-70">
            <a:extLst xmlns:a="http://schemas.openxmlformats.org/drawingml/2006/main">
              <a:ext uri="{FF2B5EF4-FFF2-40B4-BE49-F238E27FC236}">
                <a16:creationId xmlns:a16="http://schemas.microsoft.com/office/drawing/2014/main" id="{B5BC696E-2D32-4AB7-823F-7BB86157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71">
            <a:extLst xmlns:a="http://schemas.openxmlformats.org/drawingml/2006/main">
              <a:ext uri="{FF2B5EF4-FFF2-40B4-BE49-F238E27FC236}">
                <a16:creationId xmlns:a16="http://schemas.microsoft.com/office/drawing/2014/main" id="{B6618537-F426-4DE7-BE68-76AF93AB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file_path, file_format, record_count, file_size_in_bytes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lake.bronze.cdc_events.files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content = 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ORDER BY file_path LIMIT 10;</a:t>
            </a:r>
          </a:p>
        </p:txBody>
      </p:sp>
      <p:sp>
        <p:nvSpPr>
          <p:cNvPr id="6" name="panel-72">
            <a:extLst xmlns:a="http://schemas.openxmlformats.org/drawingml/2006/main">
              <a:ext uri="{FF2B5EF4-FFF2-40B4-BE49-F238E27FC236}">
                <a16:creationId xmlns:a16="http://schemas.microsoft.com/office/drawing/2014/main" id="{B7E8C47E-C88B-4D50-88B0-05F0A465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73">
            <a:extLst xmlns:a="http://schemas.openxmlformats.org/drawingml/2006/main">
              <a:ext uri="{FF2B5EF4-FFF2-40B4-BE49-F238E27FC236}">
                <a16:creationId xmlns:a16="http://schemas.microsoft.com/office/drawing/2014/main" id="{602ECE82-E540-4EDF-8F5D-4FD189D7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parquet_file과 file_path를 연결합니다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0EE2C-4C9D-4D42-9D50-94339AE2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74">
            <a:extLst xmlns:a="http://schemas.openxmlformats.org/drawingml/2006/main">
              <a:ext uri="{FF2B5EF4-FFF2-40B4-BE49-F238E27FC236}">
                <a16:creationId xmlns:a16="http://schemas.microsoft.com/office/drawing/2014/main" id="{F86A517D-9B4D-4124-AC78-642EF365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75">
            <a:extLst xmlns:a="http://schemas.openxmlformats.org/drawingml/2006/main">
              <a:ext uri="{FF2B5EF4-FFF2-40B4-BE49-F238E27FC236}">
                <a16:creationId xmlns:a16="http://schemas.microsoft.com/office/drawing/2014/main" id="{F3C077AA-EDF8-4BFB-AC84-32F26D57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736724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Parquet 파일의 내용까지 확인</a:t>
            </a:r>
          </a:p>
        </p:txBody>
      </p:sp>
      <p:sp>
        <p:nvSpPr>
          <p:cNvPr id="3" name="panel-78">
            <a:extLst xmlns:a="http://schemas.openxmlformats.org/drawingml/2006/main">
              <a:ext uri="{FF2B5EF4-FFF2-40B4-BE49-F238E27FC236}">
                <a16:creationId xmlns:a16="http://schemas.microsoft.com/office/drawing/2014/main" id="{DEC3DCB3-E969-4E0A-826F-7C21B158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79">
            <a:extLst xmlns:a="http://schemas.openxmlformats.org/drawingml/2006/main">
              <a:ext uri="{FF2B5EF4-FFF2-40B4-BE49-F238E27FC236}">
                <a16:creationId xmlns:a16="http://schemas.microsoft.com/office/drawing/2014/main" id="{87A25B43-6470-4CBD-9A40-BEBF94C7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SQL</a:t>
            </a:r>
          </a:p>
        </p:txBody>
      </p:sp>
      <p:sp>
        <p:nvSpPr>
          <p:cNvPr id="5" name="text-80">
            <a:extLst xmlns:a="http://schemas.openxmlformats.org/drawingml/2006/main">
              <a:ext uri="{FF2B5EF4-FFF2-40B4-BE49-F238E27FC236}">
                <a16:creationId xmlns:a16="http://schemas.microsoft.com/office/drawing/2014/main" id="{E5EC01D9-BDDE-4EB0-BB2E-0BA03693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대상 행 + 파일 경로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F61E2-3FF5-4037-866A-3FD984EA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1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81">
            <a:extLst xmlns:a="http://schemas.openxmlformats.org/drawingml/2006/main">
              <a:ext uri="{FF2B5EF4-FFF2-40B4-BE49-F238E27FC236}">
                <a16:creationId xmlns:a16="http://schemas.microsoft.com/office/drawing/2014/main" id="{FA7316FF-C1B8-4180-93A3-8B20AC29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856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82">
            <a:extLst xmlns:a="http://schemas.openxmlformats.org/drawingml/2006/main">
              <a:ext uri="{FF2B5EF4-FFF2-40B4-BE49-F238E27FC236}">
                <a16:creationId xmlns:a16="http://schemas.microsoft.com/office/drawing/2014/main" id="{3C3D5A1B-CA1D-4146-A045-0C990C55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731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files 메타데이터</a:t>
            </a:r>
          </a:p>
        </p:txBody>
      </p:sp>
      <p:sp>
        <p:nvSpPr>
          <p:cNvPr id="9" name="text-83">
            <a:extLst xmlns:a="http://schemas.openxmlformats.org/drawingml/2006/main">
              <a:ext uri="{FF2B5EF4-FFF2-40B4-BE49-F238E27FC236}">
                <a16:creationId xmlns:a16="http://schemas.microsoft.com/office/drawing/2014/main" id="{600C2AC9-5F30-4415-97CF-39523D84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5206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파일 참조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5A98F7-91BE-48EB-9E60-5084FB76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84">
            <a:extLst xmlns:a="http://schemas.openxmlformats.org/drawingml/2006/main">
              <a:ext uri="{FF2B5EF4-FFF2-40B4-BE49-F238E27FC236}">
                <a16:creationId xmlns:a16="http://schemas.microsoft.com/office/drawing/2014/main" id="{77906194-B714-42BA-AA5E-FB91F9F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85">
            <a:extLst xmlns:a="http://schemas.openxmlformats.org/drawingml/2006/main">
              <a:ext uri="{FF2B5EF4-FFF2-40B4-BE49-F238E27FC236}">
                <a16:creationId xmlns:a16="http://schemas.microsoft.com/office/drawing/2014/main" id="{2143A368-DB83-4776-BA6A-CDA1D05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988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MinIO 데이터 파일</a:t>
            </a:r>
          </a:p>
        </p:txBody>
      </p:sp>
      <p:sp>
        <p:nvSpPr>
          <p:cNvPr id="13" name="text-86">
            <a:extLst xmlns:a="http://schemas.openxmlformats.org/drawingml/2006/main">
              <a:ext uri="{FF2B5EF4-FFF2-40B4-BE49-F238E27FC236}">
                <a16:creationId xmlns:a16="http://schemas.microsoft.com/office/drawing/2014/main" id="{23261558-F1F8-4BD2-9CBA-6A1786B6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63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실제 Parquet 읽기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6031F0-636E-454F-B0E0-8131C10E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244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87">
            <a:extLst xmlns:a="http://schemas.openxmlformats.org/drawingml/2006/main">
              <a:ext uri="{FF2B5EF4-FFF2-40B4-BE49-F238E27FC236}">
                <a16:creationId xmlns:a16="http://schemas.microsoft.com/office/drawing/2014/main" id="{ABE87957-D254-4D83-8A36-3609B36A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369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88">
            <a:extLst xmlns:a="http://schemas.openxmlformats.org/drawingml/2006/main">
              <a:ext uri="{FF2B5EF4-FFF2-40B4-BE49-F238E27FC236}">
                <a16:creationId xmlns:a16="http://schemas.microsoft.com/office/drawing/2014/main" id="{E02030BF-3E61-4D12-9FAA-E97F5C86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244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내용 대조</a:t>
            </a:r>
          </a:p>
        </p:txBody>
      </p:sp>
      <p:sp>
        <p:nvSpPr>
          <p:cNvPr id="17" name="text-89">
            <a:extLst xmlns:a="http://schemas.openxmlformats.org/drawingml/2006/main">
              <a:ext uri="{FF2B5EF4-FFF2-40B4-BE49-F238E27FC236}">
                <a16:creationId xmlns:a16="http://schemas.microsoft.com/office/drawing/2014/main" id="{364AD4DE-32A3-4E91-8C39-C6AD8B20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payload · 위치</a:t>
            </a:r>
          </a:p>
        </p:txBody>
      </p:sp>
      <p:sp>
        <p:nvSpPr>
          <p:cNvPr id="18" name="panel-90">
            <a:extLst xmlns:a="http://schemas.openxmlformats.org/drawingml/2006/main">
              <a:ext uri="{FF2B5EF4-FFF2-40B4-BE49-F238E27FC236}">
                <a16:creationId xmlns:a16="http://schemas.microsoft.com/office/drawing/2014/main" id="{875AC341-6457-4925-BECC-851136F7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9" name="text-91">
            <a:extLst xmlns:a="http://schemas.openxmlformats.org/drawingml/2006/main">
              <a:ext uri="{FF2B5EF4-FFF2-40B4-BE49-F238E27FC236}">
                <a16:creationId xmlns:a16="http://schemas.microsoft.com/office/drawing/2014/main" id="{498554F4-F39B-4A55-93F1-0A8AD773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metadata.json이나 파일 이름을 보는 데서 끝내지 않습니다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4">
            <a:extLst xmlns:a="http://schemas.openxmlformats.org/drawingml/2006/main">
              <a:ext uri="{FF2B5EF4-FFF2-40B4-BE49-F238E27FC236}">
                <a16:creationId xmlns:a16="http://schemas.microsoft.com/office/drawing/2014/main" id="{6F64003C-1230-4BA0-90DA-D8CADF9E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95">
            <a:extLst xmlns:a="http://schemas.openxmlformats.org/drawingml/2006/main">
              <a:ext uri="{FF2B5EF4-FFF2-40B4-BE49-F238E27FC236}">
                <a16:creationId xmlns:a16="http://schemas.microsoft.com/office/drawing/2014/main" id="{BE06514B-C039-4489-8A1A-A63ACF20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확인에서 구분할 것</a:t>
            </a:r>
          </a:p>
        </p:txBody>
      </p:sp>
      <p:sp>
        <p:nvSpPr>
          <p:cNvPr id="3" name="panel-96">
            <a:extLst xmlns:a="http://schemas.openxmlformats.org/drawingml/2006/main">
              <a:ext uri="{FF2B5EF4-FFF2-40B4-BE49-F238E27FC236}">
                <a16:creationId xmlns:a16="http://schemas.microsoft.com/office/drawing/2014/main" id="{0A01620D-8596-4292-BBA0-DEC398D4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1AA2134C-C85C-4E66-BFCC-4C6C804B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변경 이벤트</a:t>
            </a:r>
          </a:p>
        </p:txBody>
      </p:sp>
      <p:sp>
        <p:nvSpPr>
          <p:cNvPr id="5" name="text-98">
            <a:extLst xmlns:a="http://schemas.openxmlformats.org/drawingml/2006/main">
              <a:ext uri="{FF2B5EF4-FFF2-40B4-BE49-F238E27FC236}">
                <a16:creationId xmlns:a16="http://schemas.microsoft.com/office/drawing/2014/main" id="{F94BCF65-2D1B-4334-9D33-96268A69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c/u/d 각각이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Bronze의 한 이력</a:t>
            </a:r>
          </a:p>
        </p:txBody>
      </p:sp>
      <p:sp>
        <p:nvSpPr>
          <p:cNvPr id="6" name="panel-99">
            <a:extLst xmlns:a="http://schemas.openxmlformats.org/drawingml/2006/main">
              <a:ext uri="{FF2B5EF4-FFF2-40B4-BE49-F238E27FC236}">
                <a16:creationId xmlns:a16="http://schemas.microsoft.com/office/drawing/2014/main" id="{8E7A3948-B700-4BF9-9BF2-1F04A550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00">
            <a:extLst xmlns:a="http://schemas.openxmlformats.org/drawingml/2006/main">
              <a:ext uri="{FF2B5EF4-FFF2-40B4-BE49-F238E27FC236}">
                <a16:creationId xmlns:a16="http://schemas.microsoft.com/office/drawing/2014/main" id="{D177E7DE-7CBB-4A8E-A675-9CF12270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데이터 파일</a:t>
            </a:r>
          </a:p>
        </p:txBody>
      </p:sp>
      <p:sp>
        <p:nvSpPr>
          <p:cNvPr id="8" name="text-101">
            <a:extLst xmlns:a="http://schemas.openxmlformats.org/drawingml/2006/main">
              <a:ext uri="{FF2B5EF4-FFF2-40B4-BE49-F238E27FC236}">
                <a16:creationId xmlns:a16="http://schemas.microsoft.com/office/drawing/2014/main" id="{2E14DB25-7E36-45FA-B94C-3ADF8456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여러 키·이벤트가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같이 들어갈 수 있음</a:t>
            </a:r>
          </a:p>
        </p:txBody>
      </p:sp>
      <p:sp>
        <p:nvSpPr>
          <p:cNvPr id="9" name="panel-102">
            <a:extLst xmlns:a="http://schemas.openxmlformats.org/drawingml/2006/main">
              <a:ext uri="{FF2B5EF4-FFF2-40B4-BE49-F238E27FC236}">
                <a16:creationId xmlns:a16="http://schemas.microsoft.com/office/drawing/2014/main" id="{998134D2-8E71-4E38-8DEF-33CC8CDE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03">
            <a:extLst xmlns:a="http://schemas.openxmlformats.org/drawingml/2006/main">
              <a:ext uri="{FF2B5EF4-FFF2-40B4-BE49-F238E27FC236}">
                <a16:creationId xmlns:a16="http://schemas.microsoft.com/office/drawing/2014/main" id="{E9C37465-9A05-4456-81A9-B0E7F30B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snapshot</a:t>
            </a:r>
          </a:p>
        </p:txBody>
      </p:sp>
      <p:sp>
        <p:nvSpPr>
          <p:cNvPr id="11" name="text-104">
            <a:extLst xmlns:a="http://schemas.openxmlformats.org/drawingml/2006/main">
              <a:ext uri="{FF2B5EF4-FFF2-40B4-BE49-F238E27FC236}">
                <a16:creationId xmlns:a16="http://schemas.microsoft.com/office/drawing/2014/main" id="{7D0B2B57-BC53-4FA4-B402-AC30B922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테이블이 참조하는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집합의 버전</a:t>
            </a:r>
          </a:p>
        </p:txBody>
      </p:sp>
      <p:sp>
        <p:nvSpPr>
          <p:cNvPr id="12" name="panel-105">
            <a:extLst xmlns:a="http://schemas.openxmlformats.org/drawingml/2006/main">
              <a:ext uri="{FF2B5EF4-FFF2-40B4-BE49-F238E27FC236}">
                <a16:creationId xmlns:a16="http://schemas.microsoft.com/office/drawing/2014/main" id="{C5C73703-52AF-4216-825D-DCAC6830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106">
            <a:extLst xmlns:a="http://schemas.openxmlformats.org/drawingml/2006/main">
              <a:ext uri="{FF2B5EF4-FFF2-40B4-BE49-F238E27FC236}">
                <a16:creationId xmlns:a16="http://schemas.microsoft.com/office/drawing/2014/main" id="{73BC5D04-C1DF-41ED-A6EA-9B4C5BB1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DML 한 번 = 파일 한 개 = snapshot 한 개로 가정하지 않습니다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611BAA-3049-4ECB-A2D3-FDD055D5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3DFAAF0E-7F9B-436C-B4C1-9892D3D4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108">
            <a:extLst xmlns:a="http://schemas.openxmlformats.org/drawingml/2006/main">
              <a:ext uri="{FF2B5EF4-FFF2-40B4-BE49-F238E27FC236}">
                <a16:creationId xmlns:a16="http://schemas.microsoft.com/office/drawing/2014/main" id="{3F0A693C-8E48-41EC-A880-4E320C90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20753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09">
            <a:extLst xmlns:a="http://schemas.openxmlformats.org/drawingml/2006/main">
              <a:ext uri="{FF2B5EF4-FFF2-40B4-BE49-F238E27FC236}">
                <a16:creationId xmlns:a16="http://schemas.microsoft.com/office/drawing/2014/main" id="{3E1FE09C-98F1-4898-BD67-6DD7813F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10">
            <a:extLst xmlns:a="http://schemas.openxmlformats.org/drawingml/2006/main">
              <a:ext uri="{FF2B5EF4-FFF2-40B4-BE49-F238E27FC236}">
                <a16:creationId xmlns:a16="http://schemas.microsoft.com/office/drawing/2014/main" id="{25653852-04A1-4A0D-95DD-822087D4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PostgreSQL에서 확인할 수집 조건</a:t>
            </a:r>
          </a:p>
        </p:txBody>
      </p:sp>
      <p:sp>
        <p:nvSpPr>
          <p:cNvPr id="3" name="panel-111">
            <a:extLst xmlns:a="http://schemas.openxmlformats.org/drawingml/2006/main">
              <a:ext uri="{FF2B5EF4-FFF2-40B4-BE49-F238E27FC236}">
                <a16:creationId xmlns:a16="http://schemas.microsoft.com/office/drawing/2014/main" id="{46436730-311D-4231-BF55-6C5C5EA9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12">
            <a:extLst xmlns:a="http://schemas.openxmlformats.org/drawingml/2006/main">
              <a:ext uri="{FF2B5EF4-FFF2-40B4-BE49-F238E27FC236}">
                <a16:creationId xmlns:a16="http://schemas.microsoft.com/office/drawing/2014/main" id="{F5A56689-0262-48D8-92CA-A7AA1B01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wal_level</a:t>
            </a:r>
          </a:p>
        </p:txBody>
      </p:sp>
      <p:sp>
        <p:nvSpPr>
          <p:cNvPr id="5" name="text-113">
            <a:extLst xmlns:a="http://schemas.openxmlformats.org/drawingml/2006/main">
              <a:ext uri="{FF2B5EF4-FFF2-40B4-BE49-F238E27FC236}">
                <a16:creationId xmlns:a16="http://schemas.microsoft.com/office/drawing/2014/main" id="{3686DA2F-24F9-449B-BB4C-04DE6F8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384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논리 디코딩에 필요한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WAL 설정</a:t>
            </a:r>
          </a:p>
        </p:txBody>
      </p:sp>
      <p:sp>
        <p:nvSpPr>
          <p:cNvPr id="6" name="panel-114">
            <a:extLst xmlns:a="http://schemas.openxmlformats.org/drawingml/2006/main">
              <a:ext uri="{FF2B5EF4-FFF2-40B4-BE49-F238E27FC236}">
                <a16:creationId xmlns:a16="http://schemas.microsoft.com/office/drawing/2014/main" id="{777E968E-ABED-4380-854B-3EBCF60C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526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15">
            <a:extLst xmlns:a="http://schemas.openxmlformats.org/drawingml/2006/main">
              <a:ext uri="{FF2B5EF4-FFF2-40B4-BE49-F238E27FC236}">
                <a16:creationId xmlns:a16="http://schemas.microsoft.com/office/drawing/2014/main" id="{B3E98C35-F352-42EE-960B-05B275E9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431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CE8886A9-B5B3-4008-BCA4-D0396F09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테이블의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변경을 발행할지</a:t>
            </a:r>
          </a:p>
        </p:txBody>
      </p:sp>
      <p:sp>
        <p:nvSpPr>
          <p:cNvPr id="9" name="panel-117">
            <a:extLst xmlns:a="http://schemas.openxmlformats.org/drawingml/2006/main">
              <a:ext uri="{FF2B5EF4-FFF2-40B4-BE49-F238E27FC236}">
                <a16:creationId xmlns:a16="http://schemas.microsoft.com/office/drawing/2014/main" id="{B9F1A74A-5D06-4CA9-A4C4-2CCE40FD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18">
            <a:extLst xmlns:a="http://schemas.openxmlformats.org/drawingml/2006/main">
              <a:ext uri="{FF2B5EF4-FFF2-40B4-BE49-F238E27FC236}">
                <a16:creationId xmlns:a16="http://schemas.microsoft.com/office/drawing/2014/main" id="{90EA417D-A538-4476-8250-CDA1A042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replica identity</a:t>
            </a:r>
          </a:p>
        </p:txBody>
      </p:sp>
      <p:sp>
        <p:nvSpPr>
          <p:cNvPr id="11" name="text-119">
            <a:extLst xmlns:a="http://schemas.openxmlformats.org/drawingml/2006/main">
              <a:ext uri="{FF2B5EF4-FFF2-40B4-BE49-F238E27FC236}">
                <a16:creationId xmlns:a16="http://schemas.microsoft.com/office/drawing/2014/main" id="{37E973EF-DD57-43F5-A3D6-AEE7631B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UPDATE·DELETE에서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이전 행을 식별할 정보</a:t>
            </a:r>
          </a:p>
        </p:txBody>
      </p:sp>
      <p:sp>
        <p:nvSpPr>
          <p:cNvPr id="12" name="panel-120">
            <a:extLst xmlns:a="http://schemas.openxmlformats.org/drawingml/2006/main">
              <a:ext uri="{FF2B5EF4-FFF2-40B4-BE49-F238E27FC236}">
                <a16:creationId xmlns:a16="http://schemas.microsoft.com/office/drawing/2014/main" id="{6FC1C8BE-CE3C-4944-95AB-C6BB5B29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5372100" cy="1562100"/>
          </a:xfrm>
          <a:prstGeom xmlns:a="http://schemas.openxmlformats.org/drawingml/2006/main" prst="roundRect">
            <a:avLst>
              <a:gd name="adj" fmla="val 5488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3" name="text-121">
            <a:extLst xmlns:a="http://schemas.openxmlformats.org/drawingml/2006/main">
              <a:ext uri="{FF2B5EF4-FFF2-40B4-BE49-F238E27FC236}">
                <a16:creationId xmlns:a16="http://schemas.microsoft.com/office/drawing/2014/main" id="{A083E692-03B3-42D6-A0A8-3AD3D304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957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replication slot</a:t>
            </a:r>
          </a:p>
        </p:txBody>
      </p:sp>
      <p:sp>
        <p:nvSpPr>
          <p:cNvPr id="14" name="text-122">
            <a:extLst xmlns:a="http://schemas.openxmlformats.org/drawingml/2006/main">
              <a:ext uri="{FF2B5EF4-FFF2-40B4-BE49-F238E27FC236}">
                <a16:creationId xmlns:a16="http://schemas.microsoft.com/office/drawing/2014/main" id="{DD746378-E7C0-4342-A662-695F1EAB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91000"/>
            <a:ext cx="4914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소비 진행 위치와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필요한 WAL 보존</a:t>
            </a:r>
          </a:p>
        </p:txBody>
      </p:sp>
      <p:sp>
        <p:nvSpPr>
          <p:cNvPr id="15" name="panel-123">
            <a:extLst xmlns:a="http://schemas.openxmlformats.org/drawingml/2006/main">
              <a:ext uri="{FF2B5EF4-FFF2-40B4-BE49-F238E27FC236}">
                <a16:creationId xmlns:a16="http://schemas.microsoft.com/office/drawing/2014/main" id="{E760E8DA-E7E3-4643-82E4-EACF3AF0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124">
            <a:extLst xmlns:a="http://schemas.openxmlformats.org/drawingml/2006/main">
              <a:ext uri="{FF2B5EF4-FFF2-40B4-BE49-F238E27FC236}">
                <a16:creationId xmlns:a16="http://schemas.microsoft.com/office/drawing/2014/main" id="{6B35ABA0-E5AF-42A1-A791-D62FD1BE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이름이 비슷해도 역할은 다릅니다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0E20BB-92EA-46F7-88C9-364861CF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8" name="text-125">
            <a:extLst xmlns:a="http://schemas.openxmlformats.org/drawingml/2006/main">
              <a:ext uri="{FF2B5EF4-FFF2-40B4-BE49-F238E27FC236}">
                <a16:creationId xmlns:a16="http://schemas.microsoft.com/office/drawing/2014/main" id="{080F8033-ABE0-435A-9094-B02DE16C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9" name="text-126">
            <a:extLst xmlns:a="http://schemas.openxmlformats.org/drawingml/2006/main">
              <a:ext uri="{FF2B5EF4-FFF2-40B4-BE49-F238E27FC236}">
                <a16:creationId xmlns:a16="http://schemas.microsoft.com/office/drawing/2014/main" id="{F38A397F-7150-45EE-8839-B5C000F0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47062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53BD79B2-54D2-498F-B0D1-48159A69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28">
            <a:extLst xmlns:a="http://schemas.openxmlformats.org/drawingml/2006/main">
              <a:ext uri="{FF2B5EF4-FFF2-40B4-BE49-F238E27FC236}">
                <a16:creationId xmlns:a16="http://schemas.microsoft.com/office/drawing/2014/main" id="{E8DE7184-96EA-4209-8BD5-FBD1ECB8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publication과 수집 대상 테이블</a:t>
            </a:r>
          </a:p>
        </p:txBody>
      </p:sp>
      <p:sp>
        <p:nvSpPr>
          <p:cNvPr id="3" name="text-129">
            <a:extLst xmlns:a="http://schemas.openxmlformats.org/drawingml/2006/main">
              <a:ext uri="{FF2B5EF4-FFF2-40B4-BE49-F238E27FC236}">
                <a16:creationId xmlns:a16="http://schemas.microsoft.com/office/drawing/2014/main" id="{74C9CDC4-610E-4496-8F32-800F309FA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 · app 데이터베이스</a:t>
            </a:r>
          </a:p>
        </p:txBody>
      </p:sp>
      <p:sp>
        <p:nvSpPr>
          <p:cNvPr id="4" name="panel-130">
            <a:extLst xmlns:a="http://schemas.openxmlformats.org/drawingml/2006/main">
              <a:ext uri="{FF2B5EF4-FFF2-40B4-BE49-F238E27FC236}">
                <a16:creationId xmlns:a16="http://schemas.microsoft.com/office/drawing/2014/main" id="{7AF212A1-76E8-4F4D-BD97-2C0C2769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31">
            <a:extLst xmlns:a="http://schemas.openxmlformats.org/drawingml/2006/main">
              <a:ext uri="{FF2B5EF4-FFF2-40B4-BE49-F238E27FC236}">
                <a16:creationId xmlns:a16="http://schemas.microsoft.com/office/drawing/2014/main" id="{5D58B04D-F91A-4712-ABAE-9D17139C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SHOW wal_level;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pubname, schemaname, tablename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pg_publication_tables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pubname = 'cdc_lab'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ORDER BY schemaname, tablename;</a:t>
            </a:r>
          </a:p>
        </p:txBody>
      </p:sp>
      <p:sp>
        <p:nvSpPr>
          <p:cNvPr id="6" name="panel-132">
            <a:extLst xmlns:a="http://schemas.openxmlformats.org/drawingml/2006/main">
              <a:ext uri="{FF2B5EF4-FFF2-40B4-BE49-F238E27FC236}">
                <a16:creationId xmlns:a16="http://schemas.microsoft.com/office/drawing/2014/main" id="{A0A87BE0-FBD0-4A40-8C01-2BAE6556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33">
            <a:extLst xmlns:a="http://schemas.openxmlformats.org/drawingml/2006/main">
              <a:ext uri="{FF2B5EF4-FFF2-40B4-BE49-F238E27FC236}">
                <a16:creationId xmlns:a16="http://schemas.microsoft.com/office/drawing/2014/main" id="{221CCFED-9777-48FD-8B29-29FC04DB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예제: public.orders · public.payments · public.refunds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F70D4-E47B-4577-A70D-0E3081D1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34">
            <a:extLst xmlns:a="http://schemas.openxmlformats.org/drawingml/2006/main">
              <a:ext uri="{FF2B5EF4-FFF2-40B4-BE49-F238E27FC236}">
                <a16:creationId xmlns:a16="http://schemas.microsoft.com/office/drawing/2014/main" id="{B0932145-1681-4535-AE12-DFD56FCF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35">
            <a:extLst xmlns:a="http://schemas.openxmlformats.org/drawingml/2006/main">
              <a:ext uri="{FF2B5EF4-FFF2-40B4-BE49-F238E27FC236}">
                <a16:creationId xmlns:a16="http://schemas.microsoft.com/office/drawing/2014/main" id="{508F8F78-D8AD-4CDB-A670-8C8DBFD7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587431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36">
            <a:extLst xmlns:a="http://schemas.openxmlformats.org/drawingml/2006/main">
              <a:ext uri="{FF2B5EF4-FFF2-40B4-BE49-F238E27FC236}">
                <a16:creationId xmlns:a16="http://schemas.microsoft.com/office/drawing/2014/main" id="{251D5B71-0B14-4844-86CE-786C1568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37">
            <a:extLst xmlns:a="http://schemas.openxmlformats.org/drawingml/2006/main">
              <a:ext uri="{FF2B5EF4-FFF2-40B4-BE49-F238E27FC236}">
                <a16:creationId xmlns:a16="http://schemas.microsoft.com/office/drawing/2014/main" id="{046F2764-D74B-41C6-A574-CE92C411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이전 금액은 어떤 설정으로 관찰할까요?</a:t>
            </a:r>
          </a:p>
        </p:txBody>
      </p:sp>
      <p:sp>
        <p:nvSpPr>
          <p:cNvPr id="3" name="text-138">
            <a:extLst xmlns:a="http://schemas.openxmlformats.org/drawingml/2006/main">
              <a:ext uri="{FF2B5EF4-FFF2-40B4-BE49-F238E27FC236}">
                <a16:creationId xmlns:a16="http://schemas.microsoft.com/office/drawing/2014/main" id="{D52BCECF-5FD5-4CC5-A3A0-2FBB0CC0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PostgreSQL · 현재 설정 조회</a:t>
            </a:r>
          </a:p>
        </p:txBody>
      </p:sp>
      <p:sp>
        <p:nvSpPr>
          <p:cNvPr id="4" name="panel-139">
            <a:extLst xmlns:a="http://schemas.openxmlformats.org/drawingml/2006/main">
              <a:ext uri="{FF2B5EF4-FFF2-40B4-BE49-F238E27FC236}">
                <a16:creationId xmlns:a16="http://schemas.microsoft.com/office/drawing/2014/main" id="{BF636257-467E-4A73-8F7A-C86B38BE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40">
            <a:extLst xmlns:a="http://schemas.openxmlformats.org/drawingml/2006/main">
              <a:ext uri="{FF2B5EF4-FFF2-40B4-BE49-F238E27FC236}">
                <a16:creationId xmlns:a16="http://schemas.microsoft.com/office/drawing/2014/main" id="{631EAD3B-89C7-4EB9-B2CE-A0EA3A1C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SELECT c.relname, c.relreplident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FROM pg_class c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JOIN pg_namespace n ON n.oid = c.relnamespace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WHERE n.nspname = 'public'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AND c.relname IN ('orders', 'payments', 'refunds');</a:t>
            </a:r>
          </a:p>
        </p:txBody>
      </p:sp>
      <p:sp>
        <p:nvSpPr>
          <p:cNvPr id="6" name="panel-141">
            <a:extLst xmlns:a="http://schemas.openxmlformats.org/drawingml/2006/main">
              <a:ext uri="{FF2B5EF4-FFF2-40B4-BE49-F238E27FC236}">
                <a16:creationId xmlns:a16="http://schemas.microsoft.com/office/drawing/2014/main" id="{BD6AF5FA-732B-48FC-985E-9A835B02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42">
            <a:extLst xmlns:a="http://schemas.openxmlformats.org/drawingml/2006/main">
              <a:ext uri="{FF2B5EF4-FFF2-40B4-BE49-F238E27FC236}">
                <a16:creationId xmlns:a16="http://schemas.microsoft.com/office/drawing/2014/main" id="{BC256360-5564-4441-B684-06618A4C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이번 실습은 relreplident = f, REPLICA IDENTITY FULL입니다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6C3EE-E1C1-4C2B-AD0B-F8F87134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43">
            <a:extLst xmlns:a="http://schemas.openxmlformats.org/drawingml/2006/main">
              <a:ext uri="{FF2B5EF4-FFF2-40B4-BE49-F238E27FC236}">
                <a16:creationId xmlns:a16="http://schemas.microsoft.com/office/drawing/2014/main" id="{5105DBCE-2348-48CA-B046-742850A9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44">
            <a:extLst xmlns:a="http://schemas.openxmlformats.org/drawingml/2006/main">
              <a:ext uri="{FF2B5EF4-FFF2-40B4-BE49-F238E27FC236}">
                <a16:creationId xmlns:a16="http://schemas.microsoft.com/office/drawing/2014/main" id="{F6BC1271-2668-4788-B8F3-DE58C189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765426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45">
            <a:extLst xmlns:a="http://schemas.openxmlformats.org/drawingml/2006/main">
              <a:ext uri="{FF2B5EF4-FFF2-40B4-BE49-F238E27FC236}">
                <a16:creationId xmlns:a16="http://schemas.microsoft.com/office/drawing/2014/main" id="{AE34C0C4-6BA9-4F3A-A09F-C0541D49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46">
            <a:extLst xmlns:a="http://schemas.openxmlformats.org/drawingml/2006/main">
              <a:ext uri="{FF2B5EF4-FFF2-40B4-BE49-F238E27FC236}">
                <a16:creationId xmlns:a16="http://schemas.microsoft.com/office/drawing/2014/main" id="{5932598D-8C9B-4AA3-9B3C-322CC108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slot의 두 위치와 WAL 보존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19212-DEE8-4C53-AD78-07DD1119B1C2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읽을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active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slot을 스트리밍하는 소비자가 있는가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restart_lsn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slot이 아직 필요로 할 수 있는 가장 오래된 WAL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confirmed_flush_lsn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논리 slot 소비자가 수신을 확인한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wal_status (참고)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뷰의 WAL 가용 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47">
            <a:extLst xmlns:a="http://schemas.openxmlformats.org/drawingml/2006/main">
              <a:ext uri="{FF2B5EF4-FFF2-40B4-BE49-F238E27FC236}">
                <a16:creationId xmlns:a16="http://schemas.microsoft.com/office/drawing/2014/main" id="{8728C318-3CBA-4D17-A451-D98019A5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48">
            <a:extLst xmlns:a="http://schemas.openxmlformats.org/drawingml/2006/main">
              <a:ext uri="{FF2B5EF4-FFF2-40B4-BE49-F238E27FC236}">
                <a16:creationId xmlns:a16="http://schemas.microsoft.com/office/drawing/2014/main" id="{A74565C2-DB66-4402-BF8D-3EEB0EB0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confirmed_flush_lsn은 Iceberg 적재 완료 위치가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BBCBD-3729-49EB-A6E6-6F72E5D6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49">
            <a:extLst xmlns:a="http://schemas.openxmlformats.org/drawingml/2006/main">
              <a:ext uri="{FF2B5EF4-FFF2-40B4-BE49-F238E27FC236}">
                <a16:creationId xmlns:a16="http://schemas.microsoft.com/office/drawing/2014/main" id="{1DC17D58-D849-4327-854E-23B114C1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150">
            <a:extLst xmlns:a="http://schemas.openxmlformats.org/drawingml/2006/main">
              <a:ext uri="{FF2B5EF4-FFF2-40B4-BE49-F238E27FC236}">
                <a16:creationId xmlns:a16="http://schemas.microsoft.com/office/drawing/2014/main" id="{D3AEA87E-027F-44C3-B58C-69076DE2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337669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51">
            <a:extLst xmlns:a="http://schemas.openxmlformats.org/drawingml/2006/main">
              <a:ext uri="{FF2B5EF4-FFF2-40B4-BE49-F238E27FC236}">
                <a16:creationId xmlns:a16="http://schemas.microsoft.com/office/drawing/2014/main" id="{4ECED445-8E74-4A47-8C71-29F79E87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52">
            <a:extLst xmlns:a="http://schemas.openxmlformats.org/drawingml/2006/main">
              <a:ext uri="{FF2B5EF4-FFF2-40B4-BE49-F238E27FC236}">
                <a16:creationId xmlns:a16="http://schemas.microsoft.com/office/drawing/2014/main" id="{4378569A-35A3-4F5C-BD0B-9B15D6BE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 설정과 실제 수집 범위</a:t>
            </a:r>
          </a:p>
        </p:txBody>
      </p:sp>
      <p:sp>
        <p:nvSpPr>
          <p:cNvPr id="3" name="text-153">
            <a:extLst xmlns:a="http://schemas.openxmlformats.org/drawingml/2006/main">
              <a:ext uri="{FF2B5EF4-FFF2-40B4-BE49-F238E27FC236}">
                <a16:creationId xmlns:a16="http://schemas.microsoft.com/office/drawing/2014/main" id="{1B90E15B-8F3B-478E-9A0A-9E473D71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실제 설정 중 학습에 필요한 항목만 표시</a:t>
            </a:r>
          </a:p>
        </p:txBody>
      </p:sp>
      <p:sp>
        <p:nvSpPr>
          <p:cNvPr id="4" name="panel-154">
            <a:extLst xmlns:a="http://schemas.openxmlformats.org/drawingml/2006/main">
              <a:ext uri="{FF2B5EF4-FFF2-40B4-BE49-F238E27FC236}">
                <a16:creationId xmlns:a16="http://schemas.microsoft.com/office/drawing/2014/main" id="{8EDC9951-7EDD-4ABE-BEE0-4A9D7D23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55">
            <a:extLst xmlns:a="http://schemas.openxmlformats.org/drawingml/2006/main">
              <a:ext uri="{FF2B5EF4-FFF2-40B4-BE49-F238E27FC236}">
                <a16:creationId xmlns:a16="http://schemas.microsoft.com/office/drawing/2014/main" id="{47995463-9B44-4F9E-BA83-EB1513BF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{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"plugin.name": "pgoutput",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"slot.name": "cdc_lab",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"publication.name": "cdc_lab",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"publication.autocreate.mode": "disabled",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"table.include.list": "public.orders,public.payments,public.refunds",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"topic.prefix": "cdc",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"snapshot.mode": "initial",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"tombstones.on.delete": "true"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}</a:t>
            </a:r>
          </a:p>
        </p:txBody>
      </p:sp>
      <p:sp>
        <p:nvSpPr>
          <p:cNvPr id="6" name="panel-156">
            <a:extLst xmlns:a="http://schemas.openxmlformats.org/drawingml/2006/main">
              <a:ext uri="{FF2B5EF4-FFF2-40B4-BE49-F238E27FC236}">
                <a16:creationId xmlns:a16="http://schemas.microsoft.com/office/drawing/2014/main" id="{684E38B8-25BD-45ED-8CFD-281C8356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57">
            <a:extLst xmlns:a="http://schemas.openxmlformats.org/drawingml/2006/main">
              <a:ext uri="{FF2B5EF4-FFF2-40B4-BE49-F238E27FC236}">
                <a16:creationId xmlns:a16="http://schemas.microsoft.com/office/drawing/2014/main" id="{384920E5-B438-495B-8741-76294087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publication · include list · 실제 이벤트를 함께 확인합니다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AD156-7B87-4A7C-8554-9EF642BD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58">
            <a:extLst xmlns:a="http://schemas.openxmlformats.org/drawingml/2006/main">
              <a:ext uri="{FF2B5EF4-FFF2-40B4-BE49-F238E27FC236}">
                <a16:creationId xmlns:a16="http://schemas.microsoft.com/office/drawing/2014/main" id="{2D526264-E62C-4AA6-9A77-6F40458A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59">
            <a:extLst xmlns:a="http://schemas.openxmlformats.org/drawingml/2006/main">
              <a:ext uri="{FF2B5EF4-FFF2-40B4-BE49-F238E27FC236}">
                <a16:creationId xmlns:a16="http://schemas.microsoft.com/office/drawing/2014/main" id="{78D5814B-E598-4FCC-AE8A-146F285D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349113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60">
            <a:extLst xmlns:a="http://schemas.openxmlformats.org/drawingml/2006/main">
              <a:ext uri="{FF2B5EF4-FFF2-40B4-BE49-F238E27FC236}">
                <a16:creationId xmlns:a16="http://schemas.microsoft.com/office/drawing/2014/main" id="{B1BDA8A5-6773-410F-8448-B5E36E64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휴식</a:t>
            </a:r>
          </a:p>
        </p:txBody>
      </p:sp>
      <p:sp>
        <p:nvSpPr>
          <p:cNvPr id="2" name="text-161">
            <a:extLst xmlns:a="http://schemas.openxmlformats.org/drawingml/2006/main">
              <a:ext uri="{FF2B5EF4-FFF2-40B4-BE49-F238E27FC236}">
                <a16:creationId xmlns:a16="http://schemas.microsoft.com/office/drawing/2014/main" id="{0E6E3B85-6DA0-4AAA-A142-63F90EED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5분 쉬고 이어가겠습니다</a:t>
            </a:r>
          </a:p>
        </p:txBody>
      </p:sp>
      <p:sp>
        <p:nvSpPr>
          <p:cNvPr id="3" name="text-162">
            <a:extLst xmlns:a="http://schemas.openxmlformats.org/drawingml/2006/main">
              <a:ext uri="{FF2B5EF4-FFF2-40B4-BE49-F238E27FC236}">
                <a16:creationId xmlns:a16="http://schemas.microsoft.com/office/drawing/2014/main" id="{8FA2393D-F3D7-475B-912A-CCF9563E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돌아오면 스냅샷 r과 작은 파서로 이벤트를 해석합니다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0ACDD-11C3-4F8B-916E-94A51C03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163">
            <a:extLst xmlns:a="http://schemas.openxmlformats.org/drawingml/2006/main">
              <a:ext uri="{FF2B5EF4-FFF2-40B4-BE49-F238E27FC236}">
                <a16:creationId xmlns:a16="http://schemas.microsoft.com/office/drawing/2014/main" id="{CE105055-FFDE-483A-9064-06940394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6" name="text-164">
            <a:extLst xmlns:a="http://schemas.openxmlformats.org/drawingml/2006/main">
              <a:ext uri="{FF2B5EF4-FFF2-40B4-BE49-F238E27FC236}">
                <a16:creationId xmlns:a16="http://schemas.microsoft.com/office/drawing/2014/main" id="{1C123AE8-6FC1-49D6-B9B8-F210BE01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0754875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65">
            <a:extLst xmlns:a="http://schemas.openxmlformats.org/drawingml/2006/main">
              <a:ext uri="{FF2B5EF4-FFF2-40B4-BE49-F238E27FC236}">
                <a16:creationId xmlns:a16="http://schemas.microsoft.com/office/drawing/2014/main" id="{A8384078-A8F8-4B58-B5BA-39261E6A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66">
            <a:extLst xmlns:a="http://schemas.openxmlformats.org/drawingml/2006/main">
              <a:ext uri="{FF2B5EF4-FFF2-40B4-BE49-F238E27FC236}">
                <a16:creationId xmlns:a16="http://schemas.microsoft.com/office/drawing/2014/main" id="{F9622A8A-4EAB-4F35-9B0D-1072EB19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초기 스냅샷 r과 이후 c/u/d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783484-7745-4176-8695-42B3678DC44A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476625"/>
                <a:gridCol w="5210175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무엇을 나타내는가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이번 시간의 확인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스냅샷에서 읽은 현재 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보존된 실제 표본 또는 표시된 fixture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수집 시작 이후 생성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새 환불 20,000원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행의 변경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환불 30,000원으로 정정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물리 삭제 이벤트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 값과 after=null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67">
            <a:extLst xmlns:a="http://schemas.openxmlformats.org/drawingml/2006/main">
              <a:ext uri="{FF2B5EF4-FFF2-40B4-BE49-F238E27FC236}">
                <a16:creationId xmlns:a16="http://schemas.microsoft.com/office/drawing/2014/main" id="{C3A7E7DB-2A3D-439F-8698-CA6DD58F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68">
            <a:extLst xmlns:a="http://schemas.openxmlformats.org/drawingml/2006/main">
              <a:ext uri="{FF2B5EF4-FFF2-40B4-BE49-F238E27FC236}">
                <a16:creationId xmlns:a16="http://schemas.microsoft.com/office/drawing/2014/main" id="{6011EC16-F340-4E8A-ADA0-388DE9B1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snapshot.mode=initial은 매 재시작마다 전체 스냅샷을 뜬다는 뜻이 아닙니다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229D1-783B-4100-9A9B-0766E7FA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69">
            <a:extLst xmlns:a="http://schemas.openxmlformats.org/drawingml/2006/main">
              <a:ext uri="{FF2B5EF4-FFF2-40B4-BE49-F238E27FC236}">
                <a16:creationId xmlns:a16="http://schemas.microsoft.com/office/drawing/2014/main" id="{F95B0E85-6A97-4550-9925-2AC24D68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170">
            <a:extLst xmlns:a="http://schemas.openxmlformats.org/drawingml/2006/main">
              <a:ext uri="{FF2B5EF4-FFF2-40B4-BE49-F238E27FC236}">
                <a16:creationId xmlns:a16="http://schemas.microsoft.com/office/drawing/2014/main" id="{0B88F565-22E8-4A8D-A4A8-3990A32D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902552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71">
            <a:extLst xmlns:a="http://schemas.openxmlformats.org/drawingml/2006/main">
              <a:ext uri="{FF2B5EF4-FFF2-40B4-BE49-F238E27FC236}">
                <a16:creationId xmlns:a16="http://schemas.microsoft.com/office/drawing/2014/main" id="{71D0EE2F-ACE5-4B18-92F6-7D39BF92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72">
            <a:extLst xmlns:a="http://schemas.openxmlformats.org/drawingml/2006/main">
              <a:ext uri="{FF2B5EF4-FFF2-40B4-BE49-F238E27FC236}">
                <a16:creationId xmlns:a16="http://schemas.microsoft.com/office/drawing/2014/main" id="{5FA0FBC3-5FA4-4342-A22B-737BE269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작은 파서의 입력과 출력</a:t>
            </a:r>
          </a:p>
        </p:txBody>
      </p:sp>
      <p:sp>
        <p:nvSpPr>
          <p:cNvPr id="3" name="panel-173">
            <a:extLst xmlns:a="http://schemas.openxmlformats.org/drawingml/2006/main">
              <a:ext uri="{FF2B5EF4-FFF2-40B4-BE49-F238E27FC236}">
                <a16:creationId xmlns:a16="http://schemas.microsoft.com/office/drawing/2014/main" id="{38F0472E-BD44-4102-88D6-F829B815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174">
            <a:extLst xmlns:a="http://schemas.openxmlformats.org/drawingml/2006/main">
              <a:ext uri="{FF2B5EF4-FFF2-40B4-BE49-F238E27FC236}">
                <a16:creationId xmlns:a16="http://schemas.microsoft.com/office/drawing/2014/main" id="{22679E11-AD44-49B8-8BDF-64B4E54D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입력</a:t>
            </a:r>
          </a:p>
        </p:txBody>
      </p:sp>
      <p:sp>
        <p:nvSpPr>
          <p:cNvPr id="5" name="text-175">
            <a:extLst xmlns:a="http://schemas.openxmlformats.org/drawingml/2006/main">
              <a:ext uri="{FF2B5EF4-FFF2-40B4-BE49-F238E27FC236}">
                <a16:creationId xmlns:a16="http://schemas.microsoft.com/office/drawing/2014/main" id="{87774848-EACA-4753-9C30-EA53CF8F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value 원문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+ key · topic · partition · offset</a:t>
            </a:r>
          </a:p>
        </p:txBody>
      </p:sp>
      <p:sp>
        <p:nvSpPr>
          <p:cNvPr id="6" name="panel-176">
            <a:extLst xmlns:a="http://schemas.openxmlformats.org/drawingml/2006/main">
              <a:ext uri="{FF2B5EF4-FFF2-40B4-BE49-F238E27FC236}">
                <a16:creationId xmlns:a16="http://schemas.microsoft.com/office/drawing/2014/main" id="{E5574C97-D1FE-42F1-A1AC-327A8EC3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B4328582-AAA2-4B77-B854-9ECFEEBB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해석</a:t>
            </a:r>
          </a:p>
        </p:txBody>
      </p:sp>
      <p:sp>
        <p:nvSpPr>
          <p:cNvPr id="8" name="text-178">
            <a:extLst xmlns:a="http://schemas.openxmlformats.org/drawingml/2006/main">
              <a:ext uri="{FF2B5EF4-FFF2-40B4-BE49-F238E27FC236}">
                <a16:creationId xmlns:a16="http://schemas.microsoft.com/office/drawing/2014/main" id="{EC7A8D24-1D03-443E-9281-DAF32693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JSON 구조와 op 확인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DELETE는 before에서 PK</a:t>
            </a:r>
          </a:p>
        </p:txBody>
      </p:sp>
      <p:sp>
        <p:nvSpPr>
          <p:cNvPr id="9" name="panel-179">
            <a:extLst xmlns:a="http://schemas.openxmlformats.org/drawingml/2006/main">
              <a:ext uri="{FF2B5EF4-FFF2-40B4-BE49-F238E27FC236}">
                <a16:creationId xmlns:a16="http://schemas.microsoft.com/office/drawing/2014/main" id="{A5716291-B3C9-4614-A5D8-5369D57B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180">
            <a:extLst xmlns:a="http://schemas.openxmlformats.org/drawingml/2006/main">
              <a:ext uri="{FF2B5EF4-FFF2-40B4-BE49-F238E27FC236}">
                <a16:creationId xmlns:a16="http://schemas.microsoft.com/office/drawing/2014/main" id="{9BF6F19D-A776-4E04-94CE-41E82493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출력</a:t>
            </a:r>
          </a:p>
        </p:txBody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E1061825-BE12-4962-9DE5-C33A55F9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요약 또는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tombstone · 오류 분류</a:t>
            </a:r>
          </a:p>
        </p:txBody>
      </p:sp>
      <p:sp>
        <p:nvSpPr>
          <p:cNvPr id="12" name="panel-182">
            <a:extLst xmlns:a="http://schemas.openxmlformats.org/drawingml/2006/main">
              <a:ext uri="{FF2B5EF4-FFF2-40B4-BE49-F238E27FC236}">
                <a16:creationId xmlns:a16="http://schemas.microsoft.com/office/drawing/2014/main" id="{AF85556B-5A1F-4E60-A94D-A1D01CF2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183">
            <a:extLst xmlns:a="http://schemas.openxmlformats.org/drawingml/2006/main">
              <a:ext uri="{FF2B5EF4-FFF2-40B4-BE49-F238E27FC236}">
                <a16:creationId xmlns:a16="http://schemas.microsoft.com/office/drawing/2014/main" id="{6BD4AF64-85D9-4692-A11B-A51B0051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원문 적재 파이프라인을 바꾸지 않는 독립적인 해석 도구입니다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25EC16-C6F6-45A8-930A-7C288C4E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184">
            <a:extLst xmlns:a="http://schemas.openxmlformats.org/drawingml/2006/main">
              <a:ext uri="{FF2B5EF4-FFF2-40B4-BE49-F238E27FC236}">
                <a16:creationId xmlns:a16="http://schemas.microsoft.com/office/drawing/2014/main" id="{E5647A3B-A815-4D4F-91AF-0C2CF869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185">
            <a:extLst xmlns:a="http://schemas.openxmlformats.org/drawingml/2006/main">
              <a:ext uri="{FF2B5EF4-FFF2-40B4-BE49-F238E27FC236}">
                <a16:creationId xmlns:a16="http://schemas.microsoft.com/office/drawing/2014/main" id="{DBD07B47-4D5C-4182-B7C4-C4D5BDA4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90103403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86">
            <a:extLst xmlns:a="http://schemas.openxmlformats.org/drawingml/2006/main">
              <a:ext uri="{FF2B5EF4-FFF2-40B4-BE49-F238E27FC236}">
                <a16:creationId xmlns:a16="http://schemas.microsoft.com/office/drawing/2014/main" id="{C45363F3-B553-4005-95D3-44D6202B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87">
            <a:extLst xmlns:a="http://schemas.openxmlformats.org/drawingml/2006/main">
              <a:ext uri="{FF2B5EF4-FFF2-40B4-BE49-F238E27FC236}">
                <a16:creationId xmlns:a16="http://schemas.microsoft.com/office/drawing/2014/main" id="{C332E376-42D2-4EF1-85AD-7C472BAC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종류에 따라 행을 선택하기</a:t>
            </a:r>
          </a:p>
        </p:txBody>
      </p:sp>
      <p:sp>
        <p:nvSpPr>
          <p:cNvPr id="3" name="text-188">
            <a:extLst xmlns:a="http://schemas.openxmlformats.org/drawingml/2006/main">
              <a:ext uri="{FF2B5EF4-FFF2-40B4-BE49-F238E27FC236}">
                <a16:creationId xmlns:a16="http://schemas.microsoft.com/office/drawing/2014/main" id="{2E3AAF58-DA97-4E06-A9D4-E5F35B5E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Python · event_parser.py의 핵심 분기</a:t>
            </a:r>
          </a:p>
        </p:txBody>
      </p:sp>
      <p:sp>
        <p:nvSpPr>
          <p:cNvPr id="4" name="panel-189">
            <a:extLst xmlns:a="http://schemas.openxmlformats.org/drawingml/2006/main">
              <a:ext uri="{FF2B5EF4-FFF2-40B4-BE49-F238E27FC236}">
                <a16:creationId xmlns:a16="http://schemas.microsoft.com/office/drawing/2014/main" id="{DF2E06CE-A8AF-49C1-AAB0-CDAC5EAC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5" name="text-190">
            <a:extLst xmlns:a="http://schemas.openxmlformats.org/drawingml/2006/main">
              <a:ext uri="{FF2B5EF4-FFF2-40B4-BE49-F238E27FC236}">
                <a16:creationId xmlns:a16="http://schemas.microsoft.com/office/drawing/2014/main" id="{F6C0ADD8-5C21-4D0C-AD3E-55692273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105537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defPPr>
            <a:lvl1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1pPr>
            <a:lvl2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2pPr>
            <a:lvl3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3pPr>
            <a:lvl4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4pPr>
            <a:lvl5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5pPr>
            <a:lvl6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6pPr>
            <a:lvl7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7pPr>
            <a:lvl8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8pPr>
            <a:lvl9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# 핵심 분기만 발췌했습니다.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if raw_value is None: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return {'kind': 'tombstone'}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value = json.loads(raw_value)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if value is None: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    return invalid('invalid_json_null')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op = value['op']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row = value.get('before') if op == 'd' else value.get('after')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AFC"/>
                </a:solidFill>
                <a:latin typeface="D2Coding"/>
                <a:ea typeface="D2Coding"/>
                <a:cs typeface="D2Coding"/>
              </a:defRPr>
            </a:pPr>
            <a:r>
              <a:rPr sz="1725" b="0">
                <a:solidFill>
                  <a:srgbClr val="F8FAFC"/>
                </a:solidFill>
                <a:latin typeface="D2Coding"/>
                <a:ea typeface="D2Coding"/>
                <a:cs typeface="D2Coding"/>
              </a:rPr>
              <a:t># 전체 검증과 PK 선택은 event_parser.py에서 확인합니다.</a:t>
            </a:r>
          </a:p>
        </p:txBody>
      </p:sp>
      <p:sp>
        <p:nvSpPr>
          <p:cNvPr id="6" name="panel-191">
            <a:extLst xmlns:a="http://schemas.openxmlformats.org/drawingml/2006/main">
              <a:ext uri="{FF2B5EF4-FFF2-40B4-BE49-F238E27FC236}">
                <a16:creationId xmlns:a16="http://schemas.microsoft.com/office/drawing/2014/main" id="{894E2FEC-0C3B-469F-B870-11523608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7" name="text-192">
            <a:extLst xmlns:a="http://schemas.openxmlformats.org/drawingml/2006/main">
              <a:ext uri="{FF2B5EF4-FFF2-40B4-BE49-F238E27FC236}">
                <a16:creationId xmlns:a16="http://schemas.microsoft.com/office/drawing/2014/main" id="{F09B4147-023C-4E74-9B8A-12F5BE0D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왜 DELETE에서 after를 선택하면 안 될까요?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4D3B55-3BFA-4C2A-A169-84085CDA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9" name="text-193">
            <a:extLst xmlns:a="http://schemas.openxmlformats.org/drawingml/2006/main">
              <a:ext uri="{FF2B5EF4-FFF2-40B4-BE49-F238E27FC236}">
                <a16:creationId xmlns:a16="http://schemas.microsoft.com/office/drawing/2014/main" id="{236DC752-0E60-4989-8978-5505FB56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0" name="text-194">
            <a:extLst xmlns:a="http://schemas.openxmlformats.org/drawingml/2006/main">
              <a:ext uri="{FF2B5EF4-FFF2-40B4-BE49-F238E27FC236}">
                <a16:creationId xmlns:a16="http://schemas.microsoft.com/office/drawing/2014/main" id="{BA8048E6-E05D-4A99-80D3-08BD084C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12438176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95">
            <a:extLst xmlns:a="http://schemas.openxmlformats.org/drawingml/2006/main">
              <a:ext uri="{FF2B5EF4-FFF2-40B4-BE49-F238E27FC236}">
                <a16:creationId xmlns:a16="http://schemas.microsoft.com/office/drawing/2014/main" id="{9C4922D8-184E-4AA4-83EA-22A08DEB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196">
            <a:extLst xmlns:a="http://schemas.openxmlformats.org/drawingml/2006/main">
              <a:ext uri="{FF2B5EF4-FFF2-40B4-BE49-F238E27FC236}">
                <a16:creationId xmlns:a16="http://schemas.microsoft.com/office/drawing/2014/main" id="{98120273-81F6-4E55-B5B1-6487E2E8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파서 결과를 입력별로 확인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770DA-16AF-4B8E-BFBD-27A547BF9DBE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555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생성 c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after에서 PK와 현재 값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 d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before에서 PK, after=null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wire value=null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tombstone으로 구분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JSON 텍스트 null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invalid_json_null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나머지 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r·u·오류 검증은 복습에서 확인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197">
            <a:extLst xmlns:a="http://schemas.openxmlformats.org/drawingml/2006/main">
              <a:ext uri="{FF2B5EF4-FFF2-40B4-BE49-F238E27FC236}">
                <a16:creationId xmlns:a16="http://schemas.microsoft.com/office/drawing/2014/main" id="{B2754BF0-24FD-4E43-91D6-74DB89BD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198">
            <a:extLst xmlns:a="http://schemas.openxmlformats.org/drawingml/2006/main">
              <a:ext uri="{FF2B5EF4-FFF2-40B4-BE49-F238E27FC236}">
                <a16:creationId xmlns:a16="http://schemas.microsoft.com/office/drawing/2014/main" id="{4C541CD9-2816-4328-BD06-0DAF2250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이어서 새 환불을 실행하고 실제 메시지와 비교합니다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59853C-B691-41F3-9032-40AA9235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199">
            <a:extLst xmlns:a="http://schemas.openxmlformats.org/drawingml/2006/main">
              <a:ext uri="{FF2B5EF4-FFF2-40B4-BE49-F238E27FC236}">
                <a16:creationId xmlns:a16="http://schemas.microsoft.com/office/drawing/2014/main" id="{6A6AB27C-1DDB-473B-8E54-61F7CE43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00">
            <a:extLst xmlns:a="http://schemas.openxmlformats.org/drawingml/2006/main">
              <a:ext uri="{FF2B5EF4-FFF2-40B4-BE49-F238E27FC236}">
                <a16:creationId xmlns:a16="http://schemas.microsoft.com/office/drawing/2014/main" id="{B15E9A73-E11A-4E01-BF88-AA8FFA14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4765931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01">
            <a:extLst xmlns:a="http://schemas.openxmlformats.org/drawingml/2006/main">
              <a:ext uri="{FF2B5EF4-FFF2-40B4-BE49-F238E27FC236}">
                <a16:creationId xmlns:a16="http://schemas.microsoft.com/office/drawing/2014/main" id="{5CD9C622-931D-4F37-ACAB-DF750B21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02">
            <a:extLst xmlns:a="http://schemas.openxmlformats.org/drawingml/2006/main">
              <a:ext uri="{FF2B5EF4-FFF2-40B4-BE49-F238E27FC236}">
                <a16:creationId xmlns:a16="http://schemas.microsoft.com/office/drawing/2014/main" id="{517C7D29-F2CE-418F-A323-948D1861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key · value · 수집 위치</a:t>
            </a:r>
          </a:p>
        </p:txBody>
      </p:sp>
      <p:sp>
        <p:nvSpPr>
          <p:cNvPr id="3" name="panel-203">
            <a:extLst xmlns:a="http://schemas.openxmlformats.org/drawingml/2006/main">
              <a:ext uri="{FF2B5EF4-FFF2-40B4-BE49-F238E27FC236}">
                <a16:creationId xmlns:a16="http://schemas.microsoft.com/office/drawing/2014/main" id="{D512ABB7-A664-4E5F-B010-3DFA7A66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04">
            <a:extLst xmlns:a="http://schemas.openxmlformats.org/drawingml/2006/main">
              <a:ext uri="{FF2B5EF4-FFF2-40B4-BE49-F238E27FC236}">
                <a16:creationId xmlns:a16="http://schemas.microsoft.com/office/drawing/2014/main" id="{1BCCDE8A-EBA3-4616-B66B-D83F49A5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key</a:t>
            </a:r>
          </a:p>
        </p:txBody>
      </p:sp>
      <p:sp>
        <p:nvSpPr>
          <p:cNvPr id="5" name="text-205">
            <a:extLst xmlns:a="http://schemas.openxmlformats.org/drawingml/2006/main">
              <a:ext uri="{FF2B5EF4-FFF2-40B4-BE49-F238E27FC236}">
                <a16:creationId xmlns:a16="http://schemas.microsoft.com/office/drawing/2014/main" id="{A1E8967B-1EFA-4746-B499-67BFD3EA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{"refund_id": "...-r1"}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원천 행을 식별</a:t>
            </a:r>
          </a:p>
        </p:txBody>
      </p:sp>
      <p:sp>
        <p:nvSpPr>
          <p:cNvPr id="6" name="panel-206">
            <a:extLst xmlns:a="http://schemas.openxmlformats.org/drawingml/2006/main">
              <a:ext uri="{FF2B5EF4-FFF2-40B4-BE49-F238E27FC236}">
                <a16:creationId xmlns:a16="http://schemas.microsoft.com/office/drawing/2014/main" id="{D1728FC3-F6EB-48AE-B6AD-9BA04B29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07">
            <a:extLst xmlns:a="http://schemas.openxmlformats.org/drawingml/2006/main">
              <a:ext uri="{FF2B5EF4-FFF2-40B4-BE49-F238E27FC236}">
                <a16:creationId xmlns:a16="http://schemas.microsoft.com/office/drawing/2014/main" id="{B557386D-E09E-44AF-A986-32DA22C5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value</a:t>
            </a:r>
          </a:p>
        </p:txBody>
      </p:sp>
      <p:sp>
        <p:nvSpPr>
          <p:cNvPr id="8" name="text-208">
            <a:extLst xmlns:a="http://schemas.openxmlformats.org/drawingml/2006/main">
              <a:ext uri="{FF2B5EF4-FFF2-40B4-BE49-F238E27FC236}">
                <a16:creationId xmlns:a16="http://schemas.microsoft.com/office/drawing/2014/main" id="{88F8E345-E9CA-42BA-B169-4905165E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 · before · after · source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내용과 원천 정보</a:t>
            </a:r>
          </a:p>
        </p:txBody>
      </p:sp>
      <p:sp>
        <p:nvSpPr>
          <p:cNvPr id="9" name="panel-209">
            <a:extLst xmlns:a="http://schemas.openxmlformats.org/drawingml/2006/main">
              <a:ext uri="{FF2B5EF4-FFF2-40B4-BE49-F238E27FC236}">
                <a16:creationId xmlns:a16="http://schemas.microsoft.com/office/drawing/2014/main" id="{581A51B7-CE5D-4756-B856-F4CBFF61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10">
            <a:extLst xmlns:a="http://schemas.openxmlformats.org/drawingml/2006/main">
              <a:ext uri="{FF2B5EF4-FFF2-40B4-BE49-F238E27FC236}">
                <a16:creationId xmlns:a16="http://schemas.microsoft.com/office/drawing/2014/main" id="{A2733DDC-882D-4178-A520-C0EA204F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수집 위치</a:t>
            </a:r>
          </a:p>
        </p:txBody>
      </p:sp>
      <p:sp>
        <p:nvSpPr>
          <p:cNvPr id="11" name="text-211">
            <a:extLst xmlns:a="http://schemas.openxmlformats.org/drawingml/2006/main">
              <a:ext uri="{FF2B5EF4-FFF2-40B4-BE49-F238E27FC236}">
                <a16:creationId xmlns:a16="http://schemas.microsoft.com/office/drawing/2014/main" id="{1A93AEFC-478C-4C54-9359-26EB4063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topic · partition · offset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레코드의 위치</a:t>
            </a:r>
          </a:p>
        </p:txBody>
      </p:sp>
      <p:sp>
        <p:nvSpPr>
          <p:cNvPr id="12" name="panel-212">
            <a:extLst xmlns:a="http://schemas.openxmlformats.org/drawingml/2006/main">
              <a:ext uri="{FF2B5EF4-FFF2-40B4-BE49-F238E27FC236}">
                <a16:creationId xmlns:a16="http://schemas.microsoft.com/office/drawing/2014/main" id="{69E936FF-41DE-4F80-9993-49A9EE54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13">
            <a:extLst xmlns:a="http://schemas.openxmlformats.org/drawingml/2006/main">
              <a:ext uri="{FF2B5EF4-FFF2-40B4-BE49-F238E27FC236}">
                <a16:creationId xmlns:a16="http://schemas.microsoft.com/office/drawing/2014/main" id="{7C467C97-30E1-4288-965C-B3664F72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Bronze는 value 원문과 위치를 저장합니다. key는 별도 컬럼이 없습니다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E115C-7107-4E21-91AF-89DF941D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14">
            <a:extLst xmlns:a="http://schemas.openxmlformats.org/drawingml/2006/main">
              <a:ext uri="{FF2B5EF4-FFF2-40B4-BE49-F238E27FC236}">
                <a16:creationId xmlns:a16="http://schemas.microsoft.com/office/drawing/2014/main" id="{2B43581D-3E9F-41FD-8CE7-C98EE714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15">
            <a:extLst xmlns:a="http://schemas.openxmlformats.org/drawingml/2006/main">
              <a:ext uri="{FF2B5EF4-FFF2-40B4-BE49-F238E27FC236}">
                <a16:creationId xmlns:a16="http://schemas.microsoft.com/office/drawing/2014/main" id="{45C47B33-D33A-46A7-8085-867EAAA3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0415013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DELETE와 tombstone은 다릅니다</a:t>
            </a:r>
          </a:p>
        </p:txBody>
      </p:sp>
      <p:sp>
        <p:nvSpPr>
          <p:cNvPr id="3" name="panel-218">
            <a:extLst xmlns:a="http://schemas.openxmlformats.org/drawingml/2006/main">
              <a:ext uri="{FF2B5EF4-FFF2-40B4-BE49-F238E27FC236}">
                <a16:creationId xmlns:a16="http://schemas.microsoft.com/office/drawing/2014/main" id="{92AFC05E-155A-45CE-B050-17FE09F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19">
            <a:extLst xmlns:a="http://schemas.openxmlformats.org/drawingml/2006/main">
              <a:ext uri="{FF2B5EF4-FFF2-40B4-BE49-F238E27FC236}">
                <a16:creationId xmlns:a16="http://schemas.microsoft.com/office/drawing/2014/main" id="{985E4EF8-558C-431B-910C-5092ED3F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삭제 이벤트</a:t>
            </a:r>
          </a:p>
        </p:txBody>
      </p:sp>
      <p:sp>
        <p:nvSpPr>
          <p:cNvPr id="5" name="text-220">
            <a:extLst xmlns:a="http://schemas.openxmlformats.org/drawingml/2006/main">
              <a:ext uri="{FF2B5EF4-FFF2-40B4-BE49-F238E27FC236}">
                <a16:creationId xmlns:a16="http://schemas.microsoft.com/office/drawing/2014/main" id="{8773025D-9C9E-4EAC-9EB7-58909841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value는 JSON 객체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op=d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before=삭제 전 행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after=null</a:t>
            </a:r>
          </a:p>
        </p:txBody>
      </p:sp>
      <p:sp>
        <p:nvSpPr>
          <p:cNvPr id="6" name="panel-221">
            <a:extLst xmlns:a="http://schemas.openxmlformats.org/drawingml/2006/main">
              <a:ext uri="{FF2B5EF4-FFF2-40B4-BE49-F238E27FC236}">
                <a16:creationId xmlns:a16="http://schemas.microsoft.com/office/drawing/2014/main" id="{F483F0AD-5C28-46A0-B994-1438A4AB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43100"/>
            <a:ext cx="5381625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22">
            <a:extLst xmlns:a="http://schemas.openxmlformats.org/drawingml/2006/main">
              <a:ext uri="{FF2B5EF4-FFF2-40B4-BE49-F238E27FC236}">
                <a16:creationId xmlns:a16="http://schemas.microsoft.com/office/drawing/2014/main" id="{86678BB0-2080-461B-924F-192F0E0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49244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tombstone</a:t>
            </a:r>
          </a:p>
        </p:txBody>
      </p:sp>
      <p:sp>
        <p:nvSpPr>
          <p:cNvPr id="8" name="text-223">
            <a:extLst xmlns:a="http://schemas.openxmlformats.org/drawingml/2006/main">
              <a:ext uri="{FF2B5EF4-FFF2-40B4-BE49-F238E27FC236}">
                <a16:creationId xmlns:a16="http://schemas.microsoft.com/office/drawing/2014/main" id="{49A57845-9433-45CE-A87D-7070ED34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86100"/>
            <a:ext cx="49244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key는 그대로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wire value=null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이번 Bronze에서는 제외</a:t>
            </a:r>
          </a:p>
        </p:txBody>
      </p:sp>
      <p:sp>
        <p:nvSpPr>
          <p:cNvPr id="9" name="panel-224">
            <a:extLst xmlns:a="http://schemas.openxmlformats.org/drawingml/2006/main">
              <a:ext uri="{FF2B5EF4-FFF2-40B4-BE49-F238E27FC236}">
                <a16:creationId xmlns:a16="http://schemas.microsoft.com/office/drawing/2014/main" id="{D231E374-ED7E-40A1-90F3-3A865AA1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text-225">
            <a:extLst xmlns:a="http://schemas.openxmlformats.org/drawingml/2006/main">
              <a:ext uri="{FF2B5EF4-FFF2-40B4-BE49-F238E27FC236}">
                <a16:creationId xmlns:a16="http://schemas.microsoft.com/office/drawing/2014/main" id="{EBB6F536-5F18-4F02-B003-16A0A3CC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 메시지 수와 Bronze 행 수를 그대로 같다고 비교하지 않습니다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228">
            <a:extLst xmlns:a="http://schemas.openxmlformats.org/drawingml/2006/main">
              <a:ext uri="{FF2B5EF4-FFF2-40B4-BE49-F238E27FC236}">
                <a16:creationId xmlns:a16="http://schemas.microsoft.com/office/drawing/2014/main" id="{552E214F-22BE-46A4-AC85-436D4D1A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29">
            <a:extLst xmlns:a="http://schemas.openxmlformats.org/drawingml/2006/main">
              <a:ext uri="{FF2B5EF4-FFF2-40B4-BE49-F238E27FC236}">
                <a16:creationId xmlns:a16="http://schemas.microsoft.com/office/drawing/2014/main" id="{57B20D7A-AE9F-41D5-AA84-201C59C5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환불을 실행하기 전에 예측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12B3E-7ED3-4DE7-9D15-EDFBAFE0168E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476500"/>
                <a:gridCol w="3000375"/>
                <a:gridCol w="3019425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행 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before.amount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after.amount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INSERT 20,000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UPDATE 30,000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DELETE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?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230">
            <a:extLst xmlns:a="http://schemas.openxmlformats.org/drawingml/2006/main">
              <a:ext uri="{FF2B5EF4-FFF2-40B4-BE49-F238E27FC236}">
                <a16:creationId xmlns:a16="http://schemas.microsoft.com/office/drawing/2014/main" id="{36913D3E-CEEB-4B8C-81F5-D6284220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231">
            <a:extLst xmlns:a="http://schemas.openxmlformats.org/drawingml/2006/main">
              <a:ext uri="{FF2B5EF4-FFF2-40B4-BE49-F238E27FC236}">
                <a16:creationId xmlns:a16="http://schemas.microsoft.com/office/drawing/2014/main" id="{6CC541A7-67BD-4D45-8A00-B1F6CF93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예측을 적고 실제 key · op · 값 · 위치와 비교합니다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876C1-94C5-48AB-95B7-ACDC9080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232">
            <a:extLst xmlns:a="http://schemas.openxmlformats.org/drawingml/2006/main">
              <a:ext uri="{FF2B5EF4-FFF2-40B4-BE49-F238E27FC236}">
                <a16:creationId xmlns:a16="http://schemas.microsoft.com/office/drawing/2014/main" id="{8E3B74D8-7846-4453-8CB7-E3C95A32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33">
            <a:extLst xmlns:a="http://schemas.openxmlformats.org/drawingml/2006/main">
              <a:ext uri="{FF2B5EF4-FFF2-40B4-BE49-F238E27FC236}">
                <a16:creationId xmlns:a16="http://schemas.microsoft.com/office/drawing/2014/main" id="{D2624F27-B1E1-4A6D-885F-05FF0373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5167277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34">
            <a:extLst xmlns:a="http://schemas.openxmlformats.org/drawingml/2006/main">
              <a:ext uri="{FF2B5EF4-FFF2-40B4-BE49-F238E27FC236}">
                <a16:creationId xmlns:a16="http://schemas.microsoft.com/office/drawing/2014/main" id="{BECC0EBB-D4CC-4FA4-88E8-E0D49FB0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35">
            <a:extLst xmlns:a="http://schemas.openxmlformats.org/drawingml/2006/main">
              <a:ext uri="{FF2B5EF4-FFF2-40B4-BE49-F238E27FC236}">
                <a16:creationId xmlns:a16="http://schemas.microsoft.com/office/drawing/2014/main" id="{4B64920B-2522-4638-9870-8523C980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변경부터 Bronze 조회까지 대조</a:t>
            </a:r>
          </a:p>
        </p:txBody>
      </p:sp>
      <p:sp>
        <p:nvSpPr>
          <p:cNvPr id="3" name="panel-236">
            <a:extLst xmlns:a="http://schemas.openxmlformats.org/drawingml/2006/main">
              <a:ext uri="{FF2B5EF4-FFF2-40B4-BE49-F238E27FC236}">
                <a16:creationId xmlns:a16="http://schemas.microsoft.com/office/drawing/2014/main" id="{8FD1B685-E748-461F-AF75-CE500A21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37">
            <a:extLst xmlns:a="http://schemas.openxmlformats.org/drawingml/2006/main">
              <a:ext uri="{FF2B5EF4-FFF2-40B4-BE49-F238E27FC236}">
                <a16:creationId xmlns:a16="http://schemas.microsoft.com/office/drawing/2014/main" id="{4004FE94-EB86-4E1B-BFF8-F381A478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변경</a:t>
            </a:r>
          </a:p>
        </p:txBody>
      </p:sp>
      <p:sp>
        <p:nvSpPr>
          <p:cNvPr id="5" name="text-238">
            <a:extLst xmlns:a="http://schemas.openxmlformats.org/drawingml/2006/main">
              <a:ext uri="{FF2B5EF4-FFF2-40B4-BE49-F238E27FC236}">
                <a16:creationId xmlns:a16="http://schemas.microsoft.com/office/drawing/2014/main" id="{67890AED-EE82-486C-B564-B2D04CC5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환불 c → u → 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5DD94A-B453-4077-919D-E088F6F3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1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7" name="panel-239">
            <a:extLst xmlns:a="http://schemas.openxmlformats.org/drawingml/2006/main">
              <a:ext uri="{FF2B5EF4-FFF2-40B4-BE49-F238E27FC236}">
                <a16:creationId xmlns:a16="http://schemas.microsoft.com/office/drawing/2014/main" id="{31B7467C-A4A1-4773-A018-15E317B5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856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8" name="text-240">
            <a:extLst xmlns:a="http://schemas.openxmlformats.org/drawingml/2006/main">
              <a:ext uri="{FF2B5EF4-FFF2-40B4-BE49-F238E27FC236}">
                <a16:creationId xmlns:a16="http://schemas.microsoft.com/office/drawing/2014/main" id="{7C0CF634-5784-4201-8EEB-6E94546E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4731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SELECT</a:t>
            </a:r>
          </a:p>
        </p:txBody>
      </p:sp>
      <p:sp>
        <p:nvSpPr>
          <p:cNvPr id="9" name="text-241">
            <a:extLst xmlns:a="http://schemas.openxmlformats.org/drawingml/2006/main">
              <a:ext uri="{FF2B5EF4-FFF2-40B4-BE49-F238E27FC236}">
                <a16:creationId xmlns:a16="http://schemas.microsoft.com/office/drawing/2014/main" id="{34875EF2-1416-43EB-8570-DB1DF1C4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5206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현재 행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E5F97-719A-41AC-A68B-3C73A3A3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1" name="panel-242">
            <a:extLst xmlns:a="http://schemas.openxmlformats.org/drawingml/2006/main">
              <a:ext uri="{FF2B5EF4-FFF2-40B4-BE49-F238E27FC236}">
                <a16:creationId xmlns:a16="http://schemas.microsoft.com/office/drawing/2014/main" id="{EB8486B2-1B3E-44D0-8527-C25EF724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2" name="text-243">
            <a:extLst xmlns:a="http://schemas.openxmlformats.org/drawingml/2006/main">
              <a:ext uri="{FF2B5EF4-FFF2-40B4-BE49-F238E27FC236}">
                <a16:creationId xmlns:a16="http://schemas.microsoft.com/office/drawing/2014/main" id="{FE28DFC1-AD30-4BF5-9764-3B936E80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988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확인</a:t>
            </a:r>
          </a:p>
        </p:txBody>
      </p:sp>
      <p:sp>
        <p:nvSpPr>
          <p:cNvPr id="13" name="text-244">
            <a:extLst xmlns:a="http://schemas.openxmlformats.org/drawingml/2006/main">
              <a:ext uri="{FF2B5EF4-FFF2-40B4-BE49-F238E27FC236}">
                <a16:creationId xmlns:a16="http://schemas.microsoft.com/office/drawing/2014/main" id="{8E653F5B-5EB8-4AFF-B8BD-7828788C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63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key · value · 위치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5A379-4494-4826-9443-7FF33A8F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244" y="3124200"/>
            <a:ext cx="2000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15" name="panel-245">
            <a:extLst xmlns:a="http://schemas.openxmlformats.org/drawingml/2006/main">
              <a:ext uri="{FF2B5EF4-FFF2-40B4-BE49-F238E27FC236}">
                <a16:creationId xmlns:a16="http://schemas.microsoft.com/office/drawing/2014/main" id="{059BFDBE-F712-4EA2-ACEF-B20112FA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369" y="2362200"/>
            <a:ext cx="2536031" cy="177165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6" name="text-246">
            <a:extLst xmlns:a="http://schemas.openxmlformats.org/drawingml/2006/main">
              <a:ext uri="{FF2B5EF4-FFF2-40B4-BE49-F238E27FC236}">
                <a16:creationId xmlns:a16="http://schemas.microsoft.com/office/drawing/2014/main" id="{2416BABA-53D9-4A82-A2F4-75C95C0B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244" y="2638425"/>
            <a:ext cx="225028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 확인</a:t>
            </a:r>
          </a:p>
        </p:txBody>
      </p:sp>
      <p:sp>
        <p:nvSpPr>
          <p:cNvPr id="17" name="text-247">
            <a:extLst xmlns:a="http://schemas.openxmlformats.org/drawingml/2006/main">
              <a:ext uri="{FF2B5EF4-FFF2-40B4-BE49-F238E27FC236}">
                <a16:creationId xmlns:a16="http://schemas.microsoft.com/office/drawing/2014/main" id="{ABB3AB43-03DC-4CBE-9203-037978AB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9719" y="3457575"/>
            <a:ext cx="22693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같은 위치와 내용</a:t>
            </a:r>
          </a:p>
        </p:txBody>
      </p:sp>
      <p:sp>
        <p:nvSpPr>
          <p:cNvPr id="18" name="panel-248">
            <a:extLst xmlns:a="http://schemas.openxmlformats.org/drawingml/2006/main">
              <a:ext uri="{FF2B5EF4-FFF2-40B4-BE49-F238E27FC236}">
                <a16:creationId xmlns:a16="http://schemas.microsoft.com/office/drawing/2014/main" id="{4F3055FE-368B-4F41-8B59-5E1199C9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9" name="text-249">
            <a:extLst xmlns:a="http://schemas.openxmlformats.org/drawingml/2006/main">
              <a:ext uri="{FF2B5EF4-FFF2-40B4-BE49-F238E27FC236}">
                <a16:creationId xmlns:a16="http://schemas.microsoft.com/office/drawing/2014/main" id="{274CED35-8572-494E-B11B-67DBAC53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변경 직후 비어 있으면 도착·commit·조회 시점을 구분해 기다립니다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BF39D4-5A41-4C88-8E32-613B4D0D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250">
            <a:extLst xmlns:a="http://schemas.openxmlformats.org/drawingml/2006/main">
              <a:ext uri="{FF2B5EF4-FFF2-40B4-BE49-F238E27FC236}">
                <a16:creationId xmlns:a16="http://schemas.microsoft.com/office/drawing/2014/main" id="{F1505DF8-F56E-443E-BB42-507DBD29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22" name="text-251">
            <a:extLst xmlns:a="http://schemas.openxmlformats.org/drawingml/2006/main">
              <a:ext uri="{FF2B5EF4-FFF2-40B4-BE49-F238E27FC236}">
                <a16:creationId xmlns:a16="http://schemas.microsoft.com/office/drawing/2014/main" id="{D9E663EB-AF7B-47F4-BF59-EC83688A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31261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252">
            <a:extLst xmlns:a="http://schemas.openxmlformats.org/drawingml/2006/main">
              <a:ext uri="{FF2B5EF4-FFF2-40B4-BE49-F238E27FC236}">
                <a16:creationId xmlns:a16="http://schemas.microsoft.com/office/drawing/2014/main" id="{864F1134-9EC6-416F-B892-E6FCDEBA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53">
            <a:extLst xmlns:a="http://schemas.openxmlformats.org/drawingml/2006/main">
              <a:ext uri="{FF2B5EF4-FFF2-40B4-BE49-F238E27FC236}">
                <a16:creationId xmlns:a16="http://schemas.microsoft.com/office/drawing/2014/main" id="{1F084A51-3D22-4663-BEC4-136BBD34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수집이 안 보일 때 확인할 구간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CF9CA-775B-464D-9A90-A8C394D4F486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77533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관찰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먼저 확인할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원천만 바뀜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commit · publication · include list · connector/task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Kafka에는 있고 Bronze에는 없음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입력 · 처리 · checkpoint · sink commit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Bronze에 c와 u만 보임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after-only 조건 · before PK · 실제 key와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한 파일에 c만 보임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files 목록 · 같은 키의 전체 Bronze 조회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panel-254">
            <a:extLst xmlns:a="http://schemas.openxmlformats.org/drawingml/2006/main">
              <a:ext uri="{FF2B5EF4-FFF2-40B4-BE49-F238E27FC236}">
                <a16:creationId xmlns:a16="http://schemas.microsoft.com/office/drawing/2014/main" id="{AF19E4A6-A01B-4A31-BBA0-DD5F525E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5" name="text-255">
            <a:extLst xmlns:a="http://schemas.openxmlformats.org/drawingml/2006/main">
              <a:ext uri="{FF2B5EF4-FFF2-40B4-BE49-F238E27FC236}">
                <a16:creationId xmlns:a16="http://schemas.microsoft.com/office/drawing/2014/main" id="{E761CC4A-9481-476F-87ED-D1985EA6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“안 된다” 대신 마지막으로 확인한 지점을 말합니다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5C665-E04A-4489-AB08-E964C43A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256">
            <a:extLst xmlns:a="http://schemas.openxmlformats.org/drawingml/2006/main">
              <a:ext uri="{FF2B5EF4-FFF2-40B4-BE49-F238E27FC236}">
                <a16:creationId xmlns:a16="http://schemas.microsoft.com/office/drawing/2014/main" id="{F58A1512-AFDD-439B-9A68-E91BFDEC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8" name="text-257">
            <a:extLst xmlns:a="http://schemas.openxmlformats.org/drawingml/2006/main">
              <a:ext uri="{FF2B5EF4-FFF2-40B4-BE49-F238E27FC236}">
                <a16:creationId xmlns:a16="http://schemas.microsoft.com/office/drawing/2014/main" id="{EF4157C5-3D2D-47DF-A7DA-3D8F1874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5134092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58">
            <a:extLst xmlns:a="http://schemas.openxmlformats.org/drawingml/2006/main">
              <a:ext uri="{FF2B5EF4-FFF2-40B4-BE49-F238E27FC236}">
                <a16:creationId xmlns:a16="http://schemas.microsoft.com/office/drawing/2014/main" id="{1261A884-6B81-4A0C-9F07-D34436DD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59">
            <a:extLst xmlns:a="http://schemas.openxmlformats.org/drawingml/2006/main">
              <a:ext uri="{FF2B5EF4-FFF2-40B4-BE49-F238E27FC236}">
                <a16:creationId xmlns:a16="http://schemas.microsoft.com/office/drawing/2014/main" id="{4D3C6008-1D41-44F0-B569-B9D297D9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 확인한 증거</a:t>
            </a:r>
          </a:p>
        </p:txBody>
      </p:sp>
      <p:sp>
        <p:nvSpPr>
          <p:cNvPr id="3" name="panel-260">
            <a:extLst xmlns:a="http://schemas.openxmlformats.org/drawingml/2006/main">
              <a:ext uri="{FF2B5EF4-FFF2-40B4-BE49-F238E27FC236}">
                <a16:creationId xmlns:a16="http://schemas.microsoft.com/office/drawing/2014/main" id="{1852A160-0876-4DD1-ADB2-00D2ECB4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61">
            <a:extLst xmlns:a="http://schemas.openxmlformats.org/drawingml/2006/main">
              <a:ext uri="{FF2B5EF4-FFF2-40B4-BE49-F238E27FC236}">
                <a16:creationId xmlns:a16="http://schemas.microsoft.com/office/drawing/2014/main" id="{CFA6D6D3-1424-4657-B3B4-5B35A3E4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수집 설정</a:t>
            </a:r>
          </a:p>
        </p:txBody>
      </p:sp>
      <p:sp>
        <p:nvSpPr>
          <p:cNvPr id="5" name="text-262">
            <a:extLst xmlns:a="http://schemas.openxmlformats.org/drawingml/2006/main">
              <a:ext uri="{FF2B5EF4-FFF2-40B4-BE49-F238E27FC236}">
                <a16:creationId xmlns:a16="http://schemas.microsoft.com/office/drawing/2014/main" id="{3E9D0F20-CC9F-42AD-897F-6B3F09DF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publication · slot · FULL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Debezium include list</a:t>
            </a:r>
          </a:p>
        </p:txBody>
      </p:sp>
      <p:sp>
        <p:nvSpPr>
          <p:cNvPr id="6" name="panel-263">
            <a:extLst xmlns:a="http://schemas.openxmlformats.org/drawingml/2006/main">
              <a:ext uri="{FF2B5EF4-FFF2-40B4-BE49-F238E27FC236}">
                <a16:creationId xmlns:a16="http://schemas.microsoft.com/office/drawing/2014/main" id="{4A169DCC-DA9E-4424-B1F5-DEE38E6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64">
            <a:extLst xmlns:a="http://schemas.openxmlformats.org/drawingml/2006/main">
              <a:ext uri="{FF2B5EF4-FFF2-40B4-BE49-F238E27FC236}">
                <a16:creationId xmlns:a16="http://schemas.microsoft.com/office/drawing/2014/main" id="{CFA96C3C-CFA2-4F72-ADF8-42724E30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변경 이벤트</a:t>
            </a:r>
          </a:p>
        </p:txBody>
      </p:sp>
      <p:sp>
        <p:nvSpPr>
          <p:cNvPr id="8" name="text-265">
            <a:extLst xmlns:a="http://schemas.openxmlformats.org/drawingml/2006/main">
              <a:ext uri="{FF2B5EF4-FFF2-40B4-BE49-F238E27FC236}">
                <a16:creationId xmlns:a16="http://schemas.microsoft.com/office/drawing/2014/main" id="{B625073B-ACFF-44C8-89ED-03818F31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환불의 c/u/d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key · 값 · 전달 위치</a:t>
            </a:r>
          </a:p>
        </p:txBody>
      </p:sp>
      <p:sp>
        <p:nvSpPr>
          <p:cNvPr id="9" name="panel-266">
            <a:extLst xmlns:a="http://schemas.openxmlformats.org/drawingml/2006/main">
              <a:ext uri="{FF2B5EF4-FFF2-40B4-BE49-F238E27FC236}">
                <a16:creationId xmlns:a16="http://schemas.microsoft.com/office/drawing/2014/main" id="{56BC8A88-9E5A-4642-8C59-1F808D77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67">
            <a:extLst xmlns:a="http://schemas.openxmlformats.org/drawingml/2006/main">
              <a:ext uri="{FF2B5EF4-FFF2-40B4-BE49-F238E27FC236}">
                <a16:creationId xmlns:a16="http://schemas.microsoft.com/office/drawing/2014/main" id="{E52B2E57-F4E3-49C4-9D81-5EE0479D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저장 결과</a:t>
            </a:r>
          </a:p>
        </p:txBody>
      </p:sp>
      <p:sp>
        <p:nvSpPr>
          <p:cNvPr id="11" name="text-268">
            <a:extLst xmlns:a="http://schemas.openxmlformats.org/drawingml/2006/main">
              <a:ext uri="{FF2B5EF4-FFF2-40B4-BE49-F238E27FC236}">
                <a16:creationId xmlns:a16="http://schemas.microsoft.com/office/drawing/2014/main" id="{2C862C2B-295B-45A6-A711-3A0ECE45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세 이력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Parquet 내용</a:t>
            </a:r>
          </a:p>
        </p:txBody>
      </p:sp>
      <p:sp>
        <p:nvSpPr>
          <p:cNvPr id="12" name="panel-269">
            <a:extLst xmlns:a="http://schemas.openxmlformats.org/drawingml/2006/main">
              <a:ext uri="{FF2B5EF4-FFF2-40B4-BE49-F238E27FC236}">
                <a16:creationId xmlns:a16="http://schemas.microsoft.com/office/drawing/2014/main" id="{4D283E68-CF9E-4C0A-B025-434430C2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70">
            <a:extLst xmlns:a="http://schemas.openxmlformats.org/drawingml/2006/main">
              <a:ext uri="{FF2B5EF4-FFF2-40B4-BE49-F238E27FC236}">
                <a16:creationId xmlns:a16="http://schemas.microsoft.com/office/drawing/2014/main" id="{210FFE9C-5169-4096-9034-57C02999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설정이 맞는지와 결과가 맞는지를 함께 확인합니다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C2FE9-A0E8-4E3B-8DF0-0D0650C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71">
            <a:extLst xmlns:a="http://schemas.openxmlformats.org/drawingml/2006/main">
              <a:ext uri="{FF2B5EF4-FFF2-40B4-BE49-F238E27FC236}">
                <a16:creationId xmlns:a16="http://schemas.microsoft.com/office/drawing/2014/main" id="{E56F31A0-38F5-4121-B41E-EA331022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72">
            <a:extLst xmlns:a="http://schemas.openxmlformats.org/drawingml/2006/main">
              <a:ext uri="{FF2B5EF4-FFF2-40B4-BE49-F238E27FC236}">
                <a16:creationId xmlns:a16="http://schemas.microsoft.com/office/drawing/2014/main" id="{3F9297DE-A591-4EFB-ACB6-9B32B9BF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432880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273">
            <a:extLst xmlns:a="http://schemas.openxmlformats.org/drawingml/2006/main">
              <a:ext uri="{FF2B5EF4-FFF2-40B4-BE49-F238E27FC236}">
                <a16:creationId xmlns:a16="http://schemas.microsoft.com/office/drawing/2014/main" id="{0CCF6EBE-0530-4878-B618-CA3214E0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74">
            <a:extLst xmlns:a="http://schemas.openxmlformats.org/drawingml/2006/main">
              <a:ext uri="{FF2B5EF4-FFF2-40B4-BE49-F238E27FC236}">
                <a16:creationId xmlns:a16="http://schemas.microsoft.com/office/drawing/2014/main" id="{6DF9E35D-6744-4F2E-B5E9-0BC8306F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복습과 다음 회차</a:t>
            </a:r>
          </a:p>
        </p:txBody>
      </p:sp>
      <p:sp>
        <p:nvSpPr>
          <p:cNvPr id="3" name="panel-275">
            <a:extLst xmlns:a="http://schemas.openxmlformats.org/drawingml/2006/main">
              <a:ext uri="{FF2B5EF4-FFF2-40B4-BE49-F238E27FC236}">
                <a16:creationId xmlns:a16="http://schemas.microsoft.com/office/drawing/2014/main" id="{92A555AA-F43D-4728-94F8-DB0EEB67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2AB199DE-6CF1-4C26-BEDF-919552B2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개인 환경 복습</a:t>
            </a:r>
          </a:p>
        </p:txBody>
      </p:sp>
      <p:sp>
        <p:nvSpPr>
          <p:cNvPr id="5" name="text-277">
            <a:extLst xmlns:a="http://schemas.openxmlformats.org/drawingml/2006/main">
              <a:ext uri="{FF2B5EF4-FFF2-40B4-BE49-F238E27FC236}">
                <a16:creationId xmlns:a16="http://schemas.microsoft.com/office/drawing/2014/main" id="{6795C325-26E1-4A4B-8EA7-E5D9A1CB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예제 실행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SQL·파서 결과·막힌 점 정리</a:t>
            </a:r>
          </a:p>
        </p:txBody>
      </p:sp>
      <p:sp>
        <p:nvSpPr>
          <p:cNvPr id="6" name="panel-278">
            <a:extLst xmlns:a="http://schemas.openxmlformats.org/drawingml/2006/main">
              <a:ext uri="{FF2B5EF4-FFF2-40B4-BE49-F238E27FC236}">
                <a16:creationId xmlns:a16="http://schemas.microsoft.com/office/drawing/2014/main" id="{61EC8F5B-9387-4F07-8466-7CB4EB0B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7" name="text-279">
            <a:extLst xmlns:a="http://schemas.openxmlformats.org/drawingml/2006/main">
              <a:ext uri="{FF2B5EF4-FFF2-40B4-BE49-F238E27FC236}">
                <a16:creationId xmlns:a16="http://schemas.microsoft.com/office/drawing/2014/main" id="{733192DA-2CA9-48EE-A921-FF490796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제출과 공유</a:t>
            </a:r>
          </a:p>
        </p:txBody>
      </p:sp>
      <p:sp>
        <p:nvSpPr>
          <p:cNvPr id="8" name="text-280">
            <a:extLst xmlns:a="http://schemas.openxmlformats.org/drawingml/2006/main">
              <a:ext uri="{FF2B5EF4-FFF2-40B4-BE49-F238E27FC236}">
                <a16:creationId xmlns:a16="http://schemas.microsoft.com/office/drawing/2014/main" id="{2DA5D2D4-6D78-41A6-844B-6741F67B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submission.md + SQL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진행한 과정을 동료와 공유</a:t>
            </a:r>
          </a:p>
        </p:txBody>
      </p:sp>
      <p:sp>
        <p:nvSpPr>
          <p:cNvPr id="9" name="panel-281">
            <a:extLst xmlns:a="http://schemas.openxmlformats.org/drawingml/2006/main">
              <a:ext uri="{FF2B5EF4-FFF2-40B4-BE49-F238E27FC236}">
                <a16:creationId xmlns:a16="http://schemas.microsoft.com/office/drawing/2014/main" id="{C39C44FC-54BA-4663-8C15-626431B0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500" y="1943100"/>
            <a:ext cx="3517900" cy="3028950"/>
          </a:xfrm>
          <a:prstGeom xmlns:a="http://schemas.openxmlformats.org/drawingml/2006/main" prst="roundRect">
            <a:avLst>
              <a:gd name="adj" fmla="val 283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0" name="text-282">
            <a:extLst xmlns:a="http://schemas.openxmlformats.org/drawingml/2006/main">
              <a:ext uri="{FF2B5EF4-FFF2-40B4-BE49-F238E27FC236}">
                <a16:creationId xmlns:a16="http://schemas.microsoft.com/office/drawing/2014/main" id="{2ED85A95-3FBF-4BC4-A949-9F391325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209800"/>
            <a:ext cx="3060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</a:t>
            </a:r>
          </a:p>
        </p:txBody>
      </p:sp>
      <p:sp>
        <p:nvSpPr>
          <p:cNvPr id="11" name="text-283">
            <a:extLst xmlns:a="http://schemas.openxmlformats.org/drawingml/2006/main">
              <a:ext uri="{FF2B5EF4-FFF2-40B4-BE49-F238E27FC236}">
                <a16:creationId xmlns:a16="http://schemas.microsoft.com/office/drawing/2014/main" id="{E6355852-07A2-4BEF-850F-473AAB81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086100"/>
            <a:ext cx="30607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개인 도메인·테이블 설계 확정</a:t>
            </a:r>
          </a:p>
        </p:txBody>
      </p:sp>
      <p:sp>
        <p:nvSpPr>
          <p:cNvPr id="12" name="panel-284">
            <a:extLst xmlns:a="http://schemas.openxmlformats.org/drawingml/2006/main">
              <a:ext uri="{FF2B5EF4-FFF2-40B4-BE49-F238E27FC236}">
                <a16:creationId xmlns:a16="http://schemas.microsoft.com/office/drawing/2014/main" id="{532072B0-60AE-4F76-A132-9587A963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3" name="text-285">
            <a:extLst xmlns:a="http://schemas.openxmlformats.org/drawingml/2006/main">
              <a:ext uri="{FF2B5EF4-FFF2-40B4-BE49-F238E27FC236}">
                <a16:creationId xmlns:a16="http://schemas.microsoft.com/office/drawing/2014/main" id="{611B4C36-B035-4A4B-8C0F-BEBC4F3A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제출 방법·기한은 별도 안내를 따릅니다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2EEDC-F985-4357-AFE3-76649B86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86">
            <a:extLst xmlns:a="http://schemas.openxmlformats.org/drawingml/2006/main">
              <a:ext uri="{FF2B5EF4-FFF2-40B4-BE49-F238E27FC236}">
                <a16:creationId xmlns:a16="http://schemas.microsoft.com/office/drawing/2014/main" id="{45CECCA8-B461-4C15-8981-F9903CCF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16" name="text-287">
            <a:extLst xmlns:a="http://schemas.openxmlformats.org/drawingml/2006/main">
              <a:ext uri="{FF2B5EF4-FFF2-40B4-BE49-F238E27FC236}">
                <a16:creationId xmlns:a16="http://schemas.microsoft.com/office/drawing/2014/main" id="{1DACE53A-A6E0-44BA-A4C6-19C5DA46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6922543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288">
            <a:extLst xmlns:a="http://schemas.openxmlformats.org/drawingml/2006/main">
              <a:ext uri="{FF2B5EF4-FFF2-40B4-BE49-F238E27FC236}">
                <a16:creationId xmlns:a16="http://schemas.microsoft.com/office/drawing/2014/main" id="{3FACE06D-642C-40DE-B2AB-80664F83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2회차 · PostgreSQL CDC</a:t>
            </a:r>
          </a:p>
        </p:txBody>
      </p:sp>
      <p:sp>
        <p:nvSpPr>
          <p:cNvPr id="2" name="text-289">
            <a:extLst xmlns:a="http://schemas.openxmlformats.org/drawingml/2006/main">
              <a:ext uri="{FF2B5EF4-FFF2-40B4-BE49-F238E27FC236}">
                <a16:creationId xmlns:a16="http://schemas.microsoft.com/office/drawing/2014/main" id="{CEB16302-CD5B-4618-AE56-6B25AC2F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공식 문서와 실습 자료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ED33A-B3CA-48C8-B216-626B36371664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476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 17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Logical decoding · publication · replication slots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Debezium 3.2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 connector · snapshot · change events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Kafka 3.9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Partition ordering · record metadata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Iceberg 1.10.0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조회 · Parquet 디코드 · Flink writes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Apache Spark 3.5.6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 읽기 (별도 참고)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GitHub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kim-dabin/cdc-lakehouse-study · labs/session02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text-290">
            <a:extLst xmlns:a="http://schemas.openxmlformats.org/drawingml/2006/main">
              <a:ext uri="{FF2B5EF4-FFF2-40B4-BE49-F238E27FC236}">
                <a16:creationId xmlns:a16="http://schemas.microsoft.com/office/drawing/2014/main" id="{4C06E3A7-F714-4B42-9A5F-2F0551ED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공식 링크는 발표자 노트와 labs/session02/references.md에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04C44-333E-48E7-9FC2-4D07734F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6" name="text-291">
            <a:extLst xmlns:a="http://schemas.openxmlformats.org/drawingml/2006/main">
              <a:ext uri="{FF2B5EF4-FFF2-40B4-BE49-F238E27FC236}">
                <a16:creationId xmlns:a16="http://schemas.microsoft.com/office/drawing/2014/main" id="{4B7EDF4D-82C0-44DB-A2E4-0F051064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2회차</a:t>
            </a:r>
          </a:p>
        </p:txBody>
      </p:sp>
      <p:sp>
        <p:nvSpPr>
          <p:cNvPr id="7" name="text-292">
            <a:extLst xmlns:a="http://schemas.openxmlformats.org/drawingml/2006/main">
              <a:ext uri="{FF2B5EF4-FFF2-40B4-BE49-F238E27FC236}">
                <a16:creationId xmlns:a16="http://schemas.microsoft.com/office/drawing/2014/main" id="{C3793EAC-B61C-49C5-80B3-5CE8FD56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080162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2026-10-23T05:22:16.3810000Z</dcterms:created>
  <dcterms:modified xsi:type="dcterms:W3CDTF">2026-10-23T05:22:16.3820000Z</dcterms:modified>
</coreProperties>
</file>