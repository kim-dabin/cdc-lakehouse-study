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d551ffc43094db1" /><Relationship Type="http://schemas.openxmlformats.org/officeDocument/2006/relationships/extended-properties" Target="/docProps/app.xml" Id="R5044655404b642b2" /><Relationship Type="http://schemas.openxmlformats.org/officeDocument/2006/relationships/officeDocument" Target="/ppt/presentation.xml" Id="R1bd4eeb370b04078" /></Relationships>
</file>

<file path=ppt/presentation.xml><?xml version="1.0" encoding="utf-8"?>
<p:presentation xmlns:p="http://schemas.openxmlformats.org/presentationml/2006/main">
  <p:sldMasterIdLst>
    <p:sldMasterId xmlns:r="http://schemas.openxmlformats.org/officeDocument/2006/relationships" id="2147483648" r:id="R13bc2e7071f24634"/>
  </p:sldMasterIdLst>
  <p:notesMasterIdLst>
    <p:notesMasterId xmlns:r="http://schemas.openxmlformats.org/officeDocument/2006/relationships" r:id="Rf0c7e67a587a435e"/>
  </p:notesMasterIdLst>
  <p:sldIdLst>
    <p:sldId xmlns:r="http://schemas.openxmlformats.org/officeDocument/2006/relationships" id="256" r:id="R210b2b270cb74998"/>
    <p:sldId xmlns:r="http://schemas.openxmlformats.org/officeDocument/2006/relationships" id="257" r:id="Raf5553546847498c"/>
    <p:sldId xmlns:r="http://schemas.openxmlformats.org/officeDocument/2006/relationships" id="258" r:id="Rb8c1349949ac49cd"/>
    <p:sldId xmlns:r="http://schemas.openxmlformats.org/officeDocument/2006/relationships" id="259" r:id="Rab4056ab48bc4191"/>
    <p:sldId xmlns:r="http://schemas.openxmlformats.org/officeDocument/2006/relationships" id="260" r:id="R911924f0e1cd4029"/>
    <p:sldId xmlns:r="http://schemas.openxmlformats.org/officeDocument/2006/relationships" id="261" r:id="R41f7008fafd742f1"/>
    <p:sldId xmlns:r="http://schemas.openxmlformats.org/officeDocument/2006/relationships" id="262" r:id="R78caa581e30f4a4f"/>
    <p:sldId xmlns:r="http://schemas.openxmlformats.org/officeDocument/2006/relationships" id="263" r:id="R46f2938c513643fd"/>
    <p:sldId xmlns:r="http://schemas.openxmlformats.org/officeDocument/2006/relationships" id="264" r:id="R2b7d16ab913d440e"/>
    <p:sldId xmlns:r="http://schemas.openxmlformats.org/officeDocument/2006/relationships" id="265" r:id="Rc1ebf38c779943e5"/>
    <p:sldId xmlns:r="http://schemas.openxmlformats.org/officeDocument/2006/relationships" id="266" r:id="R25c67a988950442d"/>
    <p:sldId xmlns:r="http://schemas.openxmlformats.org/officeDocument/2006/relationships" id="267" r:id="R3a0b192ea60c4b15"/>
    <p:sldId xmlns:r="http://schemas.openxmlformats.org/officeDocument/2006/relationships" id="268" r:id="Rf5e78c5e193c4084"/>
    <p:sldId xmlns:r="http://schemas.openxmlformats.org/officeDocument/2006/relationships" id="269" r:id="Reca4c5c9db444d56"/>
    <p:sldId xmlns:r="http://schemas.openxmlformats.org/officeDocument/2006/relationships" id="270" r:id="R7da4cffaf78a4929"/>
    <p:sldId xmlns:r="http://schemas.openxmlformats.org/officeDocument/2006/relationships" id="271" r:id="R3c186fda55ad4af6"/>
    <p:sldId xmlns:r="http://schemas.openxmlformats.org/officeDocument/2006/relationships" id="272" r:id="R66a857684b894793"/>
    <p:sldId xmlns:r="http://schemas.openxmlformats.org/officeDocument/2006/relationships" id="273" r:id="R1bc066e161c04d34"/>
    <p:sldId xmlns:r="http://schemas.openxmlformats.org/officeDocument/2006/relationships" id="274" r:id="Ra834fd060fd04c12"/>
    <p:sldId xmlns:r="http://schemas.openxmlformats.org/officeDocument/2006/relationships" id="275" r:id="R8bfc1ec0198f42c9"/>
    <p:sldId xmlns:r="http://schemas.openxmlformats.org/officeDocument/2006/relationships" id="276" r:id="R2d529c83b302406b"/>
    <p:sldId xmlns:r="http://schemas.openxmlformats.org/officeDocument/2006/relationships" id="277" r:id="R160ea9750cdf4421"/>
    <p:sldId xmlns:r="http://schemas.openxmlformats.org/officeDocument/2006/relationships" id="278" r:id="R85e39172e1b0499b"/>
    <p:sldId xmlns:r="http://schemas.openxmlformats.org/officeDocument/2006/relationships" id="279" r:id="R69360392177b4e79"/>
    <p:sldId xmlns:r="http://schemas.openxmlformats.org/officeDocument/2006/relationships" id="280" r:id="R77b13cdc6eab44c0"/>
    <p:sldId xmlns:r="http://schemas.openxmlformats.org/officeDocument/2006/relationships" id="281" r:id="Ra69f0ac65285427c"/>
    <p:sldId xmlns:r="http://schemas.openxmlformats.org/officeDocument/2006/relationships" id="282" r:id="R1041ecbfb3024b9f"/>
    <p:sldId xmlns:r="http://schemas.openxmlformats.org/officeDocument/2006/relationships" id="283" r:id="R1f17d9b9865d4a1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1f6e8ff0e204d09" /><Relationship Type="http://schemas.openxmlformats.org/officeDocument/2006/relationships/slideMaster" Target="/ppt/slideMasters/slideMaster1.xml" Id="R13bc2e7071f24634" /><Relationship Type="http://schemas.openxmlformats.org/officeDocument/2006/relationships/notesMaster" Target="/ppt/notesMasters/notesMaster1.xml" Id="Rf0c7e67a587a435e" /><Relationship Type="http://schemas.openxmlformats.org/officeDocument/2006/relationships/presProps" Target="/ppt/presProps.xml" Id="Rd0e49225c7a649a5" /><Relationship Type="http://schemas.openxmlformats.org/officeDocument/2006/relationships/tableStyles" Target="/ppt/tableStyles.xml" Id="Re643e1c6cb45480f" /><Relationship Type="http://schemas.openxmlformats.org/officeDocument/2006/relationships/slide" Target="/ppt/slides/slide1.xml" Id="R210b2b270cb74998" /><Relationship Type="http://schemas.openxmlformats.org/officeDocument/2006/relationships/slide" Target="/ppt/slides/slide2.xml" Id="Raf5553546847498c" /><Relationship Type="http://schemas.openxmlformats.org/officeDocument/2006/relationships/slide" Target="/ppt/slides/slide3.xml" Id="Rb8c1349949ac49cd" /><Relationship Type="http://schemas.openxmlformats.org/officeDocument/2006/relationships/slide" Target="/ppt/slides/slide4.xml" Id="Rab4056ab48bc4191" /><Relationship Type="http://schemas.openxmlformats.org/officeDocument/2006/relationships/slide" Target="/ppt/slides/slide5.xml" Id="R911924f0e1cd4029" /><Relationship Type="http://schemas.openxmlformats.org/officeDocument/2006/relationships/slide" Target="/ppt/slides/slide6.xml" Id="R41f7008fafd742f1" /><Relationship Type="http://schemas.openxmlformats.org/officeDocument/2006/relationships/slide" Target="/ppt/slides/slide7.xml" Id="R78caa581e30f4a4f" /><Relationship Type="http://schemas.openxmlformats.org/officeDocument/2006/relationships/slide" Target="/ppt/slides/slide8.xml" Id="R46f2938c513643fd" /><Relationship Type="http://schemas.openxmlformats.org/officeDocument/2006/relationships/slide" Target="/ppt/slides/slide9.xml" Id="R2b7d16ab913d440e" /><Relationship Type="http://schemas.openxmlformats.org/officeDocument/2006/relationships/slide" Target="/ppt/slides/slide10.xml" Id="Rc1ebf38c779943e5" /><Relationship Type="http://schemas.openxmlformats.org/officeDocument/2006/relationships/slide" Target="/ppt/slides/slide11.xml" Id="R25c67a988950442d" /><Relationship Type="http://schemas.openxmlformats.org/officeDocument/2006/relationships/slide" Target="/ppt/slides/slide12.xml" Id="R3a0b192ea60c4b15" /><Relationship Type="http://schemas.openxmlformats.org/officeDocument/2006/relationships/slide" Target="/ppt/slides/slide13.xml" Id="Rf5e78c5e193c4084" /><Relationship Type="http://schemas.openxmlformats.org/officeDocument/2006/relationships/slide" Target="/ppt/slides/slide14.xml" Id="Reca4c5c9db444d56" /><Relationship Type="http://schemas.openxmlformats.org/officeDocument/2006/relationships/slide" Target="/ppt/slides/slide15.xml" Id="R7da4cffaf78a4929" /><Relationship Type="http://schemas.openxmlformats.org/officeDocument/2006/relationships/slide" Target="/ppt/slides/slide16.xml" Id="R3c186fda55ad4af6" /><Relationship Type="http://schemas.openxmlformats.org/officeDocument/2006/relationships/slide" Target="/ppt/slides/slide17.xml" Id="R66a857684b894793" /><Relationship Type="http://schemas.openxmlformats.org/officeDocument/2006/relationships/slide" Target="/ppt/slides/slide18.xml" Id="R1bc066e161c04d34" /><Relationship Type="http://schemas.openxmlformats.org/officeDocument/2006/relationships/slide" Target="/ppt/slides/slide19.xml" Id="Ra834fd060fd04c12" /><Relationship Type="http://schemas.openxmlformats.org/officeDocument/2006/relationships/slide" Target="/ppt/slides/slide20.xml" Id="R8bfc1ec0198f42c9" /><Relationship Type="http://schemas.openxmlformats.org/officeDocument/2006/relationships/slide" Target="/ppt/slides/slide21.xml" Id="R2d529c83b302406b" /><Relationship Type="http://schemas.openxmlformats.org/officeDocument/2006/relationships/slide" Target="/ppt/slides/slide22.xml" Id="R160ea9750cdf4421" /><Relationship Type="http://schemas.openxmlformats.org/officeDocument/2006/relationships/slide" Target="/ppt/slides/slide23.xml" Id="R85e39172e1b0499b" /><Relationship Type="http://schemas.openxmlformats.org/officeDocument/2006/relationships/slide" Target="/ppt/slides/slide24.xml" Id="R69360392177b4e79" /><Relationship Type="http://schemas.openxmlformats.org/officeDocument/2006/relationships/slide" Target="/ppt/slides/slide25.xml" Id="R77b13cdc6eab44c0" /><Relationship Type="http://schemas.openxmlformats.org/officeDocument/2006/relationships/slide" Target="/ppt/slides/slide26.xml" Id="Ra69f0ac65285427c" /><Relationship Type="http://schemas.openxmlformats.org/officeDocument/2006/relationships/slide" Target="/ppt/slides/slide27.xml" Id="R1041ecbfb3024b9f" /><Relationship Type="http://schemas.openxmlformats.org/officeDocument/2006/relationships/slide" Target="/ppt/slides/slide28.xml" Id="R1f17d9b9865d4a1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c1dfd50616f483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0940bad70aa4476" /><Relationship Type="http://schemas.openxmlformats.org/officeDocument/2006/relationships/notesMaster" Target="/ppt/notesMasters/notesMaster1.xml" Id="Rde5ec9e658a14cfb" /></Relationships>
</file>

<file path=ppt/notesSlides/_rels/notesSlide2.xml.rels>&#65279;<?xml version="1.0" encoding="utf-8"?><Relationships xmlns="http://schemas.openxmlformats.org/package/2006/relationships"><Relationship Type="http://schemas.openxmlformats.org/officeDocument/2006/relationships/slide" Target="/ppt/slides/slide2.xml" Id="R3ce3157f88944497" /><Relationship Type="http://schemas.openxmlformats.org/officeDocument/2006/relationships/notesMaster" Target="/ppt/notesMasters/notesMaster1.xml" Id="Rcfc9d9baa0bb4332" /></Relationships>
</file>

<file path=ppt/notesSlides/_rels/notesSlide3.xml.rels>&#65279;<?xml version="1.0" encoding="utf-8"?><Relationships xmlns="http://schemas.openxmlformats.org/package/2006/relationships"><Relationship Type="http://schemas.openxmlformats.org/officeDocument/2006/relationships/slide" Target="/ppt/slides/slide3.xml" Id="R0ee6ee6155e84f49" /><Relationship Type="http://schemas.openxmlformats.org/officeDocument/2006/relationships/notesMaster" Target="/ppt/notesMasters/notesMaster1.xml" Id="R38c9b03f9ee34df7" /></Relationships>
</file>

<file path=ppt/notesSlides/_rels/notesSlide4.xml.rels>&#65279;<?xml version="1.0" encoding="utf-8"?><Relationships xmlns="http://schemas.openxmlformats.org/package/2006/relationships"><Relationship Type="http://schemas.openxmlformats.org/officeDocument/2006/relationships/slide" Target="/ppt/slides/slide4.xml" Id="Rffc20cfa19934767" /><Relationship Type="http://schemas.openxmlformats.org/officeDocument/2006/relationships/notesMaster" Target="/ppt/notesMasters/notesMaster1.xml" Id="R8e59c318c0c94cd0" /></Relationships>
</file>

<file path=ppt/notesSlides/_rels/notesSlide5.xml.rels>&#65279;<?xml version="1.0" encoding="utf-8"?><Relationships xmlns="http://schemas.openxmlformats.org/package/2006/relationships"><Relationship Type="http://schemas.openxmlformats.org/officeDocument/2006/relationships/slide" Target="/ppt/slides/slide5.xml" Id="R13ff1871d06c4a27" /><Relationship Type="http://schemas.openxmlformats.org/officeDocument/2006/relationships/notesMaster" Target="/ppt/notesMasters/notesMaster1.xml" Id="R4bc47803fc8f495e" /></Relationships>
</file>

<file path=ppt/notesSlides/_rels/notesSlide6.xml.rels>&#65279;<?xml version="1.0" encoding="utf-8"?><Relationships xmlns="http://schemas.openxmlformats.org/package/2006/relationships"><Relationship Type="http://schemas.openxmlformats.org/officeDocument/2006/relationships/slide" Target="/ppt/slides/slide6.xml" Id="Rb9f563b59a8f4f9a" /><Relationship Type="http://schemas.openxmlformats.org/officeDocument/2006/relationships/notesMaster" Target="/ppt/notesMasters/notesMaster1.xml" Id="R10ad96f76b62424d" /></Relationships>
</file>

<file path=ppt/notesSlides/_rels/notesSlide7.xml.rels>&#65279;<?xml version="1.0" encoding="utf-8"?><Relationships xmlns="http://schemas.openxmlformats.org/package/2006/relationships"><Relationship Type="http://schemas.openxmlformats.org/officeDocument/2006/relationships/slide" Target="/ppt/slides/slide7.xml" Id="Rb4ca4619585b4526" /><Relationship Type="http://schemas.openxmlformats.org/officeDocument/2006/relationships/notesMaster" Target="/ppt/notesMasters/notesMaster1.xml" Id="Rd8686ad0b4324df9" /></Relationships>
</file>

<file path=ppt/notesSlides/_rels/notesSlide8.xml.rels>&#65279;<?xml version="1.0" encoding="utf-8"?><Relationships xmlns="http://schemas.openxmlformats.org/package/2006/relationships"><Relationship Type="http://schemas.openxmlformats.org/officeDocument/2006/relationships/slide" Target="/ppt/slides/slide8.xml" Id="R48dabb6b6c554544" /><Relationship Type="http://schemas.openxmlformats.org/officeDocument/2006/relationships/notesMaster" Target="/ppt/notesMasters/notesMaster1.xml" Id="Ree1098f0b6624de3" /></Relationships>
</file>

<file path=ppt/notesSlides/_rels/notesSlide9.xml.rels>&#65279;<?xml version="1.0" encoding="utf-8"?><Relationships xmlns="http://schemas.openxmlformats.org/package/2006/relationships"><Relationship Type="http://schemas.openxmlformats.org/officeDocument/2006/relationships/slide" Target="/ppt/slides/slide9.xml" Id="R08d23459ca0648d5" /><Relationship Type="http://schemas.openxmlformats.org/officeDocument/2006/relationships/notesMaster" Target="/ppt/notesMasters/notesMaster1.xml" Id="R161563c5d71643f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3b11dd06f044eb6" /><Relationship Type="http://schemas.openxmlformats.org/officeDocument/2006/relationships/notesMaster" Target="/ppt/notesMasters/notesMaster1.xml" Id="Rd7751a0dedf8444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8d01a7065cf4d3d" /><Relationship Type="http://schemas.openxmlformats.org/officeDocument/2006/relationships/notesMaster" Target="/ppt/notesMasters/notesMaster1.xml" Id="R1d2ba514082b4df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b9fcd02434a4840" /><Relationship Type="http://schemas.openxmlformats.org/officeDocument/2006/relationships/notesMaster" Target="/ppt/notesMasters/notesMaster1.xml" Id="R2f9da3691e134ce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2388886e90a4dfb" /><Relationship Type="http://schemas.openxmlformats.org/officeDocument/2006/relationships/notesMaster" Target="/ppt/notesMasters/notesMaster1.xml" Id="Rc45affd044fd4b6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1ddad0adb57461b" /><Relationship Type="http://schemas.openxmlformats.org/officeDocument/2006/relationships/notesMaster" Target="/ppt/notesMasters/notesMaster1.xml" Id="R142810ff3b314bc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8f02376bf694faa" /><Relationship Type="http://schemas.openxmlformats.org/officeDocument/2006/relationships/notesMaster" Target="/ppt/notesMasters/notesMaster1.xml" Id="R5ec60d91e6d4405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3e4f626773e4bfc" /><Relationship Type="http://schemas.openxmlformats.org/officeDocument/2006/relationships/notesMaster" Target="/ppt/notesMasters/notesMaster1.xml" Id="Rfbe7bf7264a84ac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c2d3d0418ce4063" /><Relationship Type="http://schemas.openxmlformats.org/officeDocument/2006/relationships/notesMaster" Target="/ppt/notesMasters/notesMaster1.xml" Id="R71470346d7f648a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60614371e8e468e" /><Relationship Type="http://schemas.openxmlformats.org/officeDocument/2006/relationships/notesMaster" Target="/ppt/notesMasters/notesMaster1.xml" Id="R814e1e2287ac447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610f6c3f7694e59" /><Relationship Type="http://schemas.openxmlformats.org/officeDocument/2006/relationships/notesMaster" Target="/ppt/notesMasters/notesMaster1.xml" Id="Rc233a9e3d07a4b0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161bb6b1a804586" /><Relationship Type="http://schemas.openxmlformats.org/officeDocument/2006/relationships/notesMaster" Target="/ppt/notesMasters/notesMaster1.xml" Id="Rc7412c884239422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154b1ce5aee4a4c" /><Relationship Type="http://schemas.openxmlformats.org/officeDocument/2006/relationships/notesMaster" Target="/ppt/notesMasters/notesMaster1.xml" Id="Rb2334f9571d74d1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bc8ab86a29547be" /><Relationship Type="http://schemas.openxmlformats.org/officeDocument/2006/relationships/notesMaster" Target="/ppt/notesMasters/notesMaster1.xml" Id="R1c926577d7fa4b1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d5f7a75d6144f33" /><Relationship Type="http://schemas.openxmlformats.org/officeDocument/2006/relationships/notesMaster" Target="/ppt/notesMasters/notesMaster1.xml" Id="R99afc554ef7f4c4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5c9cb53bb7944ab" /><Relationship Type="http://schemas.openxmlformats.org/officeDocument/2006/relationships/notesMaster" Target="/ppt/notesMasters/notesMaster1.xml" Id="R7f3be3e20d29420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38bffa39c8348a7" /><Relationship Type="http://schemas.openxmlformats.org/officeDocument/2006/relationships/notesMaster" Target="/ppt/notesMasters/notesMaster1.xml" Id="R03741c50de9c49b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6bb122ca8ac44b8" /><Relationship Type="http://schemas.openxmlformats.org/officeDocument/2006/relationships/notesMaster" Target="/ppt/notesMasters/notesMaster1.xml" Id="Rba7d7e520b9c4c6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a90147c6c66449a" /><Relationship Type="http://schemas.openxmlformats.org/officeDocument/2006/relationships/notesMaster" Target="/ppt/notesMasters/notesMaster1.xml" Id="R397337e0fc3941f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83b3ad9f9394d32" /><Relationship Type="http://schemas.openxmlformats.org/officeDocument/2006/relationships/notesMaster" Target="/ppt/notesMasters/notesMaster1.xml" Id="Rebc4836783c9429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지난 시간에는 변경이 전달되는 모습을 봤습니다. 오늘은 삭제한 환불의 이력이 실제로 어디에 남았는지부터 확인하겠습니다. 결과를 본 뒤에는 그 결과가 만들어지는 PostgreSQL과 Debezium 설정을 따라가 보겠습니다.</a:t>
            </a:r>
          </a:p>
          <a:p xmlns:a="http://schemas.openxmlformats.org/drawingml/2006/main">
            <a:r>
              <a:t>학생은 공유 화면과 SQL 학습지를 함께 봅니다. 수업 중 컨테이너 설치와 개인 프로젝트 설계는 진행하지 않습니다.</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공유는 전체 인원이 차례로 긴 발표를 하는 방식이 아닙니다. 몇 분의 사례를 짧게 듣고 공통으로 막힌 부분을 먼저 짚겠습니다. 수업 중에는 예측과 관찰에 집중하고, 직접 실행은 복습 때 이어갑니다.</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발표를 위해 PPT를 새로 만들 필요는 없습니다. 내가 해본 것을 동료에게 설명한다고 생각하시면 됩니다. 해결하지 못한 오류도 좋습니다. 어디까지 확인했는지 알 수 있으면 오늘 수업을 어디와 연결해야 할지 함께 볼 수 있습니다.</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Flink 작업이 실행 중이라는 화면과 데이터가 저장되어 읽히는 결과는 구분하겠습니다. 오늘은 같은 환불 키와 같은 Kafka 위치를 연결해 원천, 메시지, Bronze, 파일을 각각 확인합니다. Spark는 이번 시간에 변환 마트를 만드는 용도가 아니라 저장 결과를 조회하는 도구로 사용합니다.</a:t>
            </a:r>
          </a:p>
          <a:p xmlns:a="http://schemas.openxmlformats.org/drawingml/2006/main">
            <a:r>
              <a:t/>
            </a:r>
          </a:p>
          <a:p xmlns:a="http://schemas.openxmlformats.org/drawingml/2006/main">
            <a:r>
              <a:t>공식 문서</a:t>
            </a:r>
          </a:p>
          <a:p xmlns:a="http://schemas.openxmlformats.org/drawingml/2006/main">
            <a:r>
              <a:t>https://iceberg.apache.org/docs/1.10.0/flink-writes/</a:t>
            </a:r>
          </a:p>
          <a:p xmlns:a="http://schemas.openxmlformats.org/drawingml/2006/main">
            <a:r>
              <a:t>https://iceberg.apache.org/docs/1.10.0/spark-queries/</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원천은 현재 행을 보여줍니다. 삭제하면 이 환불의 현재 행은 없어집니다. 반면 이 프로젝트의 Bronze는 변경 이벤트 원문을 추가하므로 생성, 정정, 삭제의 세 이력이 남습니다. 이 둘의 행 수가 같아야 한다고 판단하면 안 됩니다.</a:t>
            </a:r>
          </a:p>
          <a:p xmlns:a="http://schemas.openxmlformats.org/drawingml/2006/main">
            <a:r>
              <a:t>아래 표는 기대값입니다. 직접 조회한 결과와 구분해서 봅니다.</a:t>
            </a:r>
          </a:p>
          <a:p xmlns:a="http://schemas.openxmlformats.org/drawingml/2006/main">
            <a:r>
              <a:t/>
            </a:r>
          </a:p>
          <a:p xmlns:a="http://schemas.openxmlformats.org/drawingml/2006/main">
            <a:r>
              <a:t>공식 문서</a:t>
            </a:r>
          </a:p>
          <a:p xmlns:a="http://schemas.openxmlformats.org/drawingml/2006/main">
            <a:r>
              <a:t>https://debezium.io/documentation/reference/3.2/connectors/postgresql.html</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환불 ID를 학습지에 넣어 보세요. after만 찾으면 어떤 행이 빠질까요? 삭제 이벤트입니다. 그래서 before와 after 양쪽을 조건에 넣습니다. offset 정렬은 같은 토픽과 파티션 안에서 해석합니다.</a:t>
            </a:r>
          </a:p>
          <a:p xmlns:a="http://schemas.openxmlformats.org/drawingml/2006/main">
            <a:r>
              <a:t>강사 실행: ./labs/session02/lab.sh "$CASE_ID" bronze --evidence</a:t>
            </a:r>
          </a:p>
          <a:p xmlns:a="http://schemas.openxmlformats.org/drawingml/2006/main">
            <a:r>
              <a:t>기존 키가 없으면 큐시트의 준비 절차로 새 키를 만들어 확인합니다.</a:t>
            </a:r>
          </a:p>
          <a:p xmlns:a="http://schemas.openxmlformats.org/drawingml/2006/main">
            <a:r>
              <a:t/>
            </a:r>
          </a:p>
          <a:p xmlns:a="http://schemas.openxmlformats.org/drawingml/2006/main">
            <a:r>
              <a:t>공식 문서</a:t>
            </a:r>
          </a:p>
          <a:p xmlns:a="http://schemas.openxmlformats.org/drawingml/2006/main">
            <a:r>
              <a:t>https://iceberg.apache.org/docs/1.10.0/spark-queries/</a:t>
            </a:r>
          </a:p>
          <a:p xmlns:a="http://schemas.openxmlformats.org/drawingml/2006/main">
            <a:r>
              <a:t>https://debezium.io/documentation/reference/3.2/connectors/postgresql.html</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행이 있다는 것만 보지 말고 어떤 키의 어느 이벤트인지 보겠습니다. 한쪽 화면에 보이는 Kafka 위치가 Bronze에도 있는지 연결합니다. 같은 PK라는 이유만으로 중복이라고 부르지 않습니다. 동일 위치의 반복 저장과 서로 다른 위치에 기록된 변경은 다른 문제입니다.</a:t>
            </a:r>
          </a:p>
          <a:p xmlns:a="http://schemas.openxmlformats.org/drawingml/2006/main">
            <a:r>
              <a:t/>
            </a:r>
          </a:p>
          <a:p xmlns:a="http://schemas.openxmlformats.org/drawingml/2006/main">
            <a:r>
              <a:t>공식 문서</a:t>
            </a:r>
          </a:p>
          <a:p xmlns:a="http://schemas.openxmlformats.org/drawingml/2006/main">
            <a:r>
              <a:t>https://kafka.apache.org/39/design/design/</a:t>
            </a:r>
          </a:p>
          <a:p xmlns:a="http://schemas.openxmlformats.org/drawingml/2006/main">
            <a:r>
              <a:t>https://iceberg.apache.org/docs/1.10.0/spark-queries/</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MinIO에 파일이 있다는 것과 현재 Iceberg 테이블이 그 파일을 참조한다는 것은 구분해야 합니다. 현재 files 메타데이터 테이블에서 파일을 찾고, 방금 조회한 _file과 연결해 보겠습니다. 파일의 행 수는 이번 환불의 행 수만 뜻하지 않습니다. 다른 키의 이벤트도 함께 들어 있을 수 있습니다.</a:t>
            </a:r>
          </a:p>
          <a:p xmlns:a="http://schemas.openxmlformats.org/drawingml/2006/main">
            <a:r>
              <a:t>실행: ./labs/session02/lab.sh "$CASE_ID" files --evidence</a:t>
            </a:r>
          </a:p>
          <a:p xmlns:a="http://schemas.openxmlformats.org/drawingml/2006/main">
            <a:r>
              <a:t/>
            </a:r>
          </a:p>
          <a:p xmlns:a="http://schemas.openxmlformats.org/drawingml/2006/main">
            <a:r>
              <a:t>공식 문서</a:t>
            </a:r>
          </a:p>
          <a:p xmlns:a="http://schemas.openxmlformats.org/drawingml/2006/main">
            <a:r>
              <a:t>https://iceberg.apache.org/docs/1.10.0/spark-queries/</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이제 파일의 실제 내용을 읽겠습니다. helper가 현재 테이블이 참조하는 Parquet를 열고, 파일에서 읽은 payload와 Kafka 위치를 보여줍니다. 방금 테이블에서 본 값과 같은지 비교해 보세요. 이 파일 읽기는 구조를 이해하기 위한 실습이고, 운영에서는 Iceberg 테이블 조회를 기준으로 사용합니다.</a:t>
            </a:r>
          </a:p>
          <a:p xmlns:a="http://schemas.openxmlformats.org/drawingml/2006/main">
            <a:r>
              <a:t>실행: ./labs/session02/lab.sh "$CASE_ID" parquet --evidence</a:t>
            </a:r>
          </a:p>
          <a:p xmlns:a="http://schemas.openxmlformats.org/drawingml/2006/main">
            <a:r>
              <a:t/>
            </a:r>
          </a:p>
          <a:p xmlns:a="http://schemas.openxmlformats.org/drawingml/2006/main">
            <a:r>
              <a:t>공식 문서</a:t>
            </a:r>
          </a:p>
          <a:p xmlns:a="http://schemas.openxmlformats.org/drawingml/2006/main">
            <a:r>
              <a:t>https://iceberg.apache.org/docs/1.10.0/spark-queries/</a:t>
            </a:r>
          </a:p>
          <a:p xmlns:a="http://schemas.openxmlformats.org/drawingml/2006/main">
            <a:r>
              <a:t>https://spark.apache.org/docs/3.5.6/sql-data-sources-parquet.html</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 세 이벤트가 여러 파일에 나뉘어 있더라도 이상한 결과가 아닙니다. 이벤트, 파일, Iceberg snapshot은 서로 다른 단위입니다. 삭제 표시가 있는 일반적인 Iceberg 테이블은 데이터 파일만 직접 읽으면 테이블 조회와 달라질 수도 있습니다. 오늘의 원문 append Bronze에서 관찰한 결과를 다른 모든 테이블로 확대하지 않습니다.</a:t>
            </a:r>
          </a:p>
          <a:p xmlns:a="http://schemas.openxmlformats.org/drawingml/2006/main">
            <a:r>
              <a:t/>
            </a:r>
          </a:p>
          <a:p xmlns:a="http://schemas.openxmlformats.org/drawingml/2006/main">
            <a:r>
              <a:t>공식 문서</a:t>
            </a:r>
          </a:p>
          <a:p xmlns:a="http://schemas.openxmlformats.org/drawingml/2006/main">
            <a:r>
              <a:t>https://iceberg.apache.org/docs/1.10.0/spark-queries/</a:t>
            </a:r>
          </a:p>
          <a:p xmlns:a="http://schemas.openxmlformats.org/drawingml/2006/main">
            <a:r>
              <a:t>https://iceberg.apache.org/docs/1.10.0/flink-writes/</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데이터를 보았으니 수집 조건을 거꾸로 따라가겠습니다. publication은 테이블 범위이고, slot은 소비와 WAL 보존을 위한 상태입니다. 이전 값은 replica identity와 연결됩니다. 오늘은 조회만 합니다. 기존 slot을 삭제하거나 소비 위치를 진행시키지 않습니다.</a:t>
            </a:r>
          </a:p>
          <a:p xmlns:a="http://schemas.openxmlformats.org/drawingml/2006/main">
            <a:r>
              <a:t/>
            </a:r>
          </a:p>
          <a:p xmlns:a="http://schemas.openxmlformats.org/drawingml/2006/main">
            <a:r>
              <a:t>공식 문서</a:t>
            </a:r>
          </a:p>
          <a:p xmlns:a="http://schemas.openxmlformats.org/drawingml/2006/main">
            <a:r>
              <a:t>https://www.postgresql.org/docs/17/logicaldecoding-explanation.html</a:t>
            </a:r>
          </a:p>
          <a:p xmlns:a="http://schemas.openxmlformats.org/drawingml/2006/main">
            <a:r>
              <a:t>https://www.postgresql.org/docs/17/logical-replication-publication.html</a:t>
            </a:r>
          </a:p>
          <a:p xmlns:a="http://schemas.openxmlformats.org/drawingml/2006/main">
            <a:r>
              <a:t>https://www.postgresql.org/docs/17/view-pg-replication-slots.html</a:t>
            </a:r>
          </a:p>
          <a:p xmlns:a="http://schemas.openxmlformats.org/drawingml/2006/main">
            <a:r>
              <a:t>https://debezium.io/documentation/reference/3.2/connectors/postgresql.html</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publication에 테이블이 보이면 수집이 끝난 걸까요? 아닙니다. PostgreSQL의 발행 범위를 확인한 것입니다. 뒤에서 Debezium include list와 실제 메시지를 함께 확인해야 합니다.</a:t>
            </a:r>
          </a:p>
          <a:p xmlns:a="http://schemas.openxmlformats.org/drawingml/2006/main">
            <a:r>
              <a:t>실행: ./labs/session02/lab.sh source-config</a:t>
            </a:r>
          </a:p>
          <a:p xmlns:a="http://schemas.openxmlformats.org/drawingml/2006/main">
            <a:r>
              <a:t/>
            </a:r>
          </a:p>
          <a:p xmlns:a="http://schemas.openxmlformats.org/drawingml/2006/main">
            <a:r>
              <a:t>공식 문서</a:t>
            </a:r>
          </a:p>
          <a:p xmlns:a="http://schemas.openxmlformats.org/drawingml/2006/main">
            <a:r>
              <a:t>https://www.postgresql.org/docs/17/logical-replication-publication.html</a:t>
            </a:r>
          </a:p>
          <a:p xmlns:a="http://schemas.openxmlformats.org/drawingml/2006/main">
            <a:r>
              <a:t>https://www.postgresql.org/docs/17/logicaldecoding-explanation.html</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앞선 UPDATE에서 before.amount가 보인 이유를 설정과 연결합니다. 이번 세 테이블에는 FULL을 설정했습니다. 모든 PostgreSQL 기본 설정에서 이전의 모든 컬럼이 그대로 나오는 것은 아닙니다. FULL에도 WAL 크기와 운영 비용을 고려해야 합니다. 오늘 공유 환경의 설정을 바꾸지는 않습니다.</a:t>
            </a:r>
          </a:p>
          <a:p xmlns:a="http://schemas.openxmlformats.org/drawingml/2006/main">
            <a:r>
              <a:t/>
            </a:r>
          </a:p>
          <a:p xmlns:a="http://schemas.openxmlformats.org/drawingml/2006/main">
            <a:r>
              <a:t>공식 문서</a:t>
            </a:r>
          </a:p>
          <a:p xmlns:a="http://schemas.openxmlformats.org/drawingml/2006/main">
            <a:r>
              <a:t>https://debezium.io/documentation/reference/3.2/connectors/postgresql.html</a:t>
            </a:r>
          </a:p>
          <a:p xmlns:a="http://schemas.openxmlformats.org/drawingml/2006/main">
            <a:r>
              <a:t>https://www.postgresql.org/docs/17/logical-replication-publication.html</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slot의 숫자가 움직이는 것은 PostgreSQL과 소비자 사이의 진행을 보여줍니다. 그 숫자를 Bronze 적재가 끝났다는 뜻으로 읽으면 안 됩니다. 소비가 멈추면 WAL 보존이 늘어날 수 있어 운영 시 용량과 보존 정책을 함께 봐야 합니다. LSN만으로 전역 고유 이벤트를 정의하거나 서로 다른 시스템의 진행 위치를 직접 비교하지 않습니다.</a:t>
            </a:r>
          </a:p>
          <a:p xmlns:a="http://schemas.openxmlformats.org/drawingml/2006/main">
            <a:r>
              <a:t/>
            </a:r>
          </a:p>
          <a:p xmlns:a="http://schemas.openxmlformats.org/drawingml/2006/main">
            <a:r>
              <a:t>공식 문서</a:t>
            </a:r>
          </a:p>
          <a:p xmlns:a="http://schemas.openxmlformats.org/drawingml/2006/main">
            <a:r>
              <a:t>https://www.postgresql.org/docs/17/view-pg-replication-slots.html</a:t>
            </a:r>
          </a:p>
          <a:p xmlns:a="http://schemas.openxmlformats.org/drawingml/2006/main">
            <a:r>
              <a:t>https://www.postgresql.org/docs/17/logicaldecoding-explanation.html</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설정 전체를 화면에 출력하지 않고 학습에 필요한 항목만 보겠습니다. 연결 비밀번호와 같은 값은 표시하지 않습니다. source-postgres는 Kafka Connect에서 관리하는 이 커넥터의 이름입니다. 테이블이 PostgreSQL 발행 범위에도 있고 include list에도 있는지 연결해 보세요.</a:t>
            </a:r>
          </a:p>
          <a:p xmlns:a="http://schemas.openxmlformats.org/drawingml/2006/main">
            <a:r>
              <a:t>실행: ./labs/session02/lab.sh connector-sanitized</a:t>
            </a:r>
          </a:p>
          <a:p xmlns:a="http://schemas.openxmlformats.org/drawingml/2006/main">
            <a:r>
              <a:t/>
            </a:r>
          </a:p>
          <a:p xmlns:a="http://schemas.openxmlformats.org/drawingml/2006/main">
            <a:r>
              <a:t>공식 문서</a:t>
            </a:r>
          </a:p>
          <a:p xmlns:a="http://schemas.openxmlformats.org/drawingml/2006/main">
            <a:r>
              <a:t>https://debezium.io/documentation/reference/3.2/connectors/postgresql.html</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여기까지는 저장 결과와 PostgreSQL 수집 조건을 확인했습니다. 5분 쉬고 돌아와서 실제 이벤트를 읽어보겠습니다.</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스냅샷은 수집 시작 시점에 이미 있던 행을 읽는 단계와 연결됩니다. 오늘 새 환불은 생성부터 보기 때문에 c/u/d로 관찰합니다. initial의 재시작 동작은 저장된 offset과 스냅샷 완료 상태에 따라 판단해야 합니다. 이를 보여주려고 공유 환경을 초기화하지 않습니다. 실제 r이 없으면 fixture임을 명확히 표시합니다.</a:t>
            </a:r>
          </a:p>
          <a:p xmlns:a="http://schemas.openxmlformats.org/drawingml/2006/main">
            <a:r>
              <a:t>실행: ./labs/session02/lab.sh snapshot-sample</a:t>
            </a:r>
          </a:p>
          <a:p xmlns:a="http://schemas.openxmlformats.org/drawingml/2006/main">
            <a:r>
              <a:t>이 환경의 snapshot-sample은 Bronze에 보존된 r을 조회하며 origin=live_bronze로 출처를 표시합니다. Kafka를 새로 읽은 r 표본으로 설명하지 않습니다.</a:t>
            </a:r>
          </a:p>
          <a:p xmlns:a="http://schemas.openxmlformats.org/drawingml/2006/main">
            <a:r>
              <a:t/>
            </a:r>
          </a:p>
          <a:p xmlns:a="http://schemas.openxmlformats.org/drawingml/2006/main">
            <a:r>
              <a:t>공식 문서</a:t>
            </a:r>
          </a:p>
          <a:p xmlns:a="http://schemas.openxmlformats.org/drawingml/2006/main">
            <a:r>
              <a:t>https://debezium.io/documentation/reference/3.2/connectors/postgresql.html</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커스텀 파서를 만든다는 것이 오늘 새로운 CDC 커넥터를 개발한다는 뜻은 아닙니다. 이미 수집한 메시지를 작은 함수로 읽어보겠습니다. 원문은 Bronze에 그대로 남고, 이 도구는 수집된 이벤트를 해석하는 연습입니다. 잘못된 입력을 정상 이벤트인 것처럼 처리하지 않는 것도 함께 봅니다.</a:t>
            </a:r>
          </a:p>
          <a:p xmlns:a="http://schemas.openxmlformats.org/drawingml/2006/main">
            <a:r>
              <a:t/>
            </a:r>
          </a:p>
          <a:p xmlns:a="http://schemas.openxmlformats.org/drawingml/2006/main">
            <a:r>
              <a:t>공식 문서</a:t>
            </a:r>
          </a:p>
          <a:p xmlns:a="http://schemas.openxmlformats.org/drawingml/2006/main">
            <a:r>
              <a:t>https://debezium.io/documentation/reference/3.2/connectors/postgresql.html</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코드는 핵심 분기만 발췌한 설명용 코드입니다. 실행할 때는 타입과 필수값 검증을 포함한 실제 event_parser.py를 사용합니다. DELETE에서 after를 고르면 PK를 찾을 수 없습니다. wire value null을 JSON 내부 필드의 null과 구분하고, 입력이 객체인지도 확인합니다.</a:t>
            </a:r>
          </a:p>
          <a:p xmlns:a="http://schemas.openxmlformats.org/drawingml/2006/main">
            <a:r>
              <a:t>실행: python3 labs/session02/event_parser.py --fixtures</a:t>
            </a:r>
          </a:p>
          <a:p xmlns:a="http://schemas.openxmlformats.org/drawingml/2006/main">
            <a:r>
              <a:t/>
            </a:r>
          </a:p>
          <a:p xmlns:a="http://schemas.openxmlformats.org/drawingml/2006/main">
            <a:r>
              <a:t>공식 문서</a:t>
            </a:r>
          </a:p>
          <a:p xmlns:a="http://schemas.openxmlformats.org/drawingml/2006/main">
            <a:r>
              <a:t>https://debezium.io/documentation/reference/3.2/connectors/postgresql.html</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fixture는 고정된 학습 입력입니다. 방금 수집한 실제 결과와 구분합니다. 정상 입력뿐 아니라 삭제와 잘못된 JSON도 넣어보고, 파서가 어떤 이유로 다른 결과를 내는지 설명해 보세요. 파서가 오류로 분류하는 것은 운영 격리 큐를 구축했다는 뜻이 아닙니다.</a:t>
            </a:r>
          </a:p>
          <a:p xmlns:a="http://schemas.openxmlformats.org/drawingml/2006/main">
            <a:r>
              <a:t>실제 입력: ./labs/session02/lab.sh "$CASE_ID" parse --evidence</a:t>
            </a:r>
          </a:p>
          <a:p xmlns:a="http://schemas.openxmlformats.org/drawingml/2006/main">
            <a:r>
              <a:t/>
            </a:r>
          </a:p>
          <a:p xmlns:a="http://schemas.openxmlformats.org/drawingml/2006/main">
            <a:r>
              <a:t>공식 문서</a:t>
            </a:r>
          </a:p>
          <a:p xmlns:a="http://schemas.openxmlformats.org/drawingml/2006/main">
            <a:r>
              <a:t>https://debezium.io/documentation/reference/3.2/connectors/postgresql.html</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key는 어느 행의 변경인지, value는 무엇이 바뀌었는지를 보여줍니다. 이 예제에서 key의 refund_id와 원천 PK를 대조합니다. Bronze는 Kafka value를 payload에 저장하고 key는 별도 컬럼으로 저장하지 않습니다. Bronze에서 PK를 찾을 때는 payload의 before 또는 after를 읽습니다.</a:t>
            </a:r>
          </a:p>
          <a:p xmlns:a="http://schemas.openxmlformats.org/drawingml/2006/main">
            <a:r>
              <a:t>실행: ./labs/session02/lab.sh "$CASE_ID" kafka</a:t>
            </a:r>
          </a:p>
          <a:p xmlns:a="http://schemas.openxmlformats.org/drawingml/2006/main">
            <a:r>
              <a:t/>
            </a:r>
          </a:p>
          <a:p xmlns:a="http://schemas.openxmlformats.org/drawingml/2006/main">
            <a:r>
              <a:t>공식 문서</a:t>
            </a:r>
          </a:p>
          <a:p xmlns:a="http://schemas.openxmlformats.org/drawingml/2006/main">
            <a:r>
              <a:t>https://debezium.io/documentation/reference/3.2/connectors/postgresql.html</a:t>
            </a:r>
          </a:p>
          <a:p xmlns:a="http://schemas.openxmlformats.org/drawingml/2006/main">
            <a:r>
              <a:t>https://kafka.apache.org/39/design/design/</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여기서 null을 두 가지로 구분해 보세요. 삭제 이벤트는 JSON 안의 after가 null이지만 value 자체는 JSON 객체입니다. tombstone은 value 자체가 없습니다. 이번 설정은 삭제 뒤 tombstone을 발행하고, Flink는 payload가 null인 메시지를 제외합니다. Kafka topic의 compaction 정책을 이 메시지 하나만 보고 단정하지는 않습니다.</a:t>
            </a:r>
          </a:p>
          <a:p xmlns:a="http://schemas.openxmlformats.org/drawingml/2006/main">
            <a:r>
              <a:t/>
            </a:r>
          </a:p>
          <a:p xmlns:a="http://schemas.openxmlformats.org/drawingml/2006/main">
            <a:r>
              <a:t>공식 문서</a:t>
            </a:r>
          </a:p>
          <a:p xmlns:a="http://schemas.openxmlformats.org/drawingml/2006/main">
            <a:r>
              <a:t>https://debezium.io/documentation/reference/3.2/connectors/postgresql.html</a:t>
            </a:r>
          </a:p>
          <a:p xmlns:a="http://schemas.openxmlformats.org/drawingml/2006/main">
            <a:r>
              <a:t>https://kafka.apache.org/39/design/design/</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이번에는 답을 먼저 적고 화면과 비교하겠습니다. 같은 환불 ID를 사용합니다. 주문과 결제는 준비 데이터이고, UPDATE는 새 환불을 만드는 작업이 아닙니다. 키가 바뀌거나 다른 CASE_ID를 섞지 않도록 확인합니다.</a:t>
            </a:r>
          </a:p>
          <a:p xmlns:a="http://schemas.openxmlformats.org/drawingml/2006/main">
            <a:r>
              <a:t>새 키: CASE_ID=s01-s02-live-$(date +%m%d%H%M%S)</a:t>
            </a:r>
          </a:p>
          <a:p xmlns:a="http://schemas.openxmlformats.org/drawingml/2006/main">
            <a:r>
              <a:t>실제 명령과 대기 순서는 큐시트와 student-guide를 따릅니다.</a:t>
            </a:r>
          </a:p>
          <a:p xmlns:a="http://schemas.openxmlformats.org/drawingml/2006/main">
            <a:r>
              <a:t/>
            </a:r>
          </a:p>
          <a:p xmlns:a="http://schemas.openxmlformats.org/drawingml/2006/main">
            <a:r>
              <a:t>공식 문서</a:t>
            </a:r>
          </a:p>
          <a:p xmlns:a="http://schemas.openxmlformats.org/drawingml/2006/main">
            <a:r>
              <a:t>https://debezium.io/documentation/reference/3.2/connectors/postgresql.html</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각 변경 뒤 원천을 보고, wait로 Bronze에서 조회 가능해질 때까지 기다린 뒤 Kafka와 Bronze를 대조합니다. 화면이 비었다고 바로 데이터가 사라졌다고 판단하지 않습니다. wait 명령은 실제 조회까지의 관찰을 돕습니다. 체크포인트 성공만으로 Iceberg commit이나 이번 키의 조회 성공을 대신하지 않습니다.</a:t>
            </a:r>
          </a:p>
          <a:p xmlns:a="http://schemas.openxmlformats.org/drawingml/2006/main">
            <a:r>
              <a:t>DML은 기존 session01 helper로 위임되며 Silver·Gold refresh는 실행하지 않습니다.</a:t>
            </a:r>
          </a:p>
          <a:p xmlns:a="http://schemas.openxmlformats.org/drawingml/2006/main">
            <a:r>
              <a:t/>
            </a:r>
          </a:p>
          <a:p xmlns:a="http://schemas.openxmlformats.org/drawingml/2006/main">
            <a:r>
              <a:t>공식 문서</a:t>
            </a:r>
          </a:p>
          <a:p xmlns:a="http://schemas.openxmlformats.org/drawingml/2006/main">
            <a:r>
              <a:t>https://iceberg.apache.org/docs/1.10.0/flink-writes/</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조마다 한 상황을 골라 다음에 볼 화면이나 쿼리를 설명해보겠습니다. 정답 도구 이름을 외우는 것보다 어느 구간까지 증거가 있는지 구분하는 것이 중요합니다. 비어 있는 조회와 실패한 쿼리는 같은 상태가 아닙니다. 테이블이 안 보인다면 실행 엔진과 catalog를 먼저 확인하는 접근도 가능합니다.</a:t>
            </a:r>
          </a:p>
          <a:p xmlns:a="http://schemas.openxmlformats.org/drawingml/2006/main">
            <a:r>
              <a:t/>
            </a:r>
          </a:p>
          <a:p xmlns:a="http://schemas.openxmlformats.org/drawingml/2006/main">
            <a:r>
              <a:t>공식 문서</a:t>
            </a:r>
          </a:p>
          <a:p xmlns:a="http://schemas.openxmlformats.org/drawingml/2006/main">
            <a:r>
              <a:t>https://debezium.io/documentation/reference/3.2/connectors/postgresql.html</a:t>
            </a:r>
          </a:p>
          <a:p xmlns:a="http://schemas.openxmlformats.org/drawingml/2006/main">
            <a:r>
              <a:t>https://iceberg.apache.org/docs/1.10.0/flink-writes/</a:t>
            </a:r>
          </a:p>
          <a:p xmlns:a="http://schemas.openxmlformats.org/drawingml/2006/main">
            <a:r>
              <a:t>https://iceberg.apache.org/docs/1.10.0/spark-queries/</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처음 질문으로 돌아가 보겠습니다. 삭제한 환불은 원천에는 없지만 Bronze에는 변경 이력으로 남았습니다. 우리는 메시지 요약을 보는 데서 끝내지 않고 테이블과 파일의 내용을 연결했습니다. 이 관찰을 바탕으로 다음 회차에는 Flink와 Iceberg 적재·commit·지연을 더 자세히 살펴보겠습니다.</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학생 가이드의 개인 실행 절차를 따라 공통 예제를 복습합니다. 직접 확인하지 못한 값은 미확인으로 남겨주세요. 발표를 위한 PPT를 새로 만드는 것보다 실행한 SQL과 결과, 시행착오를 설명할 수 있도록 기록해두면 됩니다. 2회차에도 개인 DDL 설계를 새 필수 과제로 넣지 않습니다. 제출 기록과 발표의 환급 인정 관계를 이 자료에서 새로 정하지 않습니다.</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슬라이드별 발표자 노트와 references.md에 공식 문서 URL을 넣었습니다. 버전은 현재 실습 저장소의 고정 버전을 기준으로 설명합니다. 최신 제품 버전 소개가 아니라 이 환경의 동작을 확인하는 수업입니다.</a:t>
            </a:r>
          </a:p>
          <a:p xmlns:a="http://schemas.openxmlformats.org/drawingml/2006/main">
            <a:r>
              <a:t>https://www.postgresql.org/docs/17/logicaldecoding-explanation.html</a:t>
            </a:r>
          </a:p>
          <a:p xmlns:a="http://schemas.openxmlformats.org/drawingml/2006/main">
            <a:r>
              <a:t>https://www.postgresql.org/docs/17/logical-replication-publication.html</a:t>
            </a:r>
          </a:p>
          <a:p xmlns:a="http://schemas.openxmlformats.org/drawingml/2006/main">
            <a:r>
              <a:t>https://www.postgresql.org/docs/17/view-pg-replication-slots.html</a:t>
            </a:r>
          </a:p>
          <a:p xmlns:a="http://schemas.openxmlformats.org/drawingml/2006/main">
            <a:r>
              <a:t>https://debezium.io/documentation/reference/3.2/connectors/postgresql.html</a:t>
            </a:r>
          </a:p>
          <a:p xmlns:a="http://schemas.openxmlformats.org/drawingml/2006/main">
            <a:r>
              <a:t>https://kafka.apache.org/39/design/design/</a:t>
            </a:r>
          </a:p>
          <a:p xmlns:a="http://schemas.openxmlformats.org/drawingml/2006/main">
            <a:r>
              <a:t>https://iceberg.apache.org/docs/1.10.0/spark-queries/</a:t>
            </a:r>
          </a:p>
          <a:p xmlns:a="http://schemas.openxmlformats.org/drawingml/2006/main">
            <a:r>
              <a:t>https://spark.apache.org/docs/3.5.6/sql-data-sources-parquet.html</a:t>
            </a:r>
          </a:p>
          <a:p xmlns:a="http://schemas.openxmlformats.org/drawingml/2006/main">
            <a:r>
              <a:t>https://iceberg.apache.org/docs/1.10.0/flink-writes/</a:t>
            </a:r>
          </a:p>
          <a:p xmlns:a="http://schemas.openxmlformats.org/drawingml/2006/main">
            <a:r>
              <a:t/>
            </a:r>
          </a:p>
          <a:p xmlns:a="http://schemas.openxmlformats.org/drawingml/2006/main">
            <a:r>
              <a:t>공식 문서</a:t>
            </a:r>
          </a:p>
          <a:p xmlns:a="http://schemas.openxmlformats.org/drawingml/2006/main">
            <a:r>
              <a:t>https://www.postgresql.org/docs/17/logicaldecoding-explanation.html</a:t>
            </a:r>
          </a:p>
          <a:p xmlns:a="http://schemas.openxmlformats.org/drawingml/2006/main">
            <a:r>
              <a:t>https://www.postgresql.org/docs/17/logical-replication-publication.html</a:t>
            </a:r>
          </a:p>
          <a:p xmlns:a="http://schemas.openxmlformats.org/drawingml/2006/main">
            <a:r>
              <a:t>https://www.postgresql.org/docs/17/view-pg-replication-slots.html</a:t>
            </a:r>
          </a:p>
          <a:p xmlns:a="http://schemas.openxmlformats.org/drawingml/2006/main">
            <a:r>
              <a:t>https://debezium.io/documentation/reference/3.2/connectors/postgresql.html</a:t>
            </a:r>
          </a:p>
          <a:p xmlns:a="http://schemas.openxmlformats.org/drawingml/2006/main">
            <a:r>
              <a:t>https://kafka.apache.org/39/design/design/</a:t>
            </a:r>
          </a:p>
          <a:p xmlns:a="http://schemas.openxmlformats.org/drawingml/2006/main">
            <a:r>
              <a:t>https://iceberg.apache.org/docs/1.10.0/spark-queries/</a:t>
            </a:r>
          </a:p>
          <a:p xmlns:a="http://schemas.openxmlformats.org/drawingml/2006/main">
            <a:r>
              <a:t>https://spark.apache.org/docs/3.5.6/sql-data-sources-parquet.html</a:t>
            </a:r>
          </a:p>
          <a:p xmlns:a="http://schemas.openxmlformats.org/drawingml/2006/main">
            <a:r>
              <a:t>https://iceberg.apache.org/docs/1.10.0/flink-writes/</a:t>
            </a:r>
          </a:p>
          <a:p xmlns:a="http://schemas.openxmlformats.org/drawingml/2006/main">
            <a:r>
              <a:t/>
            </a:r>
          </a:p>
          <a:p xmlns:a="http://schemas.openxmlformats.org/drawingml/2006/main">
            <a:r>
              <a:t>실습 자료: https://github.com/kim-dabin/cdc-lakehouse-study/tree/main/labs/session02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8f7a34ab0fc4b9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2c7166a19544f2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0f11193aefe454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cf6cef2de5c478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7689a942d5949a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095b29594294b2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D094685-1EB5-4CBD-AC9A-C42C04D4B8F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8A878AE-B2C1-4D2F-8A33-6B951F3807F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998D0F7-4811-4D99-A7A6-31FBA3C7554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A8CF480-7062-46AB-A61D-E404E16C71F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33599D4-BD08-42E0-8C02-7FF9561D1B2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2965D1B-EABA-44A1-8B0E-8C3C708F19F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B952FA-5DA8-42A7-B253-30E7E1A5895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C0EB4C4-18B4-4D3D-AD73-EE6C5433CE8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D789514-56B3-4A2F-9E70-B6F42C0DA02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C59AF48-E6F8-4073-BE7E-E1FE80E47BC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419e995c1804b4e" /><Relationship Type="http://schemas.openxmlformats.org/officeDocument/2006/relationships/slideLayout" Target="/ppt/slideLayouts/slideLayout1.xml" Id="R8958ae6dc8c1493a" /><Relationship Type="http://schemas.openxmlformats.org/officeDocument/2006/relationships/slideLayout" Target="/ppt/slideLayouts/slideLayout2.xml" Id="R56db864e946c4f71" /><Relationship Type="http://schemas.openxmlformats.org/officeDocument/2006/relationships/slideLayout" Target="/ppt/slideLayouts/slideLayout3.xml" Id="R16175eb18eb64a95" /><Relationship Type="http://schemas.openxmlformats.org/officeDocument/2006/relationships/slideLayout" Target="/ppt/slideLayouts/slideLayout4.xml" Id="R1bb6b7b3506f41f2" /><Relationship Type="http://schemas.openxmlformats.org/officeDocument/2006/relationships/slideLayout" Target="/ppt/slideLayouts/slideLayout5.xml" Id="R9748d5eeef6a451a" /><Relationship Type="http://schemas.openxmlformats.org/officeDocument/2006/relationships/slideLayout" Target="/ppt/slideLayouts/slideLayout6.xml" Id="Rb2531264f07340c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958ae6dc8c1493a"/>
    <p:sldLayoutId xmlns:r="http://schemas.openxmlformats.org/officeDocument/2006/relationships" id="2147483650" r:id="R56db864e946c4f71"/>
    <p:sldLayoutId xmlns:r="http://schemas.openxmlformats.org/officeDocument/2006/relationships" id="2147483651" r:id="R16175eb18eb64a95"/>
    <p:sldLayoutId xmlns:r="http://schemas.openxmlformats.org/officeDocument/2006/relationships" id="2147483652" r:id="R1bb6b7b3506f41f2"/>
    <p:sldLayoutId xmlns:r="http://schemas.openxmlformats.org/officeDocument/2006/relationships" id="2147483653" r:id="R9748d5eeef6a451a"/>
    <p:sldLayoutId xmlns:r="http://schemas.openxmlformats.org/officeDocument/2006/relationships" id="2147483654" r:id="Rb2531264f07340c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b33a04f6be24a13" /><Relationship Type="http://schemas.openxmlformats.org/officeDocument/2006/relationships/notesSlide" Target="/ppt/notesSlides/notesSlide1.xml" Id="R68ed3c70bd2c434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4c5d4eff6a34e7b" /><Relationship Type="http://schemas.openxmlformats.org/officeDocument/2006/relationships/notesSlide" Target="/ppt/notesSlides/notesSlide2.xml" Id="Rd5b60a57db3e4a2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ca79239bba04dd8" /><Relationship Type="http://schemas.openxmlformats.org/officeDocument/2006/relationships/notesSlide" Target="/ppt/notesSlides/notesSlide3.xml" Id="R4e78a2fd933a453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61921d4d625422b" /><Relationship Type="http://schemas.openxmlformats.org/officeDocument/2006/relationships/notesSlide" Target="/ppt/notesSlides/notesSlide4.xml" Id="R8e3ba288d0a2432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cef1d4510ab4297" /><Relationship Type="http://schemas.openxmlformats.org/officeDocument/2006/relationships/notesSlide" Target="/ppt/notesSlides/notesSlide5.xml" Id="Rf50753c9c9e747d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bfc7a8cb1f2404f" /><Relationship Type="http://schemas.openxmlformats.org/officeDocument/2006/relationships/notesSlide" Target="/ppt/notesSlides/notesSlide6.xml" Id="R937aa3da5ed84e1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0da73e8c5a042a9" /><Relationship Type="http://schemas.openxmlformats.org/officeDocument/2006/relationships/notesSlide" Target="/ppt/notesSlides/notesSlide7.xml" Id="R965feee1c2d54bd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9ce836faf584326" /><Relationship Type="http://schemas.openxmlformats.org/officeDocument/2006/relationships/notesSlide" Target="/ppt/notesSlides/notesSlide8.xml" Id="R5da81949f67640f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68ea223a9b04d52" /><Relationship Type="http://schemas.openxmlformats.org/officeDocument/2006/relationships/notesSlide" Target="/ppt/notesSlides/notesSlide9.xml" Id="R00ca692e5625459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d132eba8e034ec5" /><Relationship Type="http://schemas.openxmlformats.org/officeDocument/2006/relationships/notesSlide" Target="/ppt/notesSlides/notesSlide10.xml" Id="Rb3c89a7becea4d4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b462611c2a84fa1" /><Relationship Type="http://schemas.openxmlformats.org/officeDocument/2006/relationships/notesSlide" Target="/ppt/notesSlides/notesSlide11.xml" Id="Rb1a2c72b6205441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c8ccaf5cd194790" /><Relationship Type="http://schemas.openxmlformats.org/officeDocument/2006/relationships/notesSlide" Target="/ppt/notesSlides/notesSlide12.xml" Id="Rd72590e4c7a94bb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9ce9460a6ff4e95" /><Relationship Type="http://schemas.openxmlformats.org/officeDocument/2006/relationships/notesSlide" Target="/ppt/notesSlides/notesSlide13.xml" Id="R95d3b7f34e5e463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f56274552224fb5" /><Relationship Type="http://schemas.openxmlformats.org/officeDocument/2006/relationships/notesSlide" Target="/ppt/notesSlides/notesSlide14.xml" Id="R2f71b1a028b74df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714a183c07c4c6f" /><Relationship Type="http://schemas.openxmlformats.org/officeDocument/2006/relationships/notesSlide" Target="/ppt/notesSlides/notesSlide15.xml" Id="R6944494b2e76409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19afe1f01e34010" /><Relationship Type="http://schemas.openxmlformats.org/officeDocument/2006/relationships/notesSlide" Target="/ppt/notesSlides/notesSlide16.xml" Id="R3755e43340f9437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7790c26689a4987" /><Relationship Type="http://schemas.openxmlformats.org/officeDocument/2006/relationships/notesSlide" Target="/ppt/notesSlides/notesSlide17.xml" Id="R22e8490aa26d468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e34c1599f6e4847" /><Relationship Type="http://schemas.openxmlformats.org/officeDocument/2006/relationships/notesSlide" Target="/ppt/notesSlides/notesSlide18.xml" Id="Rce208479f0374c4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8a060a417dd494a" /><Relationship Type="http://schemas.openxmlformats.org/officeDocument/2006/relationships/notesSlide" Target="/ppt/notesSlides/notesSlide19.xml" Id="R4ff8f661a96a46f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4b0ede0f6c04bd4" /><Relationship Type="http://schemas.openxmlformats.org/officeDocument/2006/relationships/notesSlide" Target="/ppt/notesSlides/notesSlide20.xml" Id="Rfa96adc61798490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28b85fd7a88442b" /><Relationship Type="http://schemas.openxmlformats.org/officeDocument/2006/relationships/notesSlide" Target="/ppt/notesSlides/notesSlide21.xml" Id="R5a86881dca34410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11b8e9daa78422c" /><Relationship Type="http://schemas.openxmlformats.org/officeDocument/2006/relationships/notesSlide" Target="/ppt/notesSlides/notesSlide22.xml" Id="Rea2a13c94ad04e2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14e348e33c64c76" /><Relationship Type="http://schemas.openxmlformats.org/officeDocument/2006/relationships/notesSlide" Target="/ppt/notesSlides/notesSlide23.xml" Id="R226562a8f874431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470d790470845bf" /><Relationship Type="http://schemas.openxmlformats.org/officeDocument/2006/relationships/notesSlide" Target="/ppt/notesSlides/notesSlide24.xml" Id="Rc937fc628094422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84febd1cdc040a4" /><Relationship Type="http://schemas.openxmlformats.org/officeDocument/2006/relationships/notesSlide" Target="/ppt/notesSlides/notesSlide25.xml" Id="R94e47134c9ec4cc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e6f9d4224f94d9b" /><Relationship Type="http://schemas.openxmlformats.org/officeDocument/2006/relationships/notesSlide" Target="/ppt/notesSlides/notesSlide26.xml" Id="R660dc713b78a40d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984c5609db44838" /><Relationship Type="http://schemas.openxmlformats.org/officeDocument/2006/relationships/notesSlide" Target="/ppt/notesSlides/notesSlide27.xml" Id="R16246e474e5b423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f2aaeb517c440dc" /><Relationship Type="http://schemas.openxmlformats.org/officeDocument/2006/relationships/notesSlide" Target="/ppt/notesSlides/notesSlide28.xml" Id="R91f6b2642f754a85" /></Relationships>
</file>

<file path=ppt/slides/slide1.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DE6B6716-0B0E-47BB-96F7-1297EBBC555B}"/>
              </a:ext>
            </a:extLst>
          </p:cNvPr>
          <p:cNvSpPr>
            <a:spLocks xmlns:a="http://schemas.openxmlformats.org/drawingml/2006/main" noGrp="1"/>
          </p:cNvSpPr>
          <p:nvPr/>
        </p:nvSpPr>
        <p:spPr>
          <a:xfrm xmlns:a="http://schemas.openxmlformats.org/drawingml/2006/main">
            <a:off x="609600" y="5715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CDC · Iceberg 프로젝트 스터디</a:t>
            </a:r>
          </a:p>
        </p:txBody>
      </p:sp>
      <p:sp>
        <p:nvSpPr>
          <p:cNvPr id="2" name="text-1">
            <a:extLst xmlns:a="http://schemas.openxmlformats.org/drawingml/2006/main">
              <a:ext uri="{FF2B5EF4-FFF2-40B4-BE49-F238E27FC236}">
                <a16:creationId xmlns:a16="http://schemas.microsoft.com/office/drawing/2014/main" id="{06E7E411-999A-4CDA-8864-5F55F5C81061}"/>
              </a:ext>
            </a:extLst>
          </p:cNvPr>
          <p:cNvSpPr>
            <a:spLocks xmlns:a="http://schemas.openxmlformats.org/drawingml/2006/main" noGrp="1"/>
          </p:cNvSpPr>
          <p:nvPr/>
        </p:nvSpPr>
        <p:spPr>
          <a:xfrm xmlns:a="http://schemas.openxmlformats.org/drawingml/2006/main">
            <a:off x="609600" y="1466850"/>
            <a:ext cx="108585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1">
                <a:solidFill>
                  <a:srgbClr val="F8FAFC"/>
                </a:solidFill>
                <a:latin typeface="Apple SD Gothic Neo"/>
                <a:ea typeface="Apple SD Gothic Neo"/>
                <a:cs typeface="Apple SD Gothic Neo"/>
              </a:defRPr>
            </a:defPPr>
            <a:lvl1pPr algn="l">
              <a:defRPr sz="4650" b="1">
                <a:solidFill>
                  <a:srgbClr val="F8FAFC"/>
                </a:solidFill>
                <a:latin typeface="Apple SD Gothic Neo"/>
                <a:ea typeface="Apple SD Gothic Neo"/>
                <a:cs typeface="Apple SD Gothic Neo"/>
              </a:defRPr>
            </a:lvl1pPr>
            <a:lvl2pPr algn="l">
              <a:defRPr sz="4650" b="1">
                <a:solidFill>
                  <a:srgbClr val="F8FAFC"/>
                </a:solidFill>
                <a:latin typeface="Apple SD Gothic Neo"/>
                <a:ea typeface="Apple SD Gothic Neo"/>
                <a:cs typeface="Apple SD Gothic Neo"/>
              </a:defRPr>
            </a:lvl2pPr>
            <a:lvl3pPr algn="l">
              <a:defRPr sz="4650" b="1">
                <a:solidFill>
                  <a:srgbClr val="F8FAFC"/>
                </a:solidFill>
                <a:latin typeface="Apple SD Gothic Neo"/>
                <a:ea typeface="Apple SD Gothic Neo"/>
                <a:cs typeface="Apple SD Gothic Neo"/>
              </a:defRPr>
            </a:lvl3pPr>
            <a:lvl4pPr algn="l">
              <a:defRPr sz="4650" b="1">
                <a:solidFill>
                  <a:srgbClr val="F8FAFC"/>
                </a:solidFill>
                <a:latin typeface="Apple SD Gothic Neo"/>
                <a:ea typeface="Apple SD Gothic Neo"/>
                <a:cs typeface="Apple SD Gothic Neo"/>
              </a:defRPr>
            </a:lvl4pPr>
            <a:lvl5pPr algn="l">
              <a:defRPr sz="4650" b="1">
                <a:solidFill>
                  <a:srgbClr val="F8FAFC"/>
                </a:solidFill>
                <a:latin typeface="Apple SD Gothic Neo"/>
                <a:ea typeface="Apple SD Gothic Neo"/>
                <a:cs typeface="Apple SD Gothic Neo"/>
              </a:defRPr>
            </a:lvl5pPr>
            <a:lvl6pPr algn="l">
              <a:defRPr sz="4650" b="1">
                <a:solidFill>
                  <a:srgbClr val="F8FAFC"/>
                </a:solidFill>
                <a:latin typeface="Apple SD Gothic Neo"/>
                <a:ea typeface="Apple SD Gothic Neo"/>
                <a:cs typeface="Apple SD Gothic Neo"/>
              </a:defRPr>
            </a:lvl6pPr>
            <a:lvl7pPr algn="l">
              <a:defRPr sz="4650" b="1">
                <a:solidFill>
                  <a:srgbClr val="F8FAFC"/>
                </a:solidFill>
                <a:latin typeface="Apple SD Gothic Neo"/>
                <a:ea typeface="Apple SD Gothic Neo"/>
                <a:cs typeface="Apple SD Gothic Neo"/>
              </a:defRPr>
            </a:lvl7pPr>
            <a:lvl8pPr algn="l">
              <a:defRPr sz="4650" b="1">
                <a:solidFill>
                  <a:srgbClr val="F8FAFC"/>
                </a:solidFill>
                <a:latin typeface="Apple SD Gothic Neo"/>
                <a:ea typeface="Apple SD Gothic Neo"/>
                <a:cs typeface="Apple SD Gothic Neo"/>
              </a:defRPr>
            </a:lvl8pPr>
            <a:lvl9pPr algn="l">
              <a:defRPr sz="4650" b="1">
                <a:solidFill>
                  <a:srgbClr val="F8FAFC"/>
                </a:solidFill>
                <a:latin typeface="Apple SD Gothic Neo"/>
                <a:ea typeface="Apple SD Gothic Neo"/>
                <a:cs typeface="Apple SD Gothic Neo"/>
              </a:defRPr>
            </a:lvl9pPr>
          </a:lstStyle>
          <a:p xmlns:a="http://schemas.openxmlformats.org/drawingml/2006/main">
            <a:pPr algn="l">
              <a:defRPr sz="4650" b="1">
                <a:solidFill>
                  <a:srgbClr val="F8FAFC"/>
                </a:solidFill>
                <a:latin typeface="Apple SD Gothic Neo"/>
                <a:ea typeface="Apple SD Gothic Neo"/>
                <a:cs typeface="Apple SD Gothic Neo"/>
              </a:defRPr>
            </a:pPr>
            <a:r>
              <a:rPr sz="4650" b="1">
                <a:solidFill>
                  <a:srgbClr val="F8FAFC"/>
                </a:solidFill>
                <a:latin typeface="Apple SD Gothic Neo"/>
                <a:ea typeface="Apple SD Gothic Neo"/>
                <a:cs typeface="Apple SD Gothic Neo"/>
              </a:rPr>
              <a:t>PostgreSQL CDC 수집과</a:t>
            </a:r>
          </a:p>
          <a:p xmlns:a="http://schemas.openxmlformats.org/drawingml/2006/main">
            <a:pPr algn="l">
              <a:defRPr sz="4650" b="1">
                <a:solidFill>
                  <a:srgbClr val="F8FAFC"/>
                </a:solidFill>
                <a:latin typeface="Apple SD Gothic Neo"/>
                <a:ea typeface="Apple SD Gothic Neo"/>
                <a:cs typeface="Apple SD Gothic Neo"/>
              </a:defRPr>
            </a:pPr>
            <a:r>
              <a:rPr sz="4650" b="1">
                <a:solidFill>
                  <a:srgbClr val="F8FAFC"/>
                </a:solidFill>
                <a:latin typeface="Apple SD Gothic Neo"/>
                <a:ea typeface="Apple SD Gothic Neo"/>
                <a:cs typeface="Apple SD Gothic Neo"/>
              </a:rPr>
              <a:t>변경 이벤트 검증</a:t>
            </a:r>
          </a:p>
        </p:txBody>
      </p:sp>
      <p:sp>
        <p:nvSpPr>
          <p:cNvPr id="3" name="">
            <a:extLst xmlns:a="http://schemas.openxmlformats.org/drawingml/2006/main">
              <a:ext uri="{FF2B5EF4-FFF2-40B4-BE49-F238E27FC236}">
                <a16:creationId xmlns:a16="http://schemas.microsoft.com/office/drawing/2014/main" id="{C96D2B3F-196B-4441-ACAE-1D00FF4B3CDA}"/>
              </a:ext>
            </a:extLst>
          </p:cNvPr>
          <p:cNvSpPr>
            <a:spLocks xmlns:a="http://schemas.openxmlformats.org/drawingml/2006/main" noGrp="1"/>
          </p:cNvSpPr>
          <p:nvPr/>
        </p:nvSpPr>
        <p:spPr>
          <a:xfrm xmlns:a="http://schemas.openxmlformats.org/drawingml/2006/main">
            <a:off x="609600" y="3524250"/>
            <a:ext cx="1676400" cy="47625"/>
          </a:xfrm>
          <a:prstGeom xmlns:a="http://schemas.openxmlformats.org/drawingml/2006/main" prst="rect">
            <a:avLst/>
          </a:prstGeom>
          <a:solidFill xmlns:a="http://schemas.openxmlformats.org/drawingml/2006/main">
            <a:srgbClr val="22D3EE"/>
          </a:solidFill>
          <a:ln xmlns:a="http://schemas.openxmlformats.org/drawingml/2006/main" w="0">
            <a:noFill/>
          </a:ln>
        </p:spPr>
      </p:sp>
      <p:sp>
        <p:nvSpPr>
          <p:cNvPr id="4" name="text-2">
            <a:extLst xmlns:a="http://schemas.openxmlformats.org/drawingml/2006/main">
              <a:ext uri="{FF2B5EF4-FFF2-40B4-BE49-F238E27FC236}">
                <a16:creationId xmlns:a16="http://schemas.microsoft.com/office/drawing/2014/main" id="{544D45B2-6D0C-4A5E-8FCD-D8CBF8D265E1}"/>
              </a:ext>
            </a:extLst>
          </p:cNvPr>
          <p:cNvSpPr>
            <a:spLocks xmlns:a="http://schemas.openxmlformats.org/drawingml/2006/main" noGrp="1"/>
          </p:cNvSpPr>
          <p:nvPr/>
        </p:nvSpPr>
        <p:spPr>
          <a:xfrm xmlns:a="http://schemas.openxmlformats.org/drawingml/2006/main">
            <a:off x="609600" y="3924300"/>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A7B5CA"/>
                </a:solidFill>
                <a:latin typeface="Apple SD Gothic Neo"/>
                <a:ea typeface="Apple SD Gothic Neo"/>
                <a:cs typeface="Apple SD Gothic Neo"/>
              </a:defRPr>
            </a:defPPr>
            <a:lvl1pPr algn="l">
              <a:defRPr sz="2325" b="0">
                <a:solidFill>
                  <a:srgbClr val="A7B5CA"/>
                </a:solidFill>
                <a:latin typeface="Apple SD Gothic Neo"/>
                <a:ea typeface="Apple SD Gothic Neo"/>
                <a:cs typeface="Apple SD Gothic Neo"/>
              </a:defRPr>
            </a:lvl1pPr>
            <a:lvl2pPr algn="l">
              <a:defRPr sz="2325" b="0">
                <a:solidFill>
                  <a:srgbClr val="A7B5CA"/>
                </a:solidFill>
                <a:latin typeface="Apple SD Gothic Neo"/>
                <a:ea typeface="Apple SD Gothic Neo"/>
                <a:cs typeface="Apple SD Gothic Neo"/>
              </a:defRPr>
            </a:lvl2pPr>
            <a:lvl3pPr algn="l">
              <a:defRPr sz="2325" b="0">
                <a:solidFill>
                  <a:srgbClr val="A7B5CA"/>
                </a:solidFill>
                <a:latin typeface="Apple SD Gothic Neo"/>
                <a:ea typeface="Apple SD Gothic Neo"/>
                <a:cs typeface="Apple SD Gothic Neo"/>
              </a:defRPr>
            </a:lvl3pPr>
            <a:lvl4pPr algn="l">
              <a:defRPr sz="2325" b="0">
                <a:solidFill>
                  <a:srgbClr val="A7B5CA"/>
                </a:solidFill>
                <a:latin typeface="Apple SD Gothic Neo"/>
                <a:ea typeface="Apple SD Gothic Neo"/>
                <a:cs typeface="Apple SD Gothic Neo"/>
              </a:defRPr>
            </a:lvl4pPr>
            <a:lvl5pPr algn="l">
              <a:defRPr sz="2325" b="0">
                <a:solidFill>
                  <a:srgbClr val="A7B5CA"/>
                </a:solidFill>
                <a:latin typeface="Apple SD Gothic Neo"/>
                <a:ea typeface="Apple SD Gothic Neo"/>
                <a:cs typeface="Apple SD Gothic Neo"/>
              </a:defRPr>
            </a:lvl5pPr>
            <a:lvl6pPr algn="l">
              <a:defRPr sz="2325" b="0">
                <a:solidFill>
                  <a:srgbClr val="A7B5CA"/>
                </a:solidFill>
                <a:latin typeface="Apple SD Gothic Neo"/>
                <a:ea typeface="Apple SD Gothic Neo"/>
                <a:cs typeface="Apple SD Gothic Neo"/>
              </a:defRPr>
            </a:lvl6pPr>
            <a:lvl7pPr algn="l">
              <a:defRPr sz="2325" b="0">
                <a:solidFill>
                  <a:srgbClr val="A7B5CA"/>
                </a:solidFill>
                <a:latin typeface="Apple SD Gothic Neo"/>
                <a:ea typeface="Apple SD Gothic Neo"/>
                <a:cs typeface="Apple SD Gothic Neo"/>
              </a:defRPr>
            </a:lvl7pPr>
            <a:lvl8pPr algn="l">
              <a:defRPr sz="2325" b="0">
                <a:solidFill>
                  <a:srgbClr val="A7B5CA"/>
                </a:solidFill>
                <a:latin typeface="Apple SD Gothic Neo"/>
                <a:ea typeface="Apple SD Gothic Neo"/>
                <a:cs typeface="Apple SD Gothic Neo"/>
              </a:defRPr>
            </a:lvl8pPr>
            <a:lvl9pPr algn="l">
              <a:defRPr sz="2325" b="0">
                <a:solidFill>
                  <a:srgbClr val="A7B5CA"/>
                </a:solidFill>
                <a:latin typeface="Apple SD Gothic Neo"/>
                <a:ea typeface="Apple SD Gothic Neo"/>
                <a:cs typeface="Apple SD Gothic Neo"/>
              </a:defRPr>
            </a:lvl9pPr>
          </a:lstStyle>
          <a:p xmlns:a="http://schemas.openxmlformats.org/drawingml/2006/main">
            <a:pPr algn="l">
              <a:defRPr sz="2325" b="0">
                <a:solidFill>
                  <a:srgbClr val="A7B5CA"/>
                </a:solidFill>
                <a:latin typeface="Apple SD Gothic Neo"/>
                <a:ea typeface="Apple SD Gothic Neo"/>
                <a:cs typeface="Apple SD Gothic Neo"/>
              </a:defRPr>
            </a:pPr>
            <a:r>
              <a:rPr sz="2325" b="0">
                <a:solidFill>
                  <a:srgbClr val="A7B5CA"/>
                </a:solidFill>
                <a:latin typeface="Apple SD Gothic Neo"/>
                <a:ea typeface="Apple SD Gothic Neo"/>
                <a:cs typeface="Apple SD Gothic Neo"/>
              </a:rPr>
              <a:t>2회차 · 120분</a:t>
            </a:r>
          </a:p>
          <a:p xmlns:a="http://schemas.openxmlformats.org/drawingml/2006/main">
            <a:pPr algn="l">
              <a:defRPr sz="2325" b="0">
                <a:solidFill>
                  <a:srgbClr val="A7B5CA"/>
                </a:solidFill>
                <a:latin typeface="Apple SD Gothic Neo"/>
                <a:ea typeface="Apple SD Gothic Neo"/>
                <a:cs typeface="Apple SD Gothic Neo"/>
              </a:defRPr>
            </a:pPr>
            <a:r>
              <a:rPr sz="2325" b="0">
                <a:solidFill>
                  <a:srgbClr val="A7B5CA"/>
                </a:solidFill>
                <a:latin typeface="Apple SD Gothic Neo"/>
                <a:ea typeface="Apple SD Gothic Neo"/>
                <a:cs typeface="Apple SD Gothic Neo"/>
              </a:rPr>
              <a:t>원천 설정부터 Kafka 메시지, Bronze 행, Parquet 파일까지</a:t>
            </a:r>
          </a:p>
        </p:txBody>
      </p:sp>
      <p:sp>
        <p:nvSpPr>
          <p:cNvPr id="5" name="text-3">
            <a:extLst xmlns:a="http://schemas.openxmlformats.org/drawingml/2006/main">
              <a:ext uri="{FF2B5EF4-FFF2-40B4-BE49-F238E27FC236}">
                <a16:creationId xmlns:a16="http://schemas.microsoft.com/office/drawing/2014/main" id="{09413CA0-7499-4E3E-9D3E-2F9ADD43D6C7}"/>
              </a:ext>
            </a:extLst>
          </p:cNvPr>
          <p:cNvSpPr>
            <a:spLocks xmlns:a="http://schemas.openxmlformats.org/drawingml/2006/main" noGrp="1"/>
          </p:cNvSpPr>
          <p:nvPr/>
        </p:nvSpPr>
        <p:spPr>
          <a:xfrm xmlns:a="http://schemas.openxmlformats.org/drawingml/2006/main">
            <a:off x="609600" y="554355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4D399"/>
                </a:solidFill>
                <a:latin typeface="Apple SD Gothic Neo"/>
                <a:ea typeface="Apple SD Gothic Neo"/>
                <a:cs typeface="Apple SD Gothic Neo"/>
              </a:defRPr>
            </a:defPPr>
            <a:lvl1pPr algn="l">
              <a:defRPr sz="1875" b="0">
                <a:solidFill>
                  <a:srgbClr val="34D399"/>
                </a:solidFill>
                <a:latin typeface="Apple SD Gothic Neo"/>
                <a:ea typeface="Apple SD Gothic Neo"/>
                <a:cs typeface="Apple SD Gothic Neo"/>
              </a:defRPr>
            </a:lvl1pPr>
            <a:lvl2pPr algn="l">
              <a:defRPr sz="1875" b="0">
                <a:solidFill>
                  <a:srgbClr val="34D399"/>
                </a:solidFill>
                <a:latin typeface="Apple SD Gothic Neo"/>
                <a:ea typeface="Apple SD Gothic Neo"/>
                <a:cs typeface="Apple SD Gothic Neo"/>
              </a:defRPr>
            </a:lvl2pPr>
            <a:lvl3pPr algn="l">
              <a:defRPr sz="1875" b="0">
                <a:solidFill>
                  <a:srgbClr val="34D399"/>
                </a:solidFill>
                <a:latin typeface="Apple SD Gothic Neo"/>
                <a:ea typeface="Apple SD Gothic Neo"/>
                <a:cs typeface="Apple SD Gothic Neo"/>
              </a:defRPr>
            </a:lvl3pPr>
            <a:lvl4pPr algn="l">
              <a:defRPr sz="1875" b="0">
                <a:solidFill>
                  <a:srgbClr val="34D399"/>
                </a:solidFill>
                <a:latin typeface="Apple SD Gothic Neo"/>
                <a:ea typeface="Apple SD Gothic Neo"/>
                <a:cs typeface="Apple SD Gothic Neo"/>
              </a:defRPr>
            </a:lvl4pPr>
            <a:lvl5pPr algn="l">
              <a:defRPr sz="1875" b="0">
                <a:solidFill>
                  <a:srgbClr val="34D399"/>
                </a:solidFill>
                <a:latin typeface="Apple SD Gothic Neo"/>
                <a:ea typeface="Apple SD Gothic Neo"/>
                <a:cs typeface="Apple SD Gothic Neo"/>
              </a:defRPr>
            </a:lvl5pPr>
            <a:lvl6pPr algn="l">
              <a:defRPr sz="1875" b="0">
                <a:solidFill>
                  <a:srgbClr val="34D399"/>
                </a:solidFill>
                <a:latin typeface="Apple SD Gothic Neo"/>
                <a:ea typeface="Apple SD Gothic Neo"/>
                <a:cs typeface="Apple SD Gothic Neo"/>
              </a:defRPr>
            </a:lvl6pPr>
            <a:lvl7pPr algn="l">
              <a:defRPr sz="1875" b="0">
                <a:solidFill>
                  <a:srgbClr val="34D399"/>
                </a:solidFill>
                <a:latin typeface="Apple SD Gothic Neo"/>
                <a:ea typeface="Apple SD Gothic Neo"/>
                <a:cs typeface="Apple SD Gothic Neo"/>
              </a:defRPr>
            </a:lvl7pPr>
            <a:lvl8pPr algn="l">
              <a:defRPr sz="1875" b="0">
                <a:solidFill>
                  <a:srgbClr val="34D399"/>
                </a:solidFill>
                <a:latin typeface="Apple SD Gothic Neo"/>
                <a:ea typeface="Apple SD Gothic Neo"/>
                <a:cs typeface="Apple SD Gothic Neo"/>
              </a:defRPr>
            </a:lvl8pPr>
            <a:lvl9pPr algn="l">
              <a:defRPr sz="1875" b="0">
                <a:solidFill>
                  <a:srgbClr val="34D399"/>
                </a:solidFill>
                <a:latin typeface="Apple SD Gothic Neo"/>
                <a:ea typeface="Apple SD Gothic Neo"/>
                <a:cs typeface="Apple SD Gothic Neo"/>
              </a:defRPr>
            </a:lvl9pPr>
          </a:lstStyle>
          <a:p xmlns:a="http://schemas.openxmlformats.org/drawingml/2006/main">
            <a:pPr algn="l">
              <a:defRPr sz="1875" b="0">
                <a:solidFill>
                  <a:srgbClr val="34D399"/>
                </a:solidFill>
                <a:latin typeface="Apple SD Gothic Neo"/>
                <a:ea typeface="Apple SD Gothic Neo"/>
                <a:cs typeface="Apple SD Gothic Neo"/>
              </a:defRPr>
            </a:pPr>
            <a:r>
              <a:rPr sz="1875" b="0">
                <a:solidFill>
                  <a:srgbClr val="34D399"/>
                </a:solidFill>
                <a:latin typeface="Apple SD Gothic Neo"/>
                <a:ea typeface="Apple SD Gothic Neo"/>
                <a:cs typeface="Apple SD Gothic Neo"/>
              </a:rPr>
              <a:t>강사 맥미니 시연 · 학생 SQL·이벤트 예측 · 개인 환경 복습</a:t>
            </a:r>
          </a:p>
        </p:txBody>
      </p:sp>
      <p:sp>
        <p:nvSpPr>
          <p:cNvPr id="6" name="">
            <a:extLst xmlns:a="http://schemas.openxmlformats.org/drawingml/2006/main">
              <a:ext uri="{FF2B5EF4-FFF2-40B4-BE49-F238E27FC236}">
                <a16:creationId xmlns:a16="http://schemas.microsoft.com/office/drawing/2014/main" id="{BACBE9BC-103F-4273-BC74-39A862668092}"/>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4">
            <a:extLst xmlns:a="http://schemas.openxmlformats.org/drawingml/2006/main">
              <a:ext uri="{FF2B5EF4-FFF2-40B4-BE49-F238E27FC236}">
                <a16:creationId xmlns:a16="http://schemas.microsoft.com/office/drawing/2014/main" id="{3BB9D8AC-43EF-41E0-887C-CB7CB258FE42}"/>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8" name="text-5">
            <a:extLst xmlns:a="http://schemas.openxmlformats.org/drawingml/2006/main">
              <a:ext uri="{FF2B5EF4-FFF2-40B4-BE49-F238E27FC236}">
                <a16:creationId xmlns:a16="http://schemas.microsoft.com/office/drawing/2014/main" id="{F2AF13BD-9796-4D64-874F-0DA80CD29DA6}"/>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01</a:t>
            </a:r>
          </a:p>
        </p:txBody>
      </p:sp>
    </p:spTree>
    <p:extLst>
      <p:ext uri="{BB962C8B-B14F-4D97-AF65-F5344CB8AC3E}">
        <p14:creationId xmlns:p14="http://schemas.microsoft.com/office/powerpoint/2010/main" val="2095960341"/>
      </p:ext>
    </p:extLst>
  </p:cSld>
</p:sld>
</file>

<file path=ppt/slides/slide2.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7" name="text-6">
            <a:extLst xmlns:a="http://schemas.openxmlformats.org/drawingml/2006/main">
              <a:ext uri="{FF2B5EF4-FFF2-40B4-BE49-F238E27FC236}">
                <a16:creationId xmlns:a16="http://schemas.microsoft.com/office/drawing/2014/main" id="{0303D1E2-1AF0-4B46-A7C1-6D4067E233E4}"/>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7">
            <a:extLst xmlns:a="http://schemas.openxmlformats.org/drawingml/2006/main">
              <a:ext uri="{FF2B5EF4-FFF2-40B4-BE49-F238E27FC236}">
                <a16:creationId xmlns:a16="http://schemas.microsoft.com/office/drawing/2014/main" id="{72310973-32F7-4712-B6A7-C2D3237AAEE8}"/>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오늘의 120분</a:t>
            </a:r>
          </a:p>
        </p:txBody>
      </p:sp>
      <p:graphicFrame>
        <p:nvGraphicFramePr>
          <p:cNvPr id="3" name="">
            <a:extLst xmlns:a="http://schemas.openxmlformats.org/drawingml/2006/main">
              <a:ext uri="{FF2B5EF4-FFF2-40B4-BE49-F238E27FC236}">
                <a16:creationId xmlns:a16="http://schemas.microsoft.com/office/drawing/2014/main" id="{80886A5C-40EF-4EED-85D6-69DE3E0A852D}"/>
              </a:ext>
            </a:extLst>
          </p:cNvPr>
          <p:cNvGraphicFramePr/>
          <p:nvPr/>
        </p:nvGraphicFramePr>
        <p:xfrm>
          <a:off xmlns:a="http://schemas.openxmlformats.org/drawingml/2006/main" x="609600" y="1685925"/>
          <a:ext xmlns:a="http://schemas.openxmlformats.org/drawingml/2006/main" cx="10972800" cy="4391025"/>
        </p:xfrm>
        <a:graphic xmlns:a="http://schemas.openxmlformats.org/drawingml/2006/main">
          <a:graphicData uri="http://schemas.openxmlformats.org/drawingml/2006/table">
            <a:tbl>
              <a:tblPr/>
              <a:tblGrid>
                <a:gridCol w="2209800"/>
                <a:gridCol w="3667125"/>
                <a:gridCol w="5095875"/>
              </a:tblGrid>
              <a:tr h="487892">
                <a:tc>
                  <a:txBody>
                    <a:bodyPr/>
                    <a:lstStyle/>
                    <a:p>
                      <a:r>
                        <a:rPr sz="1800" b="1">
                          <a:solidFill>
                            <a:srgbClr val="22D3EE"/>
                          </a:solidFill>
                          <a:latin typeface="Apple SD Gothic Neo"/>
                          <a:ea typeface="Apple SD Gothic Neo"/>
                          <a:cs typeface="Apple SD Gothic Neo"/>
                        </a:rPr>
                        <a:t>시간</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00" b="1">
                          <a:solidFill>
                            <a:srgbClr val="22D3EE"/>
                          </a:solidFill>
                          <a:latin typeface="Apple SD Gothic Neo"/>
                          <a:ea typeface="Apple SD Gothic Neo"/>
                          <a:cs typeface="Apple SD Gothic Neo"/>
                        </a:rPr>
                        <a:t>진행</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00" b="1">
                          <a:solidFill>
                            <a:srgbClr val="22D3EE"/>
                          </a:solidFill>
                          <a:latin typeface="Apple SD Gothic Neo"/>
                          <a:ea typeface="Apple SD Gothic Neo"/>
                          <a:cs typeface="Apple SD Gothic Neo"/>
                        </a:rPr>
                        <a:t>학생 활동</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487892">
                <a:tc>
                  <a:txBody>
                    <a:bodyPr/>
                    <a:lstStyle/>
                    <a:p>
                      <a:r>
                        <a:rPr sz="1800">
                          <a:solidFill>
                            <a:srgbClr val="F8FAFC"/>
                          </a:solidFill>
                          <a:latin typeface="Apple SD Gothic Neo"/>
                          <a:ea typeface="Apple SD Gothic Neo"/>
                          <a:cs typeface="Apple SD Gothic Neo"/>
                        </a:rPr>
                        <a:t>00:00–00:10</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복습 진행 공유</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해본 것과 막힌 점</a:t>
                      </a:r>
                    </a:p>
                  </a:txBody>
                  <a:tcPr marL="152400" marR="152400" marT="95250" marB="95250">
                    <a:lnR w="9525">
                      <a:solidFill>
                        <a:srgbClr val="334155"/>
                      </a:solidFill>
                      <a:prstDash val="solid"/>
                    </a:lnR>
                    <a:lnB w="9525">
                      <a:solidFill>
                        <a:srgbClr val="334155"/>
                      </a:solidFill>
                      <a:prstDash val="solid"/>
                    </a:lnB>
                    <a:solidFill>
                      <a:srgbClr val="1E293B"/>
                    </a:solidFill>
                  </a:tcPr>
                </a:tc>
              </a:tr>
              <a:tr h="487892">
                <a:tc>
                  <a:txBody>
                    <a:bodyPr/>
                    <a:lstStyle/>
                    <a:p>
                      <a:r>
                        <a:rPr sz="1800">
                          <a:solidFill>
                            <a:srgbClr val="F8FAFC"/>
                          </a:solidFill>
                          <a:latin typeface="Apple SD Gothic Neo"/>
                          <a:ea typeface="Apple SD Gothic Neo"/>
                          <a:cs typeface="Apple SD Gothic Neo"/>
                        </a:rPr>
                        <a:t>00:10–00:30</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지난 시간의 저장 결과</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Bronze 3이력 → Parquet</a:t>
                      </a:r>
                    </a:p>
                  </a:txBody>
                  <a:tcPr marL="152400" marR="152400" marT="95250" marB="95250">
                    <a:lnR w="9525">
                      <a:solidFill>
                        <a:srgbClr val="334155"/>
                      </a:solidFill>
                      <a:prstDash val="solid"/>
                    </a:lnR>
                    <a:lnB w="9525">
                      <a:solidFill>
                        <a:srgbClr val="334155"/>
                      </a:solidFill>
                      <a:prstDash val="solid"/>
                    </a:lnB>
                    <a:solidFill>
                      <a:srgbClr val="1E293B"/>
                    </a:solidFill>
                  </a:tcPr>
                </a:tc>
              </a:tr>
              <a:tr h="487892">
                <a:tc>
                  <a:txBody>
                    <a:bodyPr/>
                    <a:lstStyle/>
                    <a:p>
                      <a:r>
                        <a:rPr sz="1800">
                          <a:solidFill>
                            <a:srgbClr val="F8FAFC"/>
                          </a:solidFill>
                          <a:latin typeface="Apple SD Gothic Neo"/>
                          <a:ea typeface="Apple SD Gothic Neo"/>
                          <a:cs typeface="Apple SD Gothic Neo"/>
                        </a:rPr>
                        <a:t>00:30–00:50</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PostgreSQL·Debezium 설정</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발행 범위 · 이전 값 · 소비 위치</a:t>
                      </a:r>
                    </a:p>
                  </a:txBody>
                  <a:tcPr marL="152400" marR="152400" marT="95250" marB="95250">
                    <a:lnR w="9525">
                      <a:solidFill>
                        <a:srgbClr val="334155"/>
                      </a:solidFill>
                      <a:prstDash val="solid"/>
                    </a:lnR>
                    <a:lnB w="9525">
                      <a:solidFill>
                        <a:srgbClr val="334155"/>
                      </a:solidFill>
                      <a:prstDash val="solid"/>
                    </a:lnB>
                    <a:solidFill>
                      <a:srgbClr val="1E293B"/>
                    </a:solidFill>
                  </a:tcPr>
                </a:tc>
              </a:tr>
              <a:tr h="487892">
                <a:tc>
                  <a:txBody>
                    <a:bodyPr/>
                    <a:lstStyle/>
                    <a:p>
                      <a:r>
                        <a:rPr sz="1800">
                          <a:solidFill>
                            <a:srgbClr val="F8FAFC"/>
                          </a:solidFill>
                          <a:latin typeface="Apple SD Gothic Neo"/>
                          <a:ea typeface="Apple SD Gothic Neo"/>
                          <a:cs typeface="Apple SD Gothic Neo"/>
                        </a:rPr>
                        <a:t>00:50–00:55</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휴식</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5분</a:t>
                      </a:r>
                    </a:p>
                  </a:txBody>
                  <a:tcPr marL="152400" marR="152400" marT="95250" marB="95250">
                    <a:lnR w="9525">
                      <a:solidFill>
                        <a:srgbClr val="334155"/>
                      </a:solidFill>
                      <a:prstDash val="solid"/>
                    </a:lnR>
                    <a:lnB w="9525">
                      <a:solidFill>
                        <a:srgbClr val="334155"/>
                      </a:solidFill>
                      <a:prstDash val="solid"/>
                    </a:lnB>
                    <a:solidFill>
                      <a:srgbClr val="1E293B"/>
                    </a:solidFill>
                  </a:tcPr>
                </a:tc>
              </a:tr>
              <a:tr h="487892">
                <a:tc>
                  <a:txBody>
                    <a:bodyPr/>
                    <a:lstStyle/>
                    <a:p>
                      <a:r>
                        <a:rPr sz="1800">
                          <a:solidFill>
                            <a:srgbClr val="F8FAFC"/>
                          </a:solidFill>
                          <a:latin typeface="Apple SD Gothic Neo"/>
                          <a:ea typeface="Apple SD Gothic Neo"/>
                          <a:cs typeface="Apple SD Gothic Neo"/>
                        </a:rPr>
                        <a:t>00:55–01:15</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스냅샷과 이벤트 파서</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r · c/u/d · tombstone</a:t>
                      </a:r>
                    </a:p>
                  </a:txBody>
                  <a:tcPr marL="152400" marR="152400" marT="95250" marB="95250">
                    <a:lnR w="9525">
                      <a:solidFill>
                        <a:srgbClr val="334155"/>
                      </a:solidFill>
                      <a:prstDash val="solid"/>
                    </a:lnR>
                    <a:lnB w="9525">
                      <a:solidFill>
                        <a:srgbClr val="334155"/>
                      </a:solidFill>
                      <a:prstDash val="solid"/>
                    </a:lnB>
                    <a:solidFill>
                      <a:srgbClr val="1E293B"/>
                    </a:solidFill>
                  </a:tcPr>
                </a:tc>
              </a:tr>
              <a:tr h="487892">
                <a:tc>
                  <a:txBody>
                    <a:bodyPr/>
                    <a:lstStyle/>
                    <a:p>
                      <a:r>
                        <a:rPr sz="1800">
                          <a:solidFill>
                            <a:srgbClr val="F8FAFC"/>
                          </a:solidFill>
                          <a:latin typeface="Apple SD Gothic Neo"/>
                          <a:ea typeface="Apple SD Gothic Neo"/>
                          <a:cs typeface="Apple SD Gothic Neo"/>
                        </a:rPr>
                        <a:t>01:15–01:35</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새 환불 예측과 실행</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Kafka → Bronze · 실제 파싱</a:t>
                      </a:r>
                    </a:p>
                  </a:txBody>
                  <a:tcPr marL="152400" marR="152400" marT="95250" marB="95250">
                    <a:lnR w="9525">
                      <a:solidFill>
                        <a:srgbClr val="334155"/>
                      </a:solidFill>
                      <a:prstDash val="solid"/>
                    </a:lnR>
                    <a:lnB w="9525">
                      <a:solidFill>
                        <a:srgbClr val="334155"/>
                      </a:solidFill>
                      <a:prstDash val="solid"/>
                    </a:lnB>
                    <a:solidFill>
                      <a:srgbClr val="1E293B"/>
                    </a:solidFill>
                  </a:tcPr>
                </a:tc>
              </a:tr>
              <a:tr h="487892">
                <a:tc>
                  <a:txBody>
                    <a:bodyPr/>
                    <a:lstStyle/>
                    <a:p>
                      <a:r>
                        <a:rPr sz="1800">
                          <a:solidFill>
                            <a:srgbClr val="F8FAFC"/>
                          </a:solidFill>
                          <a:latin typeface="Apple SD Gothic Neo"/>
                          <a:ea typeface="Apple SD Gothic Neo"/>
                          <a:cs typeface="Apple SD Gothic Neo"/>
                        </a:rPr>
                        <a:t>01:35–01:50</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수집 구간 진단</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어디까지 도착했는가</a:t>
                      </a:r>
                    </a:p>
                  </a:txBody>
                  <a:tcPr marL="152400" marR="152400" marT="95250" marB="95250">
                    <a:lnR w="9525">
                      <a:solidFill>
                        <a:srgbClr val="334155"/>
                      </a:solidFill>
                      <a:prstDash val="solid"/>
                    </a:lnR>
                    <a:lnB w="9525">
                      <a:solidFill>
                        <a:srgbClr val="334155"/>
                      </a:solidFill>
                      <a:prstDash val="solid"/>
                    </a:lnB>
                    <a:solidFill>
                      <a:srgbClr val="1E293B"/>
                    </a:solidFill>
                  </a:tcPr>
                </a:tc>
              </a:tr>
              <a:tr h="487892">
                <a:tc>
                  <a:txBody>
                    <a:bodyPr/>
                    <a:lstStyle/>
                    <a:p>
                      <a:r>
                        <a:rPr sz="1800">
                          <a:solidFill>
                            <a:srgbClr val="F8FAFC"/>
                          </a:solidFill>
                          <a:latin typeface="Apple SD Gothic Neo"/>
                          <a:ea typeface="Apple SD Gothic Neo"/>
                          <a:cs typeface="Apple SD Gothic Neo"/>
                        </a:rPr>
                        <a:t>01:50–02:00</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정리와 복습</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개인 실행 · 다음 회차</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4" name="">
            <a:extLst xmlns:a="http://schemas.openxmlformats.org/drawingml/2006/main">
              <a:ext uri="{FF2B5EF4-FFF2-40B4-BE49-F238E27FC236}">
                <a16:creationId xmlns:a16="http://schemas.microsoft.com/office/drawing/2014/main" id="{D3AA661B-6EE5-4E02-A3E3-B7C06A07F8D6}"/>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5" name="text-8">
            <a:extLst xmlns:a="http://schemas.openxmlformats.org/drawingml/2006/main">
              <a:ext uri="{FF2B5EF4-FFF2-40B4-BE49-F238E27FC236}">
                <a16:creationId xmlns:a16="http://schemas.microsoft.com/office/drawing/2014/main" id="{57626F3E-5D52-45AD-93C3-959C59F88F22}"/>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6" name="text-9">
            <a:extLst xmlns:a="http://schemas.openxmlformats.org/drawingml/2006/main">
              <a:ext uri="{FF2B5EF4-FFF2-40B4-BE49-F238E27FC236}">
                <a16:creationId xmlns:a16="http://schemas.microsoft.com/office/drawing/2014/main" id="{412D6900-421C-43A0-8BDA-F5E72FEBA8B4}"/>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02</a:t>
            </a:r>
          </a:p>
        </p:txBody>
      </p:sp>
    </p:spTree>
    <p:extLst>
      <p:ext uri="{BB962C8B-B14F-4D97-AF65-F5344CB8AC3E}">
        <p14:creationId xmlns:p14="http://schemas.microsoft.com/office/powerpoint/2010/main" val="212485316"/>
      </p:ext>
    </p:extLst>
  </p:cSld>
</p:sld>
</file>

<file path=ppt/slides/slide3.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복습하면서 어디까지 해보셨나요?</a:t>
            </a:r>
          </a:p>
        </p:txBody>
      </p:sp>
      <p:sp>
        <p:nvSpPr>
          <p:cNvPr id="3" name="panel-12">
            <a:extLst xmlns:a="http://schemas.openxmlformats.org/drawingml/2006/main">
              <a:ext uri="{FF2B5EF4-FFF2-40B4-BE49-F238E27FC236}">
                <a16:creationId xmlns:a16="http://schemas.microsoft.com/office/drawing/2014/main" id="{6F4B333A-B93C-4C43-9A52-EACF284AA083}"/>
              </a:ext>
            </a:extLst>
          </p:cNvPr>
          <p:cNvSpPr>
            <a:spLocks xmlns:a="http://schemas.openxmlformats.org/drawingml/2006/main" noGrp="1"/>
          </p:cNvSpPr>
          <p:nvPr/>
        </p:nvSpPr>
        <p:spPr>
          <a:xfrm xmlns:a="http://schemas.openxmlformats.org/drawingml/2006/main">
            <a:off x="609600" y="1943100"/>
            <a:ext cx="3517900"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4" name="text-13">
            <a:extLst xmlns:a="http://schemas.openxmlformats.org/drawingml/2006/main">
              <a:ext uri="{FF2B5EF4-FFF2-40B4-BE49-F238E27FC236}">
                <a16:creationId xmlns:a16="http://schemas.microsoft.com/office/drawing/2014/main" id="{751251AA-5B97-46EB-A4DB-2C52C9A351D9}"/>
              </a:ext>
            </a:extLst>
          </p:cNvPr>
          <p:cNvSpPr>
            <a:spLocks xmlns:a="http://schemas.openxmlformats.org/drawingml/2006/main" noGrp="1"/>
          </p:cNvSpPr>
          <p:nvPr/>
        </p:nvSpPr>
        <p:spPr>
          <a:xfrm xmlns:a="http://schemas.openxmlformats.org/drawingml/2006/main">
            <a:off x="838200" y="2209800"/>
            <a:ext cx="3060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B923C"/>
                </a:solidFill>
                <a:latin typeface="Apple SD Gothic Neo"/>
                <a:ea typeface="Apple SD Gothic Neo"/>
                <a:cs typeface="Apple SD Gothic Neo"/>
              </a:defRPr>
            </a:defPPr>
            <a:lvl1pPr algn="l">
              <a:defRPr sz="2250" b="1">
                <a:solidFill>
                  <a:srgbClr val="FB923C"/>
                </a:solidFill>
                <a:latin typeface="Apple SD Gothic Neo"/>
                <a:ea typeface="Apple SD Gothic Neo"/>
                <a:cs typeface="Apple SD Gothic Neo"/>
              </a:defRPr>
            </a:lvl1pPr>
            <a:lvl2pPr algn="l">
              <a:defRPr sz="2250" b="1">
                <a:solidFill>
                  <a:srgbClr val="FB923C"/>
                </a:solidFill>
                <a:latin typeface="Apple SD Gothic Neo"/>
                <a:ea typeface="Apple SD Gothic Neo"/>
                <a:cs typeface="Apple SD Gothic Neo"/>
              </a:defRPr>
            </a:lvl2pPr>
            <a:lvl3pPr algn="l">
              <a:defRPr sz="2250" b="1">
                <a:solidFill>
                  <a:srgbClr val="FB923C"/>
                </a:solidFill>
                <a:latin typeface="Apple SD Gothic Neo"/>
                <a:ea typeface="Apple SD Gothic Neo"/>
                <a:cs typeface="Apple SD Gothic Neo"/>
              </a:defRPr>
            </a:lvl3pPr>
            <a:lvl4pPr algn="l">
              <a:defRPr sz="2250" b="1">
                <a:solidFill>
                  <a:srgbClr val="FB923C"/>
                </a:solidFill>
                <a:latin typeface="Apple SD Gothic Neo"/>
                <a:ea typeface="Apple SD Gothic Neo"/>
                <a:cs typeface="Apple SD Gothic Neo"/>
              </a:defRPr>
            </a:lvl4pPr>
            <a:lvl5pPr algn="l">
              <a:defRPr sz="2250" b="1">
                <a:solidFill>
                  <a:srgbClr val="FB923C"/>
                </a:solidFill>
                <a:latin typeface="Apple SD Gothic Neo"/>
                <a:ea typeface="Apple SD Gothic Neo"/>
                <a:cs typeface="Apple SD Gothic Neo"/>
              </a:defRPr>
            </a:lvl5pPr>
            <a:lvl6pPr algn="l">
              <a:defRPr sz="2250" b="1">
                <a:solidFill>
                  <a:srgbClr val="FB923C"/>
                </a:solidFill>
                <a:latin typeface="Apple SD Gothic Neo"/>
                <a:ea typeface="Apple SD Gothic Neo"/>
                <a:cs typeface="Apple SD Gothic Neo"/>
              </a:defRPr>
            </a:lvl6pPr>
            <a:lvl7pPr algn="l">
              <a:defRPr sz="2250" b="1">
                <a:solidFill>
                  <a:srgbClr val="FB923C"/>
                </a:solidFill>
                <a:latin typeface="Apple SD Gothic Neo"/>
                <a:ea typeface="Apple SD Gothic Neo"/>
                <a:cs typeface="Apple SD Gothic Neo"/>
              </a:defRPr>
            </a:lvl7pPr>
            <a:lvl8pPr algn="l">
              <a:defRPr sz="2250" b="1">
                <a:solidFill>
                  <a:srgbClr val="FB923C"/>
                </a:solidFill>
                <a:latin typeface="Apple SD Gothic Neo"/>
                <a:ea typeface="Apple SD Gothic Neo"/>
                <a:cs typeface="Apple SD Gothic Neo"/>
              </a:defRPr>
            </a:lvl8pPr>
            <a:lvl9pPr algn="l">
              <a:defRPr sz="2250" b="1">
                <a:solidFill>
                  <a:srgbClr val="FB923C"/>
                </a:solidFill>
                <a:latin typeface="Apple SD Gothic Neo"/>
                <a:ea typeface="Apple SD Gothic Neo"/>
                <a:cs typeface="Apple SD Gothic Neo"/>
              </a:defRPr>
            </a:lvl9pPr>
          </a:lstStyle>
          <a:p xmlns:a="http://schemas.openxmlformats.org/drawingml/2006/main">
            <a:pPr algn="l">
              <a:defRPr sz="2250" b="1">
                <a:solidFill>
                  <a:srgbClr val="FB923C"/>
                </a:solidFill>
                <a:latin typeface="Apple SD Gothic Neo"/>
                <a:ea typeface="Apple SD Gothic Neo"/>
                <a:cs typeface="Apple SD Gothic Neo"/>
              </a:defRPr>
            </a:pPr>
            <a:r>
              <a:rPr sz="2250" b="1">
                <a:solidFill>
                  <a:srgbClr val="FB923C"/>
                </a:solidFill>
                <a:latin typeface="Apple SD Gothic Neo"/>
                <a:ea typeface="Apple SD Gothic Neo"/>
                <a:cs typeface="Apple SD Gothic Neo"/>
              </a:rPr>
              <a:t>해본 것</a:t>
            </a:r>
          </a:p>
        </p:txBody>
      </p:sp>
      <p:sp>
        <p:nvSpPr>
          <p:cNvPr id="5" name="text-14">
            <a:extLst xmlns:a="http://schemas.openxmlformats.org/drawingml/2006/main">
              <a:ext uri="{FF2B5EF4-FFF2-40B4-BE49-F238E27FC236}">
                <a16:creationId xmlns:a16="http://schemas.microsoft.com/office/drawing/2014/main" id="{C09D8CB6-AB44-4F96-96B5-66D8C86E9712}"/>
              </a:ext>
            </a:extLst>
          </p:cNvPr>
          <p:cNvSpPr>
            <a:spLocks xmlns:a="http://schemas.openxmlformats.org/drawingml/2006/main" noGrp="1"/>
          </p:cNvSpPr>
          <p:nvPr/>
        </p:nvSpPr>
        <p:spPr>
          <a:xfrm xmlns:a="http://schemas.openxmlformats.org/drawingml/2006/main">
            <a:off x="838200" y="3086100"/>
            <a:ext cx="3060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환경을 띄웠는지,</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어떤 명령을 실행했는지</a:t>
            </a:r>
          </a:p>
        </p:txBody>
      </p:sp>
      <p:sp>
        <p:nvSpPr>
          <p:cNvPr id="6" name="panel-15">
            <a:extLst xmlns:a="http://schemas.openxmlformats.org/drawingml/2006/main">
              <a:ext uri="{FF2B5EF4-FFF2-40B4-BE49-F238E27FC236}">
                <a16:creationId xmlns:a16="http://schemas.microsoft.com/office/drawing/2014/main" id="{0B2D55D8-9C7F-4C87-8D32-2B2FFA580709}"/>
              </a:ext>
            </a:extLst>
          </p:cNvPr>
          <p:cNvSpPr>
            <a:spLocks xmlns:a="http://schemas.openxmlformats.org/drawingml/2006/main" noGrp="1"/>
          </p:cNvSpPr>
          <p:nvPr/>
        </p:nvSpPr>
        <p:spPr>
          <a:xfrm xmlns:a="http://schemas.openxmlformats.org/drawingml/2006/main">
            <a:off x="4337050" y="1943100"/>
            <a:ext cx="3517900"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7" name="text-16">
            <a:extLst xmlns:a="http://schemas.openxmlformats.org/drawingml/2006/main">
              <a:ext uri="{FF2B5EF4-FFF2-40B4-BE49-F238E27FC236}">
                <a16:creationId xmlns:a16="http://schemas.microsoft.com/office/drawing/2014/main" id="{77318CBF-B971-485F-8400-292420FF34F7}"/>
              </a:ext>
            </a:extLst>
          </p:cNvPr>
          <p:cNvSpPr>
            <a:spLocks xmlns:a="http://schemas.openxmlformats.org/drawingml/2006/main" noGrp="1"/>
          </p:cNvSpPr>
          <p:nvPr/>
        </p:nvSpPr>
        <p:spPr>
          <a:xfrm xmlns:a="http://schemas.openxmlformats.org/drawingml/2006/main">
            <a:off x="4565650" y="2209800"/>
            <a:ext cx="3060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D3EE"/>
                </a:solidFill>
                <a:latin typeface="Apple SD Gothic Neo"/>
                <a:ea typeface="Apple SD Gothic Neo"/>
                <a:cs typeface="Apple SD Gothic Neo"/>
              </a:defRPr>
            </a:defPPr>
            <a:lvl1pPr algn="l">
              <a:defRPr sz="2250" b="1">
                <a:solidFill>
                  <a:srgbClr val="22D3EE"/>
                </a:solidFill>
                <a:latin typeface="Apple SD Gothic Neo"/>
                <a:ea typeface="Apple SD Gothic Neo"/>
                <a:cs typeface="Apple SD Gothic Neo"/>
              </a:defRPr>
            </a:lvl1pPr>
            <a:lvl2pPr algn="l">
              <a:defRPr sz="2250" b="1">
                <a:solidFill>
                  <a:srgbClr val="22D3EE"/>
                </a:solidFill>
                <a:latin typeface="Apple SD Gothic Neo"/>
                <a:ea typeface="Apple SD Gothic Neo"/>
                <a:cs typeface="Apple SD Gothic Neo"/>
              </a:defRPr>
            </a:lvl2pPr>
            <a:lvl3pPr algn="l">
              <a:defRPr sz="2250" b="1">
                <a:solidFill>
                  <a:srgbClr val="22D3EE"/>
                </a:solidFill>
                <a:latin typeface="Apple SD Gothic Neo"/>
                <a:ea typeface="Apple SD Gothic Neo"/>
                <a:cs typeface="Apple SD Gothic Neo"/>
              </a:defRPr>
            </a:lvl3pPr>
            <a:lvl4pPr algn="l">
              <a:defRPr sz="2250" b="1">
                <a:solidFill>
                  <a:srgbClr val="22D3EE"/>
                </a:solidFill>
                <a:latin typeface="Apple SD Gothic Neo"/>
                <a:ea typeface="Apple SD Gothic Neo"/>
                <a:cs typeface="Apple SD Gothic Neo"/>
              </a:defRPr>
            </a:lvl4pPr>
            <a:lvl5pPr algn="l">
              <a:defRPr sz="2250" b="1">
                <a:solidFill>
                  <a:srgbClr val="22D3EE"/>
                </a:solidFill>
                <a:latin typeface="Apple SD Gothic Neo"/>
                <a:ea typeface="Apple SD Gothic Neo"/>
                <a:cs typeface="Apple SD Gothic Neo"/>
              </a:defRPr>
            </a:lvl5pPr>
            <a:lvl6pPr algn="l">
              <a:defRPr sz="2250" b="1">
                <a:solidFill>
                  <a:srgbClr val="22D3EE"/>
                </a:solidFill>
                <a:latin typeface="Apple SD Gothic Neo"/>
                <a:ea typeface="Apple SD Gothic Neo"/>
                <a:cs typeface="Apple SD Gothic Neo"/>
              </a:defRPr>
            </a:lvl6pPr>
            <a:lvl7pPr algn="l">
              <a:defRPr sz="2250" b="1">
                <a:solidFill>
                  <a:srgbClr val="22D3EE"/>
                </a:solidFill>
                <a:latin typeface="Apple SD Gothic Neo"/>
                <a:ea typeface="Apple SD Gothic Neo"/>
                <a:cs typeface="Apple SD Gothic Neo"/>
              </a:defRPr>
            </a:lvl7pPr>
            <a:lvl8pPr algn="l">
              <a:defRPr sz="2250" b="1">
                <a:solidFill>
                  <a:srgbClr val="22D3EE"/>
                </a:solidFill>
                <a:latin typeface="Apple SD Gothic Neo"/>
                <a:ea typeface="Apple SD Gothic Neo"/>
                <a:cs typeface="Apple SD Gothic Neo"/>
              </a:defRPr>
            </a:lvl8pPr>
            <a:lvl9pPr algn="l">
              <a:defRPr sz="2250" b="1">
                <a:solidFill>
                  <a:srgbClr val="22D3EE"/>
                </a:solidFill>
                <a:latin typeface="Apple SD Gothic Neo"/>
                <a:ea typeface="Apple SD Gothic Neo"/>
                <a:cs typeface="Apple SD Gothic Neo"/>
              </a:defRPr>
            </a:lvl9pPr>
          </a:lstStyle>
          <a:p xmlns:a="http://schemas.openxmlformats.org/drawingml/2006/main">
            <a:pPr algn="l">
              <a:defRPr sz="2250" b="1">
                <a:solidFill>
                  <a:srgbClr val="22D3EE"/>
                </a:solidFill>
                <a:latin typeface="Apple SD Gothic Neo"/>
                <a:ea typeface="Apple SD Gothic Neo"/>
                <a:cs typeface="Apple SD Gothic Neo"/>
              </a:defRPr>
            </a:pPr>
            <a:r>
              <a:rPr sz="2250" b="1">
                <a:solidFill>
                  <a:srgbClr val="22D3EE"/>
                </a:solidFill>
                <a:latin typeface="Apple SD Gothic Neo"/>
                <a:ea typeface="Apple SD Gothic Neo"/>
                <a:cs typeface="Apple SD Gothic Neo"/>
              </a:rPr>
              <a:t>확인한 결과</a:t>
            </a:r>
          </a:p>
        </p:txBody>
      </p:sp>
      <p:sp>
        <p:nvSpPr>
          <p:cNvPr id="8" name="text-17">
            <a:extLst xmlns:a="http://schemas.openxmlformats.org/drawingml/2006/main">
              <a:ext uri="{FF2B5EF4-FFF2-40B4-BE49-F238E27FC236}">
                <a16:creationId xmlns:a16="http://schemas.microsoft.com/office/drawing/2014/main" id="{32686024-13AE-4BA2-B7DD-D07146020C5F}"/>
              </a:ext>
            </a:extLst>
          </p:cNvPr>
          <p:cNvSpPr>
            <a:spLocks xmlns:a="http://schemas.openxmlformats.org/drawingml/2006/main" noGrp="1"/>
          </p:cNvSpPr>
          <p:nvPr/>
        </p:nvSpPr>
        <p:spPr>
          <a:xfrm xmlns:a="http://schemas.openxmlformats.org/drawingml/2006/main">
            <a:off x="4565650" y="3086100"/>
            <a:ext cx="3060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예상했던 값과</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실제 결과가 같았는지</a:t>
            </a:r>
          </a:p>
        </p:txBody>
      </p:sp>
      <p:sp>
        <p:nvSpPr>
          <p:cNvPr id="9" name="panel-18">
            <a:extLst xmlns:a="http://schemas.openxmlformats.org/drawingml/2006/main">
              <a:ext uri="{FF2B5EF4-FFF2-40B4-BE49-F238E27FC236}">
                <a16:creationId xmlns:a16="http://schemas.microsoft.com/office/drawing/2014/main" id="{62735B1F-9078-4105-8F7B-2BA988BF67B0}"/>
              </a:ext>
            </a:extLst>
          </p:cNvPr>
          <p:cNvSpPr>
            <a:spLocks xmlns:a="http://schemas.openxmlformats.org/drawingml/2006/main" noGrp="1"/>
          </p:cNvSpPr>
          <p:nvPr/>
        </p:nvSpPr>
        <p:spPr>
          <a:xfrm xmlns:a="http://schemas.openxmlformats.org/drawingml/2006/main">
            <a:off x="8064500" y="1943100"/>
            <a:ext cx="3517900"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10" name="text-19">
            <a:extLst xmlns:a="http://schemas.openxmlformats.org/drawingml/2006/main">
              <a:ext uri="{FF2B5EF4-FFF2-40B4-BE49-F238E27FC236}">
                <a16:creationId xmlns:a16="http://schemas.microsoft.com/office/drawing/2014/main" id="{EB5CE859-BCEA-411F-9600-B98DD6A79A6E}"/>
              </a:ext>
            </a:extLst>
          </p:cNvPr>
          <p:cNvSpPr>
            <a:spLocks xmlns:a="http://schemas.openxmlformats.org/drawingml/2006/main" noGrp="1"/>
          </p:cNvSpPr>
          <p:nvPr/>
        </p:nvSpPr>
        <p:spPr>
          <a:xfrm xmlns:a="http://schemas.openxmlformats.org/drawingml/2006/main">
            <a:off x="8293100" y="2209800"/>
            <a:ext cx="3060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D3EE"/>
                </a:solidFill>
                <a:latin typeface="Apple SD Gothic Neo"/>
                <a:ea typeface="Apple SD Gothic Neo"/>
                <a:cs typeface="Apple SD Gothic Neo"/>
              </a:defRPr>
            </a:defPPr>
            <a:lvl1pPr algn="l">
              <a:defRPr sz="2250" b="1">
                <a:solidFill>
                  <a:srgbClr val="22D3EE"/>
                </a:solidFill>
                <a:latin typeface="Apple SD Gothic Neo"/>
                <a:ea typeface="Apple SD Gothic Neo"/>
                <a:cs typeface="Apple SD Gothic Neo"/>
              </a:defRPr>
            </a:lvl1pPr>
            <a:lvl2pPr algn="l">
              <a:defRPr sz="2250" b="1">
                <a:solidFill>
                  <a:srgbClr val="22D3EE"/>
                </a:solidFill>
                <a:latin typeface="Apple SD Gothic Neo"/>
                <a:ea typeface="Apple SD Gothic Neo"/>
                <a:cs typeface="Apple SD Gothic Neo"/>
              </a:defRPr>
            </a:lvl2pPr>
            <a:lvl3pPr algn="l">
              <a:defRPr sz="2250" b="1">
                <a:solidFill>
                  <a:srgbClr val="22D3EE"/>
                </a:solidFill>
                <a:latin typeface="Apple SD Gothic Neo"/>
                <a:ea typeface="Apple SD Gothic Neo"/>
                <a:cs typeface="Apple SD Gothic Neo"/>
              </a:defRPr>
            </a:lvl3pPr>
            <a:lvl4pPr algn="l">
              <a:defRPr sz="2250" b="1">
                <a:solidFill>
                  <a:srgbClr val="22D3EE"/>
                </a:solidFill>
                <a:latin typeface="Apple SD Gothic Neo"/>
                <a:ea typeface="Apple SD Gothic Neo"/>
                <a:cs typeface="Apple SD Gothic Neo"/>
              </a:defRPr>
            </a:lvl4pPr>
            <a:lvl5pPr algn="l">
              <a:defRPr sz="2250" b="1">
                <a:solidFill>
                  <a:srgbClr val="22D3EE"/>
                </a:solidFill>
                <a:latin typeface="Apple SD Gothic Neo"/>
                <a:ea typeface="Apple SD Gothic Neo"/>
                <a:cs typeface="Apple SD Gothic Neo"/>
              </a:defRPr>
            </a:lvl5pPr>
            <a:lvl6pPr algn="l">
              <a:defRPr sz="2250" b="1">
                <a:solidFill>
                  <a:srgbClr val="22D3EE"/>
                </a:solidFill>
                <a:latin typeface="Apple SD Gothic Neo"/>
                <a:ea typeface="Apple SD Gothic Neo"/>
                <a:cs typeface="Apple SD Gothic Neo"/>
              </a:defRPr>
            </a:lvl6pPr>
            <a:lvl7pPr algn="l">
              <a:defRPr sz="2250" b="1">
                <a:solidFill>
                  <a:srgbClr val="22D3EE"/>
                </a:solidFill>
                <a:latin typeface="Apple SD Gothic Neo"/>
                <a:ea typeface="Apple SD Gothic Neo"/>
                <a:cs typeface="Apple SD Gothic Neo"/>
              </a:defRPr>
            </a:lvl7pPr>
            <a:lvl8pPr algn="l">
              <a:defRPr sz="2250" b="1">
                <a:solidFill>
                  <a:srgbClr val="22D3EE"/>
                </a:solidFill>
                <a:latin typeface="Apple SD Gothic Neo"/>
                <a:ea typeface="Apple SD Gothic Neo"/>
                <a:cs typeface="Apple SD Gothic Neo"/>
              </a:defRPr>
            </a:lvl8pPr>
            <a:lvl9pPr algn="l">
              <a:defRPr sz="2250" b="1">
                <a:solidFill>
                  <a:srgbClr val="22D3EE"/>
                </a:solidFill>
                <a:latin typeface="Apple SD Gothic Neo"/>
                <a:ea typeface="Apple SD Gothic Neo"/>
                <a:cs typeface="Apple SD Gothic Neo"/>
              </a:defRPr>
            </a:lvl9pPr>
          </a:lstStyle>
          <a:p xmlns:a="http://schemas.openxmlformats.org/drawingml/2006/main">
            <a:pPr algn="l">
              <a:defRPr sz="2250" b="1">
                <a:solidFill>
                  <a:srgbClr val="22D3EE"/>
                </a:solidFill>
                <a:latin typeface="Apple SD Gothic Neo"/>
                <a:ea typeface="Apple SD Gothic Neo"/>
                <a:cs typeface="Apple SD Gothic Neo"/>
              </a:defRPr>
            </a:pPr>
            <a:r>
              <a:rPr sz="2250" b="1">
                <a:solidFill>
                  <a:srgbClr val="22D3EE"/>
                </a:solidFill>
                <a:latin typeface="Apple SD Gothic Neo"/>
                <a:ea typeface="Apple SD Gothic Neo"/>
                <a:cs typeface="Apple SD Gothic Neo"/>
              </a:rPr>
              <a:t>막힌 부분</a:t>
            </a:r>
          </a:p>
        </p:txBody>
      </p:sp>
      <p:sp>
        <p:nvSpPr>
          <p:cNvPr id="11" name="text-20">
            <a:extLst xmlns:a="http://schemas.openxmlformats.org/drawingml/2006/main">
              <a:ext uri="{FF2B5EF4-FFF2-40B4-BE49-F238E27FC236}">
                <a16:creationId xmlns:a16="http://schemas.microsoft.com/office/drawing/2014/main" id="{BF639332-1D7C-4974-BD7D-BF933B535E40}"/>
              </a:ext>
            </a:extLst>
          </p:cNvPr>
          <p:cNvSpPr>
            <a:spLocks xmlns:a="http://schemas.openxmlformats.org/drawingml/2006/main" noGrp="1"/>
          </p:cNvSpPr>
          <p:nvPr/>
        </p:nvSpPr>
        <p:spPr>
          <a:xfrm xmlns:a="http://schemas.openxmlformats.org/drawingml/2006/main">
            <a:off x="8293100" y="3086100"/>
            <a:ext cx="3060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오류 메시지와</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다음에 시도할 것</a:t>
            </a:r>
          </a:p>
        </p:txBody>
      </p:sp>
      <p:sp>
        <p:nvSpPr>
          <p:cNvPr id="12" name="panel-21">
            <a:extLst xmlns:a="http://schemas.openxmlformats.org/drawingml/2006/main">
              <a:ext uri="{FF2B5EF4-FFF2-40B4-BE49-F238E27FC236}">
                <a16:creationId xmlns:a16="http://schemas.microsoft.com/office/drawing/2014/main" id="{196FD7CB-9990-4410-ACF1-7568C88EB3CC}"/>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3" name="text-22">
            <a:extLst xmlns:a="http://schemas.openxmlformats.org/drawingml/2006/main">
              <a:ext uri="{FF2B5EF4-FFF2-40B4-BE49-F238E27FC236}">
                <a16:creationId xmlns:a16="http://schemas.microsoft.com/office/drawing/2014/main" id="{BFE407A2-C8C3-4B00-B5D5-7A4FCBAC77D1}"/>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SQL이나 실행 화면을 보면서 편하게 나눕니다</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03</a:t>
            </a:r>
          </a:p>
        </p:txBody>
      </p:sp>
    </p:spTree>
    <p:extLst>
      <p:ext uri="{BB962C8B-B14F-4D97-AF65-F5344CB8AC3E}">
        <p14:creationId xmlns:p14="http://schemas.microsoft.com/office/powerpoint/2010/main" val="602725031"/>
      </p:ext>
    </p:extLst>
  </p:cSld>
</p:sld>
</file>

<file path=ppt/slides/slide4.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27" name="text-25">
            <a:extLst xmlns:a="http://schemas.openxmlformats.org/drawingml/2006/main">
              <a:ext uri="{FF2B5EF4-FFF2-40B4-BE49-F238E27FC236}">
                <a16:creationId xmlns:a16="http://schemas.microsoft.com/office/drawing/2014/main" id="{4C4384F4-6B95-42EE-8ED4-D4A7CAA74DD6}"/>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26">
            <a:extLst xmlns:a="http://schemas.openxmlformats.org/drawingml/2006/main">
              <a:ext uri="{FF2B5EF4-FFF2-40B4-BE49-F238E27FC236}">
                <a16:creationId xmlns:a16="http://schemas.microsoft.com/office/drawing/2014/main" id="{984A868A-A781-429C-9A1B-34E581ACB465}"/>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오늘 확인할 수집 경로</a:t>
            </a:r>
          </a:p>
        </p:txBody>
      </p:sp>
      <p:sp>
        <p:nvSpPr>
          <p:cNvPr id="3" name="panel-27">
            <a:extLst xmlns:a="http://schemas.openxmlformats.org/drawingml/2006/main">
              <a:ext uri="{FF2B5EF4-FFF2-40B4-BE49-F238E27FC236}">
                <a16:creationId xmlns:a16="http://schemas.microsoft.com/office/drawing/2014/main" id="{3C1EB22D-F609-4850-BC81-B93E0673FF7D}"/>
              </a:ext>
            </a:extLst>
          </p:cNvPr>
          <p:cNvSpPr>
            <a:spLocks xmlns:a="http://schemas.openxmlformats.org/drawingml/2006/main" noGrp="1"/>
          </p:cNvSpPr>
          <p:nvPr/>
        </p:nvSpPr>
        <p:spPr>
          <a:xfrm xmlns:a="http://schemas.openxmlformats.org/drawingml/2006/main">
            <a:off x="609600" y="2362200"/>
            <a:ext cx="1973580" cy="1771650"/>
          </a:xfrm>
          <a:prstGeom xmlns:a="http://schemas.openxmlformats.org/drawingml/2006/main" prst="roundRect">
            <a:avLst>
              <a:gd name="adj" fmla="val 4839"/>
            </a:avLst>
          </a:prstGeom>
          <a:solidFill xmlns:a="http://schemas.openxmlformats.org/drawingml/2006/main">
            <a:srgbClr val="1E293B"/>
          </a:solidFill>
          <a:ln xmlns:a="http://schemas.openxmlformats.org/drawingml/2006/main" w="9525">
            <a:solidFill>
              <a:srgbClr val="334155"/>
            </a:solidFill>
          </a:ln>
        </p:spPr>
      </p:sp>
      <p:sp>
        <p:nvSpPr>
          <p:cNvPr id="4" name="text-28">
            <a:extLst xmlns:a="http://schemas.openxmlformats.org/drawingml/2006/main">
              <a:ext uri="{FF2B5EF4-FFF2-40B4-BE49-F238E27FC236}">
                <a16:creationId xmlns:a16="http://schemas.microsoft.com/office/drawing/2014/main" id="{CB275194-9EA5-46AE-8A47-28183411F17E}"/>
              </a:ext>
            </a:extLst>
          </p:cNvPr>
          <p:cNvSpPr>
            <a:spLocks xmlns:a="http://schemas.openxmlformats.org/drawingml/2006/main" noGrp="1"/>
          </p:cNvSpPr>
          <p:nvPr/>
        </p:nvSpPr>
        <p:spPr>
          <a:xfrm xmlns:a="http://schemas.openxmlformats.org/drawingml/2006/main">
            <a:off x="752475" y="2638425"/>
            <a:ext cx="168783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025" b="1">
                <a:solidFill>
                  <a:srgbClr val="F8FAFC"/>
                </a:solidFill>
                <a:latin typeface="Apple SD Gothic Neo"/>
                <a:ea typeface="Apple SD Gothic Neo"/>
                <a:cs typeface="Apple SD Gothic Neo"/>
              </a:defRPr>
            </a:defPPr>
            <a:lvl1pPr algn="ctr">
              <a:defRPr sz="2025" b="1">
                <a:solidFill>
                  <a:srgbClr val="F8FAFC"/>
                </a:solidFill>
                <a:latin typeface="Apple SD Gothic Neo"/>
                <a:ea typeface="Apple SD Gothic Neo"/>
                <a:cs typeface="Apple SD Gothic Neo"/>
              </a:defRPr>
            </a:lvl1pPr>
            <a:lvl2pPr algn="ctr">
              <a:defRPr sz="2025" b="1">
                <a:solidFill>
                  <a:srgbClr val="F8FAFC"/>
                </a:solidFill>
                <a:latin typeface="Apple SD Gothic Neo"/>
                <a:ea typeface="Apple SD Gothic Neo"/>
                <a:cs typeface="Apple SD Gothic Neo"/>
              </a:defRPr>
            </a:lvl2pPr>
            <a:lvl3pPr algn="ctr">
              <a:defRPr sz="2025" b="1">
                <a:solidFill>
                  <a:srgbClr val="F8FAFC"/>
                </a:solidFill>
                <a:latin typeface="Apple SD Gothic Neo"/>
                <a:ea typeface="Apple SD Gothic Neo"/>
                <a:cs typeface="Apple SD Gothic Neo"/>
              </a:defRPr>
            </a:lvl3pPr>
            <a:lvl4pPr algn="ctr">
              <a:defRPr sz="2025" b="1">
                <a:solidFill>
                  <a:srgbClr val="F8FAFC"/>
                </a:solidFill>
                <a:latin typeface="Apple SD Gothic Neo"/>
                <a:ea typeface="Apple SD Gothic Neo"/>
                <a:cs typeface="Apple SD Gothic Neo"/>
              </a:defRPr>
            </a:lvl4pPr>
            <a:lvl5pPr algn="ctr">
              <a:defRPr sz="2025" b="1">
                <a:solidFill>
                  <a:srgbClr val="F8FAFC"/>
                </a:solidFill>
                <a:latin typeface="Apple SD Gothic Neo"/>
                <a:ea typeface="Apple SD Gothic Neo"/>
                <a:cs typeface="Apple SD Gothic Neo"/>
              </a:defRPr>
            </a:lvl5pPr>
            <a:lvl6pPr algn="ctr">
              <a:defRPr sz="2025" b="1">
                <a:solidFill>
                  <a:srgbClr val="F8FAFC"/>
                </a:solidFill>
                <a:latin typeface="Apple SD Gothic Neo"/>
                <a:ea typeface="Apple SD Gothic Neo"/>
                <a:cs typeface="Apple SD Gothic Neo"/>
              </a:defRPr>
            </a:lvl6pPr>
            <a:lvl7pPr algn="ctr">
              <a:defRPr sz="2025" b="1">
                <a:solidFill>
                  <a:srgbClr val="F8FAFC"/>
                </a:solidFill>
                <a:latin typeface="Apple SD Gothic Neo"/>
                <a:ea typeface="Apple SD Gothic Neo"/>
                <a:cs typeface="Apple SD Gothic Neo"/>
              </a:defRPr>
            </a:lvl7pPr>
            <a:lvl8pPr algn="ctr">
              <a:defRPr sz="2025" b="1">
                <a:solidFill>
                  <a:srgbClr val="F8FAFC"/>
                </a:solidFill>
                <a:latin typeface="Apple SD Gothic Neo"/>
                <a:ea typeface="Apple SD Gothic Neo"/>
                <a:cs typeface="Apple SD Gothic Neo"/>
              </a:defRPr>
            </a:lvl8pPr>
            <a:lvl9pPr algn="ctr">
              <a:defRPr sz="2025" b="1">
                <a:solidFill>
                  <a:srgbClr val="F8FAFC"/>
                </a:solidFill>
                <a:latin typeface="Apple SD Gothic Neo"/>
                <a:ea typeface="Apple SD Gothic Neo"/>
                <a:cs typeface="Apple SD Gothic Neo"/>
              </a:defRPr>
            </a:lvl9pPr>
          </a:lstStyle>
          <a:p xmlns:a="http://schemas.openxmlformats.org/drawingml/2006/main">
            <a:pPr algn="ctr">
              <a:defRPr sz="2025" b="1">
                <a:solidFill>
                  <a:srgbClr val="F8FAFC"/>
                </a:solidFill>
                <a:latin typeface="Apple SD Gothic Neo"/>
                <a:ea typeface="Apple SD Gothic Neo"/>
                <a:cs typeface="Apple SD Gothic Neo"/>
              </a:defRPr>
            </a:pPr>
            <a:r>
              <a:rPr sz="2025" b="1">
                <a:solidFill>
                  <a:srgbClr val="F8FAFC"/>
                </a:solidFill>
                <a:latin typeface="Apple SD Gothic Neo"/>
                <a:ea typeface="Apple SD Gothic Neo"/>
                <a:cs typeface="Apple SD Gothic Neo"/>
              </a:rPr>
              <a:t>PostgreSQL</a:t>
            </a:r>
          </a:p>
        </p:txBody>
      </p:sp>
      <p:sp>
        <p:nvSpPr>
          <p:cNvPr id="5" name="text-29">
            <a:extLst xmlns:a="http://schemas.openxmlformats.org/drawingml/2006/main">
              <a:ext uri="{FF2B5EF4-FFF2-40B4-BE49-F238E27FC236}">
                <a16:creationId xmlns:a16="http://schemas.microsoft.com/office/drawing/2014/main" id="{5B5E6F83-EAD2-4B82-89C7-EA99DCD81FF5}"/>
              </a:ext>
            </a:extLst>
          </p:cNvPr>
          <p:cNvSpPr>
            <a:spLocks xmlns:a="http://schemas.openxmlformats.org/drawingml/2006/main" noGrp="1"/>
          </p:cNvSpPr>
          <p:nvPr/>
        </p:nvSpPr>
        <p:spPr>
          <a:xfrm xmlns:a="http://schemas.openxmlformats.org/drawingml/2006/main">
            <a:off x="742950" y="3457575"/>
            <a:ext cx="170688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A7B5CA"/>
                </a:solidFill>
                <a:latin typeface="Apple SD Gothic Neo"/>
                <a:ea typeface="Apple SD Gothic Neo"/>
                <a:cs typeface="Apple SD Gothic Neo"/>
              </a:defRPr>
            </a:defPPr>
            <a:lvl1pPr algn="ctr">
              <a:defRPr sz="1725" b="0">
                <a:solidFill>
                  <a:srgbClr val="A7B5CA"/>
                </a:solidFill>
                <a:latin typeface="Apple SD Gothic Neo"/>
                <a:ea typeface="Apple SD Gothic Neo"/>
                <a:cs typeface="Apple SD Gothic Neo"/>
              </a:defRPr>
            </a:lvl1pPr>
            <a:lvl2pPr algn="ctr">
              <a:defRPr sz="1725" b="0">
                <a:solidFill>
                  <a:srgbClr val="A7B5CA"/>
                </a:solidFill>
                <a:latin typeface="Apple SD Gothic Neo"/>
                <a:ea typeface="Apple SD Gothic Neo"/>
                <a:cs typeface="Apple SD Gothic Neo"/>
              </a:defRPr>
            </a:lvl2pPr>
            <a:lvl3pPr algn="ctr">
              <a:defRPr sz="1725" b="0">
                <a:solidFill>
                  <a:srgbClr val="A7B5CA"/>
                </a:solidFill>
                <a:latin typeface="Apple SD Gothic Neo"/>
                <a:ea typeface="Apple SD Gothic Neo"/>
                <a:cs typeface="Apple SD Gothic Neo"/>
              </a:defRPr>
            </a:lvl3pPr>
            <a:lvl4pPr algn="ctr">
              <a:defRPr sz="1725" b="0">
                <a:solidFill>
                  <a:srgbClr val="A7B5CA"/>
                </a:solidFill>
                <a:latin typeface="Apple SD Gothic Neo"/>
                <a:ea typeface="Apple SD Gothic Neo"/>
                <a:cs typeface="Apple SD Gothic Neo"/>
              </a:defRPr>
            </a:lvl4pPr>
            <a:lvl5pPr algn="ctr">
              <a:defRPr sz="1725" b="0">
                <a:solidFill>
                  <a:srgbClr val="A7B5CA"/>
                </a:solidFill>
                <a:latin typeface="Apple SD Gothic Neo"/>
                <a:ea typeface="Apple SD Gothic Neo"/>
                <a:cs typeface="Apple SD Gothic Neo"/>
              </a:defRPr>
            </a:lvl5pPr>
            <a:lvl6pPr algn="ctr">
              <a:defRPr sz="1725" b="0">
                <a:solidFill>
                  <a:srgbClr val="A7B5CA"/>
                </a:solidFill>
                <a:latin typeface="Apple SD Gothic Neo"/>
                <a:ea typeface="Apple SD Gothic Neo"/>
                <a:cs typeface="Apple SD Gothic Neo"/>
              </a:defRPr>
            </a:lvl6pPr>
            <a:lvl7pPr algn="ctr">
              <a:defRPr sz="1725" b="0">
                <a:solidFill>
                  <a:srgbClr val="A7B5CA"/>
                </a:solidFill>
                <a:latin typeface="Apple SD Gothic Neo"/>
                <a:ea typeface="Apple SD Gothic Neo"/>
                <a:cs typeface="Apple SD Gothic Neo"/>
              </a:defRPr>
            </a:lvl7pPr>
            <a:lvl8pPr algn="ctr">
              <a:defRPr sz="1725" b="0">
                <a:solidFill>
                  <a:srgbClr val="A7B5CA"/>
                </a:solidFill>
                <a:latin typeface="Apple SD Gothic Neo"/>
                <a:ea typeface="Apple SD Gothic Neo"/>
                <a:cs typeface="Apple SD Gothic Neo"/>
              </a:defRPr>
            </a:lvl8pPr>
            <a:lvl9pPr algn="ctr">
              <a:defRPr sz="1725" b="0">
                <a:solidFill>
                  <a:srgbClr val="A7B5CA"/>
                </a:solidFill>
                <a:latin typeface="Apple SD Gothic Neo"/>
                <a:ea typeface="Apple SD Gothic Neo"/>
                <a:cs typeface="Apple SD Gothic Neo"/>
              </a:defRPr>
            </a:lvl9pPr>
          </a:lstStyle>
          <a:p xmlns:a="http://schemas.openxmlformats.org/drawingml/2006/main">
            <a:pPr algn="ctr">
              <a:defRPr sz="1725" b="0">
                <a:solidFill>
                  <a:srgbClr val="A7B5CA"/>
                </a:solidFill>
                <a:latin typeface="Apple SD Gothic Neo"/>
                <a:ea typeface="Apple SD Gothic Neo"/>
                <a:cs typeface="Apple SD Gothic Neo"/>
              </a:defRPr>
            </a:pPr>
            <a:r>
              <a:rPr sz="1725" b="0">
                <a:solidFill>
                  <a:srgbClr val="A7B5CA"/>
                </a:solidFill>
                <a:latin typeface="Apple SD Gothic Neo"/>
                <a:ea typeface="Apple SD Gothic Neo"/>
                <a:cs typeface="Apple SD Gothic Neo"/>
              </a:rPr>
              <a:t>현재 행 · WAL</a:t>
            </a:r>
          </a:p>
        </p:txBody>
      </p:sp>
      <p:sp>
        <p:nvSpPr>
          <p:cNvPr id="6" name="">
            <a:extLst xmlns:a="http://schemas.openxmlformats.org/drawingml/2006/main">
              <a:ext uri="{FF2B5EF4-FFF2-40B4-BE49-F238E27FC236}">
                <a16:creationId xmlns:a16="http://schemas.microsoft.com/office/drawing/2014/main" id="{3A7B4761-3DEA-4EB5-A622-A370BA82D6AC}"/>
              </a:ext>
            </a:extLst>
          </p:cNvPr>
          <p:cNvSpPr>
            <a:spLocks xmlns:a="http://schemas.openxmlformats.org/drawingml/2006/main" noGrp="1"/>
          </p:cNvSpPr>
          <p:nvPr/>
        </p:nvSpPr>
        <p:spPr>
          <a:xfrm xmlns:a="http://schemas.openxmlformats.org/drawingml/2006/main">
            <a:off x="2621280" y="3124200"/>
            <a:ext cx="200025" cy="19050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7" name="panel-30">
            <a:extLst xmlns:a="http://schemas.openxmlformats.org/drawingml/2006/main">
              <a:ext uri="{FF2B5EF4-FFF2-40B4-BE49-F238E27FC236}">
                <a16:creationId xmlns:a16="http://schemas.microsoft.com/office/drawing/2014/main" id="{CBECA698-CABB-4789-8934-C4EA35970FA9}"/>
              </a:ext>
            </a:extLst>
          </p:cNvPr>
          <p:cNvSpPr>
            <a:spLocks xmlns:a="http://schemas.openxmlformats.org/drawingml/2006/main" noGrp="1"/>
          </p:cNvSpPr>
          <p:nvPr/>
        </p:nvSpPr>
        <p:spPr>
          <a:xfrm xmlns:a="http://schemas.openxmlformats.org/drawingml/2006/main">
            <a:off x="2859405" y="2362200"/>
            <a:ext cx="1973580" cy="1771650"/>
          </a:xfrm>
          <a:prstGeom xmlns:a="http://schemas.openxmlformats.org/drawingml/2006/main" prst="roundRect">
            <a:avLst>
              <a:gd name="adj" fmla="val 4839"/>
            </a:avLst>
          </a:prstGeom>
          <a:solidFill xmlns:a="http://schemas.openxmlformats.org/drawingml/2006/main">
            <a:srgbClr val="1E293B"/>
          </a:solidFill>
          <a:ln xmlns:a="http://schemas.openxmlformats.org/drawingml/2006/main" w="9525">
            <a:solidFill>
              <a:srgbClr val="334155"/>
            </a:solidFill>
          </a:ln>
        </p:spPr>
      </p:sp>
      <p:sp>
        <p:nvSpPr>
          <p:cNvPr id="8" name="text-31">
            <a:extLst xmlns:a="http://schemas.openxmlformats.org/drawingml/2006/main">
              <a:ext uri="{FF2B5EF4-FFF2-40B4-BE49-F238E27FC236}">
                <a16:creationId xmlns:a16="http://schemas.microsoft.com/office/drawing/2014/main" id="{00BDA40B-4606-4328-9C8F-A8A7BDB9B750}"/>
              </a:ext>
            </a:extLst>
          </p:cNvPr>
          <p:cNvSpPr>
            <a:spLocks xmlns:a="http://schemas.openxmlformats.org/drawingml/2006/main" noGrp="1"/>
          </p:cNvSpPr>
          <p:nvPr/>
        </p:nvSpPr>
        <p:spPr>
          <a:xfrm xmlns:a="http://schemas.openxmlformats.org/drawingml/2006/main">
            <a:off x="3002280" y="2638425"/>
            <a:ext cx="168783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025" b="1">
                <a:solidFill>
                  <a:srgbClr val="F8FAFC"/>
                </a:solidFill>
                <a:latin typeface="Apple SD Gothic Neo"/>
                <a:ea typeface="Apple SD Gothic Neo"/>
                <a:cs typeface="Apple SD Gothic Neo"/>
              </a:defRPr>
            </a:defPPr>
            <a:lvl1pPr algn="ctr">
              <a:defRPr sz="2025" b="1">
                <a:solidFill>
                  <a:srgbClr val="F8FAFC"/>
                </a:solidFill>
                <a:latin typeface="Apple SD Gothic Neo"/>
                <a:ea typeface="Apple SD Gothic Neo"/>
                <a:cs typeface="Apple SD Gothic Neo"/>
              </a:defRPr>
            </a:lvl1pPr>
            <a:lvl2pPr algn="ctr">
              <a:defRPr sz="2025" b="1">
                <a:solidFill>
                  <a:srgbClr val="F8FAFC"/>
                </a:solidFill>
                <a:latin typeface="Apple SD Gothic Neo"/>
                <a:ea typeface="Apple SD Gothic Neo"/>
                <a:cs typeface="Apple SD Gothic Neo"/>
              </a:defRPr>
            </a:lvl2pPr>
            <a:lvl3pPr algn="ctr">
              <a:defRPr sz="2025" b="1">
                <a:solidFill>
                  <a:srgbClr val="F8FAFC"/>
                </a:solidFill>
                <a:latin typeface="Apple SD Gothic Neo"/>
                <a:ea typeface="Apple SD Gothic Neo"/>
                <a:cs typeface="Apple SD Gothic Neo"/>
              </a:defRPr>
            </a:lvl3pPr>
            <a:lvl4pPr algn="ctr">
              <a:defRPr sz="2025" b="1">
                <a:solidFill>
                  <a:srgbClr val="F8FAFC"/>
                </a:solidFill>
                <a:latin typeface="Apple SD Gothic Neo"/>
                <a:ea typeface="Apple SD Gothic Neo"/>
                <a:cs typeface="Apple SD Gothic Neo"/>
              </a:defRPr>
            </a:lvl4pPr>
            <a:lvl5pPr algn="ctr">
              <a:defRPr sz="2025" b="1">
                <a:solidFill>
                  <a:srgbClr val="F8FAFC"/>
                </a:solidFill>
                <a:latin typeface="Apple SD Gothic Neo"/>
                <a:ea typeface="Apple SD Gothic Neo"/>
                <a:cs typeface="Apple SD Gothic Neo"/>
              </a:defRPr>
            </a:lvl5pPr>
            <a:lvl6pPr algn="ctr">
              <a:defRPr sz="2025" b="1">
                <a:solidFill>
                  <a:srgbClr val="F8FAFC"/>
                </a:solidFill>
                <a:latin typeface="Apple SD Gothic Neo"/>
                <a:ea typeface="Apple SD Gothic Neo"/>
                <a:cs typeface="Apple SD Gothic Neo"/>
              </a:defRPr>
            </a:lvl6pPr>
            <a:lvl7pPr algn="ctr">
              <a:defRPr sz="2025" b="1">
                <a:solidFill>
                  <a:srgbClr val="F8FAFC"/>
                </a:solidFill>
                <a:latin typeface="Apple SD Gothic Neo"/>
                <a:ea typeface="Apple SD Gothic Neo"/>
                <a:cs typeface="Apple SD Gothic Neo"/>
              </a:defRPr>
            </a:lvl7pPr>
            <a:lvl8pPr algn="ctr">
              <a:defRPr sz="2025" b="1">
                <a:solidFill>
                  <a:srgbClr val="F8FAFC"/>
                </a:solidFill>
                <a:latin typeface="Apple SD Gothic Neo"/>
                <a:ea typeface="Apple SD Gothic Neo"/>
                <a:cs typeface="Apple SD Gothic Neo"/>
              </a:defRPr>
            </a:lvl8pPr>
            <a:lvl9pPr algn="ctr">
              <a:defRPr sz="2025" b="1">
                <a:solidFill>
                  <a:srgbClr val="F8FAFC"/>
                </a:solidFill>
                <a:latin typeface="Apple SD Gothic Neo"/>
                <a:ea typeface="Apple SD Gothic Neo"/>
                <a:cs typeface="Apple SD Gothic Neo"/>
              </a:defRPr>
            </a:lvl9pPr>
          </a:lstStyle>
          <a:p xmlns:a="http://schemas.openxmlformats.org/drawingml/2006/main">
            <a:pPr algn="ctr">
              <a:defRPr sz="2025" b="1">
                <a:solidFill>
                  <a:srgbClr val="F8FAFC"/>
                </a:solidFill>
                <a:latin typeface="Apple SD Gothic Neo"/>
                <a:ea typeface="Apple SD Gothic Neo"/>
                <a:cs typeface="Apple SD Gothic Neo"/>
              </a:defRPr>
            </a:pPr>
            <a:r>
              <a:rPr sz="2025" b="1">
                <a:solidFill>
                  <a:srgbClr val="F8FAFC"/>
                </a:solidFill>
                <a:latin typeface="Apple SD Gothic Neo"/>
                <a:ea typeface="Apple SD Gothic Neo"/>
                <a:cs typeface="Apple SD Gothic Neo"/>
              </a:rPr>
              <a:t>Debezium</a:t>
            </a:r>
          </a:p>
        </p:txBody>
      </p:sp>
      <p:sp>
        <p:nvSpPr>
          <p:cNvPr id="9" name="text-32">
            <a:extLst xmlns:a="http://schemas.openxmlformats.org/drawingml/2006/main">
              <a:ext uri="{FF2B5EF4-FFF2-40B4-BE49-F238E27FC236}">
                <a16:creationId xmlns:a16="http://schemas.microsoft.com/office/drawing/2014/main" id="{1C87C0DD-24E9-4603-956C-0AA66C87FA0E}"/>
              </a:ext>
            </a:extLst>
          </p:cNvPr>
          <p:cNvSpPr>
            <a:spLocks xmlns:a="http://schemas.openxmlformats.org/drawingml/2006/main" noGrp="1"/>
          </p:cNvSpPr>
          <p:nvPr/>
        </p:nvSpPr>
        <p:spPr>
          <a:xfrm xmlns:a="http://schemas.openxmlformats.org/drawingml/2006/main">
            <a:off x="2992755" y="3457575"/>
            <a:ext cx="170688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A7B5CA"/>
                </a:solidFill>
                <a:latin typeface="Apple SD Gothic Neo"/>
                <a:ea typeface="Apple SD Gothic Neo"/>
                <a:cs typeface="Apple SD Gothic Neo"/>
              </a:defRPr>
            </a:defPPr>
            <a:lvl1pPr algn="ctr">
              <a:defRPr sz="1725" b="0">
                <a:solidFill>
                  <a:srgbClr val="A7B5CA"/>
                </a:solidFill>
                <a:latin typeface="Apple SD Gothic Neo"/>
                <a:ea typeface="Apple SD Gothic Neo"/>
                <a:cs typeface="Apple SD Gothic Neo"/>
              </a:defRPr>
            </a:lvl1pPr>
            <a:lvl2pPr algn="ctr">
              <a:defRPr sz="1725" b="0">
                <a:solidFill>
                  <a:srgbClr val="A7B5CA"/>
                </a:solidFill>
                <a:latin typeface="Apple SD Gothic Neo"/>
                <a:ea typeface="Apple SD Gothic Neo"/>
                <a:cs typeface="Apple SD Gothic Neo"/>
              </a:defRPr>
            </a:lvl2pPr>
            <a:lvl3pPr algn="ctr">
              <a:defRPr sz="1725" b="0">
                <a:solidFill>
                  <a:srgbClr val="A7B5CA"/>
                </a:solidFill>
                <a:latin typeface="Apple SD Gothic Neo"/>
                <a:ea typeface="Apple SD Gothic Neo"/>
                <a:cs typeface="Apple SD Gothic Neo"/>
              </a:defRPr>
            </a:lvl3pPr>
            <a:lvl4pPr algn="ctr">
              <a:defRPr sz="1725" b="0">
                <a:solidFill>
                  <a:srgbClr val="A7B5CA"/>
                </a:solidFill>
                <a:latin typeface="Apple SD Gothic Neo"/>
                <a:ea typeface="Apple SD Gothic Neo"/>
                <a:cs typeface="Apple SD Gothic Neo"/>
              </a:defRPr>
            </a:lvl4pPr>
            <a:lvl5pPr algn="ctr">
              <a:defRPr sz="1725" b="0">
                <a:solidFill>
                  <a:srgbClr val="A7B5CA"/>
                </a:solidFill>
                <a:latin typeface="Apple SD Gothic Neo"/>
                <a:ea typeface="Apple SD Gothic Neo"/>
                <a:cs typeface="Apple SD Gothic Neo"/>
              </a:defRPr>
            </a:lvl5pPr>
            <a:lvl6pPr algn="ctr">
              <a:defRPr sz="1725" b="0">
                <a:solidFill>
                  <a:srgbClr val="A7B5CA"/>
                </a:solidFill>
                <a:latin typeface="Apple SD Gothic Neo"/>
                <a:ea typeface="Apple SD Gothic Neo"/>
                <a:cs typeface="Apple SD Gothic Neo"/>
              </a:defRPr>
            </a:lvl6pPr>
            <a:lvl7pPr algn="ctr">
              <a:defRPr sz="1725" b="0">
                <a:solidFill>
                  <a:srgbClr val="A7B5CA"/>
                </a:solidFill>
                <a:latin typeface="Apple SD Gothic Neo"/>
                <a:ea typeface="Apple SD Gothic Neo"/>
                <a:cs typeface="Apple SD Gothic Neo"/>
              </a:defRPr>
            </a:lvl7pPr>
            <a:lvl8pPr algn="ctr">
              <a:defRPr sz="1725" b="0">
                <a:solidFill>
                  <a:srgbClr val="A7B5CA"/>
                </a:solidFill>
                <a:latin typeface="Apple SD Gothic Neo"/>
                <a:ea typeface="Apple SD Gothic Neo"/>
                <a:cs typeface="Apple SD Gothic Neo"/>
              </a:defRPr>
            </a:lvl8pPr>
            <a:lvl9pPr algn="ctr">
              <a:defRPr sz="1725" b="0">
                <a:solidFill>
                  <a:srgbClr val="A7B5CA"/>
                </a:solidFill>
                <a:latin typeface="Apple SD Gothic Neo"/>
                <a:ea typeface="Apple SD Gothic Neo"/>
                <a:cs typeface="Apple SD Gothic Neo"/>
              </a:defRPr>
            </a:lvl9pPr>
          </a:lstStyle>
          <a:p xmlns:a="http://schemas.openxmlformats.org/drawingml/2006/main">
            <a:pPr algn="ctr">
              <a:defRPr sz="1725" b="0">
                <a:solidFill>
                  <a:srgbClr val="A7B5CA"/>
                </a:solidFill>
                <a:latin typeface="Apple SD Gothic Neo"/>
                <a:ea typeface="Apple SD Gothic Neo"/>
                <a:cs typeface="Apple SD Gothic Neo"/>
              </a:defRPr>
            </a:pPr>
            <a:r>
              <a:rPr sz="1725" b="0">
                <a:solidFill>
                  <a:srgbClr val="A7B5CA"/>
                </a:solidFill>
                <a:latin typeface="Apple SD Gothic Neo"/>
                <a:ea typeface="Apple SD Gothic Neo"/>
                <a:cs typeface="Apple SD Gothic Neo"/>
              </a:rPr>
              <a:t>변경 이벤트 생성</a:t>
            </a:r>
          </a:p>
        </p:txBody>
      </p:sp>
      <p:sp>
        <p:nvSpPr>
          <p:cNvPr id="10" name="">
            <a:extLst xmlns:a="http://schemas.openxmlformats.org/drawingml/2006/main">
              <a:ext uri="{FF2B5EF4-FFF2-40B4-BE49-F238E27FC236}">
                <a16:creationId xmlns:a16="http://schemas.microsoft.com/office/drawing/2014/main" id="{91EF1FDE-9DE8-4B56-8420-80106678962C}"/>
              </a:ext>
            </a:extLst>
          </p:cNvPr>
          <p:cNvSpPr>
            <a:spLocks xmlns:a="http://schemas.openxmlformats.org/drawingml/2006/main" noGrp="1"/>
          </p:cNvSpPr>
          <p:nvPr/>
        </p:nvSpPr>
        <p:spPr>
          <a:xfrm xmlns:a="http://schemas.openxmlformats.org/drawingml/2006/main">
            <a:off x="4871085" y="3124200"/>
            <a:ext cx="200025" cy="19050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11" name="panel-33">
            <a:extLst xmlns:a="http://schemas.openxmlformats.org/drawingml/2006/main">
              <a:ext uri="{FF2B5EF4-FFF2-40B4-BE49-F238E27FC236}">
                <a16:creationId xmlns:a16="http://schemas.microsoft.com/office/drawing/2014/main" id="{1310F6CF-311F-40BD-BAEC-7FC8845D68A5}"/>
              </a:ext>
            </a:extLst>
          </p:cNvPr>
          <p:cNvSpPr>
            <a:spLocks xmlns:a="http://schemas.openxmlformats.org/drawingml/2006/main" noGrp="1"/>
          </p:cNvSpPr>
          <p:nvPr/>
        </p:nvSpPr>
        <p:spPr>
          <a:xfrm xmlns:a="http://schemas.openxmlformats.org/drawingml/2006/main">
            <a:off x="5109210" y="2362200"/>
            <a:ext cx="1973580" cy="1771650"/>
          </a:xfrm>
          <a:prstGeom xmlns:a="http://schemas.openxmlformats.org/drawingml/2006/main" prst="roundRect">
            <a:avLst>
              <a:gd name="adj" fmla="val 4839"/>
            </a:avLst>
          </a:prstGeom>
          <a:solidFill xmlns:a="http://schemas.openxmlformats.org/drawingml/2006/main">
            <a:srgbClr val="1E293B"/>
          </a:solidFill>
          <a:ln xmlns:a="http://schemas.openxmlformats.org/drawingml/2006/main" w="9525">
            <a:solidFill>
              <a:srgbClr val="334155"/>
            </a:solidFill>
          </a:ln>
        </p:spPr>
      </p:sp>
      <p:sp>
        <p:nvSpPr>
          <p:cNvPr id="12" name="text-34">
            <a:extLst xmlns:a="http://schemas.openxmlformats.org/drawingml/2006/main">
              <a:ext uri="{FF2B5EF4-FFF2-40B4-BE49-F238E27FC236}">
                <a16:creationId xmlns:a16="http://schemas.microsoft.com/office/drawing/2014/main" id="{BC9E7D7A-E52F-4015-BE45-420D5857B07A}"/>
              </a:ext>
            </a:extLst>
          </p:cNvPr>
          <p:cNvSpPr>
            <a:spLocks xmlns:a="http://schemas.openxmlformats.org/drawingml/2006/main" noGrp="1"/>
          </p:cNvSpPr>
          <p:nvPr/>
        </p:nvSpPr>
        <p:spPr>
          <a:xfrm xmlns:a="http://schemas.openxmlformats.org/drawingml/2006/main">
            <a:off x="5252085" y="2638425"/>
            <a:ext cx="168783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025" b="1">
                <a:solidFill>
                  <a:srgbClr val="F8FAFC"/>
                </a:solidFill>
                <a:latin typeface="Apple SD Gothic Neo"/>
                <a:ea typeface="Apple SD Gothic Neo"/>
                <a:cs typeface="Apple SD Gothic Neo"/>
              </a:defRPr>
            </a:defPPr>
            <a:lvl1pPr algn="ctr">
              <a:defRPr sz="2025" b="1">
                <a:solidFill>
                  <a:srgbClr val="F8FAFC"/>
                </a:solidFill>
                <a:latin typeface="Apple SD Gothic Neo"/>
                <a:ea typeface="Apple SD Gothic Neo"/>
                <a:cs typeface="Apple SD Gothic Neo"/>
              </a:defRPr>
            </a:lvl1pPr>
            <a:lvl2pPr algn="ctr">
              <a:defRPr sz="2025" b="1">
                <a:solidFill>
                  <a:srgbClr val="F8FAFC"/>
                </a:solidFill>
                <a:latin typeface="Apple SD Gothic Neo"/>
                <a:ea typeface="Apple SD Gothic Neo"/>
                <a:cs typeface="Apple SD Gothic Neo"/>
              </a:defRPr>
            </a:lvl2pPr>
            <a:lvl3pPr algn="ctr">
              <a:defRPr sz="2025" b="1">
                <a:solidFill>
                  <a:srgbClr val="F8FAFC"/>
                </a:solidFill>
                <a:latin typeface="Apple SD Gothic Neo"/>
                <a:ea typeface="Apple SD Gothic Neo"/>
                <a:cs typeface="Apple SD Gothic Neo"/>
              </a:defRPr>
            </a:lvl3pPr>
            <a:lvl4pPr algn="ctr">
              <a:defRPr sz="2025" b="1">
                <a:solidFill>
                  <a:srgbClr val="F8FAFC"/>
                </a:solidFill>
                <a:latin typeface="Apple SD Gothic Neo"/>
                <a:ea typeface="Apple SD Gothic Neo"/>
                <a:cs typeface="Apple SD Gothic Neo"/>
              </a:defRPr>
            </a:lvl4pPr>
            <a:lvl5pPr algn="ctr">
              <a:defRPr sz="2025" b="1">
                <a:solidFill>
                  <a:srgbClr val="F8FAFC"/>
                </a:solidFill>
                <a:latin typeface="Apple SD Gothic Neo"/>
                <a:ea typeface="Apple SD Gothic Neo"/>
                <a:cs typeface="Apple SD Gothic Neo"/>
              </a:defRPr>
            </a:lvl5pPr>
            <a:lvl6pPr algn="ctr">
              <a:defRPr sz="2025" b="1">
                <a:solidFill>
                  <a:srgbClr val="F8FAFC"/>
                </a:solidFill>
                <a:latin typeface="Apple SD Gothic Neo"/>
                <a:ea typeface="Apple SD Gothic Neo"/>
                <a:cs typeface="Apple SD Gothic Neo"/>
              </a:defRPr>
            </a:lvl6pPr>
            <a:lvl7pPr algn="ctr">
              <a:defRPr sz="2025" b="1">
                <a:solidFill>
                  <a:srgbClr val="F8FAFC"/>
                </a:solidFill>
                <a:latin typeface="Apple SD Gothic Neo"/>
                <a:ea typeface="Apple SD Gothic Neo"/>
                <a:cs typeface="Apple SD Gothic Neo"/>
              </a:defRPr>
            </a:lvl7pPr>
            <a:lvl8pPr algn="ctr">
              <a:defRPr sz="2025" b="1">
                <a:solidFill>
                  <a:srgbClr val="F8FAFC"/>
                </a:solidFill>
                <a:latin typeface="Apple SD Gothic Neo"/>
                <a:ea typeface="Apple SD Gothic Neo"/>
                <a:cs typeface="Apple SD Gothic Neo"/>
              </a:defRPr>
            </a:lvl8pPr>
            <a:lvl9pPr algn="ctr">
              <a:defRPr sz="2025" b="1">
                <a:solidFill>
                  <a:srgbClr val="F8FAFC"/>
                </a:solidFill>
                <a:latin typeface="Apple SD Gothic Neo"/>
                <a:ea typeface="Apple SD Gothic Neo"/>
                <a:cs typeface="Apple SD Gothic Neo"/>
              </a:defRPr>
            </a:lvl9pPr>
          </a:lstStyle>
          <a:p xmlns:a="http://schemas.openxmlformats.org/drawingml/2006/main">
            <a:pPr algn="ctr">
              <a:defRPr sz="2025" b="1">
                <a:solidFill>
                  <a:srgbClr val="F8FAFC"/>
                </a:solidFill>
                <a:latin typeface="Apple SD Gothic Neo"/>
                <a:ea typeface="Apple SD Gothic Neo"/>
                <a:cs typeface="Apple SD Gothic Neo"/>
              </a:defRPr>
            </a:pPr>
            <a:r>
              <a:rPr sz="2025" b="1">
                <a:solidFill>
                  <a:srgbClr val="F8FAFC"/>
                </a:solidFill>
                <a:latin typeface="Apple SD Gothic Neo"/>
                <a:ea typeface="Apple SD Gothic Neo"/>
                <a:cs typeface="Apple SD Gothic Neo"/>
              </a:rPr>
              <a:t>Kafka</a:t>
            </a:r>
          </a:p>
        </p:txBody>
      </p:sp>
      <p:sp>
        <p:nvSpPr>
          <p:cNvPr id="13" name="text-35">
            <a:extLst xmlns:a="http://schemas.openxmlformats.org/drawingml/2006/main">
              <a:ext uri="{FF2B5EF4-FFF2-40B4-BE49-F238E27FC236}">
                <a16:creationId xmlns:a16="http://schemas.microsoft.com/office/drawing/2014/main" id="{173C559A-01D3-4C1B-85B5-57510F2A1BD8}"/>
              </a:ext>
            </a:extLst>
          </p:cNvPr>
          <p:cNvSpPr>
            <a:spLocks xmlns:a="http://schemas.openxmlformats.org/drawingml/2006/main" noGrp="1"/>
          </p:cNvSpPr>
          <p:nvPr/>
        </p:nvSpPr>
        <p:spPr>
          <a:xfrm xmlns:a="http://schemas.openxmlformats.org/drawingml/2006/main">
            <a:off x="5242560" y="3457575"/>
            <a:ext cx="170688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A7B5CA"/>
                </a:solidFill>
                <a:latin typeface="Apple SD Gothic Neo"/>
                <a:ea typeface="Apple SD Gothic Neo"/>
                <a:cs typeface="Apple SD Gothic Neo"/>
              </a:defRPr>
            </a:defPPr>
            <a:lvl1pPr algn="ctr">
              <a:defRPr sz="1725" b="0">
                <a:solidFill>
                  <a:srgbClr val="A7B5CA"/>
                </a:solidFill>
                <a:latin typeface="Apple SD Gothic Neo"/>
                <a:ea typeface="Apple SD Gothic Neo"/>
                <a:cs typeface="Apple SD Gothic Neo"/>
              </a:defRPr>
            </a:lvl1pPr>
            <a:lvl2pPr algn="ctr">
              <a:defRPr sz="1725" b="0">
                <a:solidFill>
                  <a:srgbClr val="A7B5CA"/>
                </a:solidFill>
                <a:latin typeface="Apple SD Gothic Neo"/>
                <a:ea typeface="Apple SD Gothic Neo"/>
                <a:cs typeface="Apple SD Gothic Neo"/>
              </a:defRPr>
            </a:lvl2pPr>
            <a:lvl3pPr algn="ctr">
              <a:defRPr sz="1725" b="0">
                <a:solidFill>
                  <a:srgbClr val="A7B5CA"/>
                </a:solidFill>
                <a:latin typeface="Apple SD Gothic Neo"/>
                <a:ea typeface="Apple SD Gothic Neo"/>
                <a:cs typeface="Apple SD Gothic Neo"/>
              </a:defRPr>
            </a:lvl3pPr>
            <a:lvl4pPr algn="ctr">
              <a:defRPr sz="1725" b="0">
                <a:solidFill>
                  <a:srgbClr val="A7B5CA"/>
                </a:solidFill>
                <a:latin typeface="Apple SD Gothic Neo"/>
                <a:ea typeface="Apple SD Gothic Neo"/>
                <a:cs typeface="Apple SD Gothic Neo"/>
              </a:defRPr>
            </a:lvl4pPr>
            <a:lvl5pPr algn="ctr">
              <a:defRPr sz="1725" b="0">
                <a:solidFill>
                  <a:srgbClr val="A7B5CA"/>
                </a:solidFill>
                <a:latin typeface="Apple SD Gothic Neo"/>
                <a:ea typeface="Apple SD Gothic Neo"/>
                <a:cs typeface="Apple SD Gothic Neo"/>
              </a:defRPr>
            </a:lvl5pPr>
            <a:lvl6pPr algn="ctr">
              <a:defRPr sz="1725" b="0">
                <a:solidFill>
                  <a:srgbClr val="A7B5CA"/>
                </a:solidFill>
                <a:latin typeface="Apple SD Gothic Neo"/>
                <a:ea typeface="Apple SD Gothic Neo"/>
                <a:cs typeface="Apple SD Gothic Neo"/>
              </a:defRPr>
            </a:lvl6pPr>
            <a:lvl7pPr algn="ctr">
              <a:defRPr sz="1725" b="0">
                <a:solidFill>
                  <a:srgbClr val="A7B5CA"/>
                </a:solidFill>
                <a:latin typeface="Apple SD Gothic Neo"/>
                <a:ea typeface="Apple SD Gothic Neo"/>
                <a:cs typeface="Apple SD Gothic Neo"/>
              </a:defRPr>
            </a:lvl7pPr>
            <a:lvl8pPr algn="ctr">
              <a:defRPr sz="1725" b="0">
                <a:solidFill>
                  <a:srgbClr val="A7B5CA"/>
                </a:solidFill>
                <a:latin typeface="Apple SD Gothic Neo"/>
                <a:ea typeface="Apple SD Gothic Neo"/>
                <a:cs typeface="Apple SD Gothic Neo"/>
              </a:defRPr>
            </a:lvl8pPr>
            <a:lvl9pPr algn="ctr">
              <a:defRPr sz="1725" b="0">
                <a:solidFill>
                  <a:srgbClr val="A7B5CA"/>
                </a:solidFill>
                <a:latin typeface="Apple SD Gothic Neo"/>
                <a:ea typeface="Apple SD Gothic Neo"/>
                <a:cs typeface="Apple SD Gothic Neo"/>
              </a:defRPr>
            </a:lvl9pPr>
          </a:lstStyle>
          <a:p xmlns:a="http://schemas.openxmlformats.org/drawingml/2006/main">
            <a:pPr algn="ctr">
              <a:defRPr sz="1725" b="0">
                <a:solidFill>
                  <a:srgbClr val="A7B5CA"/>
                </a:solidFill>
                <a:latin typeface="Apple SD Gothic Neo"/>
                <a:ea typeface="Apple SD Gothic Neo"/>
                <a:cs typeface="Apple SD Gothic Neo"/>
              </a:defRPr>
            </a:pPr>
            <a:r>
              <a:rPr sz="1725" b="0">
                <a:solidFill>
                  <a:srgbClr val="A7B5CA"/>
                </a:solidFill>
                <a:latin typeface="Apple SD Gothic Neo"/>
                <a:ea typeface="Apple SD Gothic Neo"/>
                <a:cs typeface="Apple SD Gothic Neo"/>
              </a:rPr>
              <a:t>key/value · 위치</a:t>
            </a:r>
          </a:p>
        </p:txBody>
      </p:sp>
      <p:sp>
        <p:nvSpPr>
          <p:cNvPr id="14" name="">
            <a:extLst xmlns:a="http://schemas.openxmlformats.org/drawingml/2006/main">
              <a:ext uri="{FF2B5EF4-FFF2-40B4-BE49-F238E27FC236}">
                <a16:creationId xmlns:a16="http://schemas.microsoft.com/office/drawing/2014/main" id="{8ACF4491-4C67-4532-91F3-99286C8FF951}"/>
              </a:ext>
            </a:extLst>
          </p:cNvPr>
          <p:cNvSpPr>
            <a:spLocks xmlns:a="http://schemas.openxmlformats.org/drawingml/2006/main" noGrp="1"/>
          </p:cNvSpPr>
          <p:nvPr/>
        </p:nvSpPr>
        <p:spPr>
          <a:xfrm xmlns:a="http://schemas.openxmlformats.org/drawingml/2006/main">
            <a:off x="7120890" y="3124200"/>
            <a:ext cx="200025" cy="19050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15" name="panel-36">
            <a:extLst xmlns:a="http://schemas.openxmlformats.org/drawingml/2006/main">
              <a:ext uri="{FF2B5EF4-FFF2-40B4-BE49-F238E27FC236}">
                <a16:creationId xmlns:a16="http://schemas.microsoft.com/office/drawing/2014/main" id="{4C883AC8-E1CE-49D2-8A33-38C225BA7D68}"/>
              </a:ext>
            </a:extLst>
          </p:cNvPr>
          <p:cNvSpPr>
            <a:spLocks xmlns:a="http://schemas.openxmlformats.org/drawingml/2006/main" noGrp="1"/>
          </p:cNvSpPr>
          <p:nvPr/>
        </p:nvSpPr>
        <p:spPr>
          <a:xfrm xmlns:a="http://schemas.openxmlformats.org/drawingml/2006/main">
            <a:off x="7359015" y="2362200"/>
            <a:ext cx="1973580" cy="1771650"/>
          </a:xfrm>
          <a:prstGeom xmlns:a="http://schemas.openxmlformats.org/drawingml/2006/main" prst="roundRect">
            <a:avLst>
              <a:gd name="adj" fmla="val 4839"/>
            </a:avLst>
          </a:prstGeom>
          <a:solidFill xmlns:a="http://schemas.openxmlformats.org/drawingml/2006/main">
            <a:srgbClr val="1E293B"/>
          </a:solidFill>
          <a:ln xmlns:a="http://schemas.openxmlformats.org/drawingml/2006/main" w="9525">
            <a:solidFill>
              <a:srgbClr val="334155"/>
            </a:solidFill>
          </a:ln>
        </p:spPr>
      </p:sp>
      <p:sp>
        <p:nvSpPr>
          <p:cNvPr id="16" name="text-37">
            <a:extLst xmlns:a="http://schemas.openxmlformats.org/drawingml/2006/main">
              <a:ext uri="{FF2B5EF4-FFF2-40B4-BE49-F238E27FC236}">
                <a16:creationId xmlns:a16="http://schemas.microsoft.com/office/drawing/2014/main" id="{FEC6D937-AB5D-45A8-94C1-6AB775AC935D}"/>
              </a:ext>
            </a:extLst>
          </p:cNvPr>
          <p:cNvSpPr>
            <a:spLocks xmlns:a="http://schemas.openxmlformats.org/drawingml/2006/main" noGrp="1"/>
          </p:cNvSpPr>
          <p:nvPr/>
        </p:nvSpPr>
        <p:spPr>
          <a:xfrm xmlns:a="http://schemas.openxmlformats.org/drawingml/2006/main">
            <a:off x="7501890" y="2638425"/>
            <a:ext cx="168783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025" b="1">
                <a:solidFill>
                  <a:srgbClr val="F8FAFC"/>
                </a:solidFill>
                <a:latin typeface="Apple SD Gothic Neo"/>
                <a:ea typeface="Apple SD Gothic Neo"/>
                <a:cs typeface="Apple SD Gothic Neo"/>
              </a:defRPr>
            </a:defPPr>
            <a:lvl1pPr algn="ctr">
              <a:defRPr sz="2025" b="1">
                <a:solidFill>
                  <a:srgbClr val="F8FAFC"/>
                </a:solidFill>
                <a:latin typeface="Apple SD Gothic Neo"/>
                <a:ea typeface="Apple SD Gothic Neo"/>
                <a:cs typeface="Apple SD Gothic Neo"/>
              </a:defRPr>
            </a:lvl1pPr>
            <a:lvl2pPr algn="ctr">
              <a:defRPr sz="2025" b="1">
                <a:solidFill>
                  <a:srgbClr val="F8FAFC"/>
                </a:solidFill>
                <a:latin typeface="Apple SD Gothic Neo"/>
                <a:ea typeface="Apple SD Gothic Neo"/>
                <a:cs typeface="Apple SD Gothic Neo"/>
              </a:defRPr>
            </a:lvl2pPr>
            <a:lvl3pPr algn="ctr">
              <a:defRPr sz="2025" b="1">
                <a:solidFill>
                  <a:srgbClr val="F8FAFC"/>
                </a:solidFill>
                <a:latin typeface="Apple SD Gothic Neo"/>
                <a:ea typeface="Apple SD Gothic Neo"/>
                <a:cs typeface="Apple SD Gothic Neo"/>
              </a:defRPr>
            </a:lvl3pPr>
            <a:lvl4pPr algn="ctr">
              <a:defRPr sz="2025" b="1">
                <a:solidFill>
                  <a:srgbClr val="F8FAFC"/>
                </a:solidFill>
                <a:latin typeface="Apple SD Gothic Neo"/>
                <a:ea typeface="Apple SD Gothic Neo"/>
                <a:cs typeface="Apple SD Gothic Neo"/>
              </a:defRPr>
            </a:lvl4pPr>
            <a:lvl5pPr algn="ctr">
              <a:defRPr sz="2025" b="1">
                <a:solidFill>
                  <a:srgbClr val="F8FAFC"/>
                </a:solidFill>
                <a:latin typeface="Apple SD Gothic Neo"/>
                <a:ea typeface="Apple SD Gothic Neo"/>
                <a:cs typeface="Apple SD Gothic Neo"/>
              </a:defRPr>
            </a:lvl5pPr>
            <a:lvl6pPr algn="ctr">
              <a:defRPr sz="2025" b="1">
                <a:solidFill>
                  <a:srgbClr val="F8FAFC"/>
                </a:solidFill>
                <a:latin typeface="Apple SD Gothic Neo"/>
                <a:ea typeface="Apple SD Gothic Neo"/>
                <a:cs typeface="Apple SD Gothic Neo"/>
              </a:defRPr>
            </a:lvl6pPr>
            <a:lvl7pPr algn="ctr">
              <a:defRPr sz="2025" b="1">
                <a:solidFill>
                  <a:srgbClr val="F8FAFC"/>
                </a:solidFill>
                <a:latin typeface="Apple SD Gothic Neo"/>
                <a:ea typeface="Apple SD Gothic Neo"/>
                <a:cs typeface="Apple SD Gothic Neo"/>
              </a:defRPr>
            </a:lvl7pPr>
            <a:lvl8pPr algn="ctr">
              <a:defRPr sz="2025" b="1">
                <a:solidFill>
                  <a:srgbClr val="F8FAFC"/>
                </a:solidFill>
                <a:latin typeface="Apple SD Gothic Neo"/>
                <a:ea typeface="Apple SD Gothic Neo"/>
                <a:cs typeface="Apple SD Gothic Neo"/>
              </a:defRPr>
            </a:lvl8pPr>
            <a:lvl9pPr algn="ctr">
              <a:defRPr sz="2025" b="1">
                <a:solidFill>
                  <a:srgbClr val="F8FAFC"/>
                </a:solidFill>
                <a:latin typeface="Apple SD Gothic Neo"/>
                <a:ea typeface="Apple SD Gothic Neo"/>
                <a:cs typeface="Apple SD Gothic Neo"/>
              </a:defRPr>
            </a:lvl9pPr>
          </a:lstStyle>
          <a:p xmlns:a="http://schemas.openxmlformats.org/drawingml/2006/main">
            <a:pPr algn="ctr">
              <a:defRPr sz="2025" b="1">
                <a:solidFill>
                  <a:srgbClr val="F8FAFC"/>
                </a:solidFill>
                <a:latin typeface="Apple SD Gothic Neo"/>
                <a:ea typeface="Apple SD Gothic Neo"/>
                <a:cs typeface="Apple SD Gothic Neo"/>
              </a:defRPr>
            </a:pPr>
            <a:r>
              <a:rPr sz="2025" b="1">
                <a:solidFill>
                  <a:srgbClr val="F8FAFC"/>
                </a:solidFill>
                <a:latin typeface="Apple SD Gothic Neo"/>
                <a:ea typeface="Apple SD Gothic Neo"/>
                <a:cs typeface="Apple SD Gothic Neo"/>
              </a:rPr>
              <a:t>Flink</a:t>
            </a:r>
          </a:p>
        </p:txBody>
      </p:sp>
      <p:sp>
        <p:nvSpPr>
          <p:cNvPr id="17" name="text-38">
            <a:extLst xmlns:a="http://schemas.openxmlformats.org/drawingml/2006/main">
              <a:ext uri="{FF2B5EF4-FFF2-40B4-BE49-F238E27FC236}">
                <a16:creationId xmlns:a16="http://schemas.microsoft.com/office/drawing/2014/main" id="{380D5638-DCA1-4A44-8C66-3EBAB0FBEA17}"/>
              </a:ext>
            </a:extLst>
          </p:cNvPr>
          <p:cNvSpPr>
            <a:spLocks xmlns:a="http://schemas.openxmlformats.org/drawingml/2006/main" noGrp="1"/>
          </p:cNvSpPr>
          <p:nvPr/>
        </p:nvSpPr>
        <p:spPr>
          <a:xfrm xmlns:a="http://schemas.openxmlformats.org/drawingml/2006/main">
            <a:off x="7492365" y="3457575"/>
            <a:ext cx="170688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A7B5CA"/>
                </a:solidFill>
                <a:latin typeface="Apple SD Gothic Neo"/>
                <a:ea typeface="Apple SD Gothic Neo"/>
                <a:cs typeface="Apple SD Gothic Neo"/>
              </a:defRPr>
            </a:defPPr>
            <a:lvl1pPr algn="ctr">
              <a:defRPr sz="1725" b="0">
                <a:solidFill>
                  <a:srgbClr val="A7B5CA"/>
                </a:solidFill>
                <a:latin typeface="Apple SD Gothic Neo"/>
                <a:ea typeface="Apple SD Gothic Neo"/>
                <a:cs typeface="Apple SD Gothic Neo"/>
              </a:defRPr>
            </a:lvl1pPr>
            <a:lvl2pPr algn="ctr">
              <a:defRPr sz="1725" b="0">
                <a:solidFill>
                  <a:srgbClr val="A7B5CA"/>
                </a:solidFill>
                <a:latin typeface="Apple SD Gothic Neo"/>
                <a:ea typeface="Apple SD Gothic Neo"/>
                <a:cs typeface="Apple SD Gothic Neo"/>
              </a:defRPr>
            </a:lvl2pPr>
            <a:lvl3pPr algn="ctr">
              <a:defRPr sz="1725" b="0">
                <a:solidFill>
                  <a:srgbClr val="A7B5CA"/>
                </a:solidFill>
                <a:latin typeface="Apple SD Gothic Neo"/>
                <a:ea typeface="Apple SD Gothic Neo"/>
                <a:cs typeface="Apple SD Gothic Neo"/>
              </a:defRPr>
            </a:lvl3pPr>
            <a:lvl4pPr algn="ctr">
              <a:defRPr sz="1725" b="0">
                <a:solidFill>
                  <a:srgbClr val="A7B5CA"/>
                </a:solidFill>
                <a:latin typeface="Apple SD Gothic Neo"/>
                <a:ea typeface="Apple SD Gothic Neo"/>
                <a:cs typeface="Apple SD Gothic Neo"/>
              </a:defRPr>
            </a:lvl4pPr>
            <a:lvl5pPr algn="ctr">
              <a:defRPr sz="1725" b="0">
                <a:solidFill>
                  <a:srgbClr val="A7B5CA"/>
                </a:solidFill>
                <a:latin typeface="Apple SD Gothic Neo"/>
                <a:ea typeface="Apple SD Gothic Neo"/>
                <a:cs typeface="Apple SD Gothic Neo"/>
              </a:defRPr>
            </a:lvl5pPr>
            <a:lvl6pPr algn="ctr">
              <a:defRPr sz="1725" b="0">
                <a:solidFill>
                  <a:srgbClr val="A7B5CA"/>
                </a:solidFill>
                <a:latin typeface="Apple SD Gothic Neo"/>
                <a:ea typeface="Apple SD Gothic Neo"/>
                <a:cs typeface="Apple SD Gothic Neo"/>
              </a:defRPr>
            </a:lvl6pPr>
            <a:lvl7pPr algn="ctr">
              <a:defRPr sz="1725" b="0">
                <a:solidFill>
                  <a:srgbClr val="A7B5CA"/>
                </a:solidFill>
                <a:latin typeface="Apple SD Gothic Neo"/>
                <a:ea typeface="Apple SD Gothic Neo"/>
                <a:cs typeface="Apple SD Gothic Neo"/>
              </a:defRPr>
            </a:lvl7pPr>
            <a:lvl8pPr algn="ctr">
              <a:defRPr sz="1725" b="0">
                <a:solidFill>
                  <a:srgbClr val="A7B5CA"/>
                </a:solidFill>
                <a:latin typeface="Apple SD Gothic Neo"/>
                <a:ea typeface="Apple SD Gothic Neo"/>
                <a:cs typeface="Apple SD Gothic Neo"/>
              </a:defRPr>
            </a:lvl8pPr>
            <a:lvl9pPr algn="ctr">
              <a:defRPr sz="1725" b="0">
                <a:solidFill>
                  <a:srgbClr val="A7B5CA"/>
                </a:solidFill>
                <a:latin typeface="Apple SD Gothic Neo"/>
                <a:ea typeface="Apple SD Gothic Neo"/>
                <a:cs typeface="Apple SD Gothic Neo"/>
              </a:defRPr>
            </a:lvl9pPr>
          </a:lstStyle>
          <a:p xmlns:a="http://schemas.openxmlformats.org/drawingml/2006/main">
            <a:pPr algn="ctr">
              <a:defRPr sz="1725" b="0">
                <a:solidFill>
                  <a:srgbClr val="A7B5CA"/>
                </a:solidFill>
                <a:latin typeface="Apple SD Gothic Neo"/>
                <a:ea typeface="Apple SD Gothic Neo"/>
                <a:cs typeface="Apple SD Gothic Neo"/>
              </a:defRPr>
            </a:pPr>
            <a:r>
              <a:rPr sz="1725" b="0">
                <a:solidFill>
                  <a:srgbClr val="A7B5CA"/>
                </a:solidFill>
                <a:latin typeface="Apple SD Gothic Neo"/>
                <a:ea typeface="Apple SD Gothic Neo"/>
                <a:cs typeface="Apple SD Gothic Neo"/>
              </a:rPr>
              <a:t>원문 append</a:t>
            </a:r>
          </a:p>
        </p:txBody>
      </p:sp>
      <p:sp>
        <p:nvSpPr>
          <p:cNvPr id="18" name="">
            <a:extLst xmlns:a="http://schemas.openxmlformats.org/drawingml/2006/main">
              <a:ext uri="{FF2B5EF4-FFF2-40B4-BE49-F238E27FC236}">
                <a16:creationId xmlns:a16="http://schemas.microsoft.com/office/drawing/2014/main" id="{F9F57872-79F5-4D57-8558-40C827FB9799}"/>
              </a:ext>
            </a:extLst>
          </p:cNvPr>
          <p:cNvSpPr>
            <a:spLocks xmlns:a="http://schemas.openxmlformats.org/drawingml/2006/main" noGrp="1"/>
          </p:cNvSpPr>
          <p:nvPr/>
        </p:nvSpPr>
        <p:spPr>
          <a:xfrm xmlns:a="http://schemas.openxmlformats.org/drawingml/2006/main">
            <a:off x="9370695" y="3124200"/>
            <a:ext cx="200025" cy="19050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19" name="panel-39">
            <a:extLst xmlns:a="http://schemas.openxmlformats.org/drawingml/2006/main">
              <a:ext uri="{FF2B5EF4-FFF2-40B4-BE49-F238E27FC236}">
                <a16:creationId xmlns:a16="http://schemas.microsoft.com/office/drawing/2014/main" id="{3874A641-05D0-4043-BA16-C42B7E0658F0}"/>
              </a:ext>
            </a:extLst>
          </p:cNvPr>
          <p:cNvSpPr>
            <a:spLocks xmlns:a="http://schemas.openxmlformats.org/drawingml/2006/main" noGrp="1"/>
          </p:cNvSpPr>
          <p:nvPr/>
        </p:nvSpPr>
        <p:spPr>
          <a:xfrm xmlns:a="http://schemas.openxmlformats.org/drawingml/2006/main">
            <a:off x="9608820" y="2362200"/>
            <a:ext cx="1973580" cy="1771650"/>
          </a:xfrm>
          <a:prstGeom xmlns:a="http://schemas.openxmlformats.org/drawingml/2006/main" prst="roundRect">
            <a:avLst>
              <a:gd name="adj" fmla="val 4839"/>
            </a:avLst>
          </a:prstGeom>
          <a:solidFill xmlns:a="http://schemas.openxmlformats.org/drawingml/2006/main">
            <a:srgbClr val="1E293B"/>
          </a:solidFill>
          <a:ln xmlns:a="http://schemas.openxmlformats.org/drawingml/2006/main" w="9525">
            <a:solidFill>
              <a:srgbClr val="22D3EE"/>
            </a:solidFill>
          </a:ln>
        </p:spPr>
      </p:sp>
      <p:sp>
        <p:nvSpPr>
          <p:cNvPr id="20" name="text-40">
            <a:extLst xmlns:a="http://schemas.openxmlformats.org/drawingml/2006/main">
              <a:ext uri="{FF2B5EF4-FFF2-40B4-BE49-F238E27FC236}">
                <a16:creationId xmlns:a16="http://schemas.microsoft.com/office/drawing/2014/main" id="{5A566097-B347-49C8-800E-275CB1B07F58}"/>
              </a:ext>
            </a:extLst>
          </p:cNvPr>
          <p:cNvSpPr>
            <a:spLocks xmlns:a="http://schemas.openxmlformats.org/drawingml/2006/main" noGrp="1"/>
          </p:cNvSpPr>
          <p:nvPr/>
        </p:nvSpPr>
        <p:spPr>
          <a:xfrm xmlns:a="http://schemas.openxmlformats.org/drawingml/2006/main">
            <a:off x="9751695" y="2638425"/>
            <a:ext cx="168783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025" b="1">
                <a:solidFill>
                  <a:srgbClr val="22D3EE"/>
                </a:solidFill>
                <a:latin typeface="Apple SD Gothic Neo"/>
                <a:ea typeface="Apple SD Gothic Neo"/>
                <a:cs typeface="Apple SD Gothic Neo"/>
              </a:defRPr>
            </a:defPPr>
            <a:lvl1pPr algn="ctr">
              <a:defRPr sz="2025" b="1">
                <a:solidFill>
                  <a:srgbClr val="22D3EE"/>
                </a:solidFill>
                <a:latin typeface="Apple SD Gothic Neo"/>
                <a:ea typeface="Apple SD Gothic Neo"/>
                <a:cs typeface="Apple SD Gothic Neo"/>
              </a:defRPr>
            </a:lvl1pPr>
            <a:lvl2pPr algn="ctr">
              <a:defRPr sz="2025" b="1">
                <a:solidFill>
                  <a:srgbClr val="22D3EE"/>
                </a:solidFill>
                <a:latin typeface="Apple SD Gothic Neo"/>
                <a:ea typeface="Apple SD Gothic Neo"/>
                <a:cs typeface="Apple SD Gothic Neo"/>
              </a:defRPr>
            </a:lvl2pPr>
            <a:lvl3pPr algn="ctr">
              <a:defRPr sz="2025" b="1">
                <a:solidFill>
                  <a:srgbClr val="22D3EE"/>
                </a:solidFill>
                <a:latin typeface="Apple SD Gothic Neo"/>
                <a:ea typeface="Apple SD Gothic Neo"/>
                <a:cs typeface="Apple SD Gothic Neo"/>
              </a:defRPr>
            </a:lvl3pPr>
            <a:lvl4pPr algn="ctr">
              <a:defRPr sz="2025" b="1">
                <a:solidFill>
                  <a:srgbClr val="22D3EE"/>
                </a:solidFill>
                <a:latin typeface="Apple SD Gothic Neo"/>
                <a:ea typeface="Apple SD Gothic Neo"/>
                <a:cs typeface="Apple SD Gothic Neo"/>
              </a:defRPr>
            </a:lvl4pPr>
            <a:lvl5pPr algn="ctr">
              <a:defRPr sz="2025" b="1">
                <a:solidFill>
                  <a:srgbClr val="22D3EE"/>
                </a:solidFill>
                <a:latin typeface="Apple SD Gothic Neo"/>
                <a:ea typeface="Apple SD Gothic Neo"/>
                <a:cs typeface="Apple SD Gothic Neo"/>
              </a:defRPr>
            </a:lvl5pPr>
            <a:lvl6pPr algn="ctr">
              <a:defRPr sz="2025" b="1">
                <a:solidFill>
                  <a:srgbClr val="22D3EE"/>
                </a:solidFill>
                <a:latin typeface="Apple SD Gothic Neo"/>
                <a:ea typeface="Apple SD Gothic Neo"/>
                <a:cs typeface="Apple SD Gothic Neo"/>
              </a:defRPr>
            </a:lvl6pPr>
            <a:lvl7pPr algn="ctr">
              <a:defRPr sz="2025" b="1">
                <a:solidFill>
                  <a:srgbClr val="22D3EE"/>
                </a:solidFill>
                <a:latin typeface="Apple SD Gothic Neo"/>
                <a:ea typeface="Apple SD Gothic Neo"/>
                <a:cs typeface="Apple SD Gothic Neo"/>
              </a:defRPr>
            </a:lvl7pPr>
            <a:lvl8pPr algn="ctr">
              <a:defRPr sz="2025" b="1">
                <a:solidFill>
                  <a:srgbClr val="22D3EE"/>
                </a:solidFill>
                <a:latin typeface="Apple SD Gothic Neo"/>
                <a:ea typeface="Apple SD Gothic Neo"/>
                <a:cs typeface="Apple SD Gothic Neo"/>
              </a:defRPr>
            </a:lvl8pPr>
            <a:lvl9pPr algn="ctr">
              <a:defRPr sz="2025" b="1">
                <a:solidFill>
                  <a:srgbClr val="22D3EE"/>
                </a:solidFill>
                <a:latin typeface="Apple SD Gothic Neo"/>
                <a:ea typeface="Apple SD Gothic Neo"/>
                <a:cs typeface="Apple SD Gothic Neo"/>
              </a:defRPr>
            </a:lvl9pPr>
          </a:lstStyle>
          <a:p xmlns:a="http://schemas.openxmlformats.org/drawingml/2006/main">
            <a:pPr algn="ctr">
              <a:defRPr sz="2025" b="1">
                <a:solidFill>
                  <a:srgbClr val="22D3EE"/>
                </a:solidFill>
                <a:latin typeface="Apple SD Gothic Neo"/>
                <a:ea typeface="Apple SD Gothic Neo"/>
                <a:cs typeface="Apple SD Gothic Neo"/>
              </a:defRPr>
            </a:pPr>
            <a:r>
              <a:rPr sz="2025" b="1">
                <a:solidFill>
                  <a:srgbClr val="22D3EE"/>
                </a:solidFill>
                <a:latin typeface="Apple SD Gothic Neo"/>
                <a:ea typeface="Apple SD Gothic Neo"/>
                <a:cs typeface="Apple SD Gothic Neo"/>
              </a:rPr>
              <a:t>Iceberg Bronze</a:t>
            </a:r>
          </a:p>
        </p:txBody>
      </p:sp>
      <p:sp>
        <p:nvSpPr>
          <p:cNvPr id="21" name="text-41">
            <a:extLst xmlns:a="http://schemas.openxmlformats.org/drawingml/2006/main">
              <a:ext uri="{FF2B5EF4-FFF2-40B4-BE49-F238E27FC236}">
                <a16:creationId xmlns:a16="http://schemas.microsoft.com/office/drawing/2014/main" id="{BD1C58EB-26A7-484F-91F1-4ACAD268B191}"/>
              </a:ext>
            </a:extLst>
          </p:cNvPr>
          <p:cNvSpPr>
            <a:spLocks xmlns:a="http://schemas.openxmlformats.org/drawingml/2006/main" noGrp="1"/>
          </p:cNvSpPr>
          <p:nvPr/>
        </p:nvSpPr>
        <p:spPr>
          <a:xfrm xmlns:a="http://schemas.openxmlformats.org/drawingml/2006/main">
            <a:off x="9742170" y="3457575"/>
            <a:ext cx="170688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A7B5CA"/>
                </a:solidFill>
                <a:latin typeface="Apple SD Gothic Neo"/>
                <a:ea typeface="Apple SD Gothic Neo"/>
                <a:cs typeface="Apple SD Gothic Neo"/>
              </a:defRPr>
            </a:defPPr>
            <a:lvl1pPr algn="ctr">
              <a:defRPr sz="1725" b="0">
                <a:solidFill>
                  <a:srgbClr val="A7B5CA"/>
                </a:solidFill>
                <a:latin typeface="Apple SD Gothic Neo"/>
                <a:ea typeface="Apple SD Gothic Neo"/>
                <a:cs typeface="Apple SD Gothic Neo"/>
              </a:defRPr>
            </a:lvl1pPr>
            <a:lvl2pPr algn="ctr">
              <a:defRPr sz="1725" b="0">
                <a:solidFill>
                  <a:srgbClr val="A7B5CA"/>
                </a:solidFill>
                <a:latin typeface="Apple SD Gothic Neo"/>
                <a:ea typeface="Apple SD Gothic Neo"/>
                <a:cs typeface="Apple SD Gothic Neo"/>
              </a:defRPr>
            </a:lvl2pPr>
            <a:lvl3pPr algn="ctr">
              <a:defRPr sz="1725" b="0">
                <a:solidFill>
                  <a:srgbClr val="A7B5CA"/>
                </a:solidFill>
                <a:latin typeface="Apple SD Gothic Neo"/>
                <a:ea typeface="Apple SD Gothic Neo"/>
                <a:cs typeface="Apple SD Gothic Neo"/>
              </a:defRPr>
            </a:lvl3pPr>
            <a:lvl4pPr algn="ctr">
              <a:defRPr sz="1725" b="0">
                <a:solidFill>
                  <a:srgbClr val="A7B5CA"/>
                </a:solidFill>
                <a:latin typeface="Apple SD Gothic Neo"/>
                <a:ea typeface="Apple SD Gothic Neo"/>
                <a:cs typeface="Apple SD Gothic Neo"/>
              </a:defRPr>
            </a:lvl4pPr>
            <a:lvl5pPr algn="ctr">
              <a:defRPr sz="1725" b="0">
                <a:solidFill>
                  <a:srgbClr val="A7B5CA"/>
                </a:solidFill>
                <a:latin typeface="Apple SD Gothic Neo"/>
                <a:ea typeface="Apple SD Gothic Neo"/>
                <a:cs typeface="Apple SD Gothic Neo"/>
              </a:defRPr>
            </a:lvl5pPr>
            <a:lvl6pPr algn="ctr">
              <a:defRPr sz="1725" b="0">
                <a:solidFill>
                  <a:srgbClr val="A7B5CA"/>
                </a:solidFill>
                <a:latin typeface="Apple SD Gothic Neo"/>
                <a:ea typeface="Apple SD Gothic Neo"/>
                <a:cs typeface="Apple SD Gothic Neo"/>
              </a:defRPr>
            </a:lvl6pPr>
            <a:lvl7pPr algn="ctr">
              <a:defRPr sz="1725" b="0">
                <a:solidFill>
                  <a:srgbClr val="A7B5CA"/>
                </a:solidFill>
                <a:latin typeface="Apple SD Gothic Neo"/>
                <a:ea typeface="Apple SD Gothic Neo"/>
                <a:cs typeface="Apple SD Gothic Neo"/>
              </a:defRPr>
            </a:lvl7pPr>
            <a:lvl8pPr algn="ctr">
              <a:defRPr sz="1725" b="0">
                <a:solidFill>
                  <a:srgbClr val="A7B5CA"/>
                </a:solidFill>
                <a:latin typeface="Apple SD Gothic Neo"/>
                <a:ea typeface="Apple SD Gothic Neo"/>
                <a:cs typeface="Apple SD Gothic Neo"/>
              </a:defRPr>
            </a:lvl8pPr>
            <a:lvl9pPr algn="ctr">
              <a:defRPr sz="1725" b="0">
                <a:solidFill>
                  <a:srgbClr val="A7B5CA"/>
                </a:solidFill>
                <a:latin typeface="Apple SD Gothic Neo"/>
                <a:ea typeface="Apple SD Gothic Neo"/>
                <a:cs typeface="Apple SD Gothic Neo"/>
              </a:defRPr>
            </a:lvl9pPr>
          </a:lstStyle>
          <a:p xmlns:a="http://schemas.openxmlformats.org/drawingml/2006/main">
            <a:pPr algn="ctr">
              <a:defRPr sz="1725" b="0">
                <a:solidFill>
                  <a:srgbClr val="A7B5CA"/>
                </a:solidFill>
                <a:latin typeface="Apple SD Gothic Neo"/>
                <a:ea typeface="Apple SD Gothic Neo"/>
                <a:cs typeface="Apple SD Gothic Neo"/>
              </a:defRPr>
            </a:pPr>
            <a:r>
              <a:rPr sz="1725" b="0">
                <a:solidFill>
                  <a:srgbClr val="A7B5CA"/>
                </a:solidFill>
                <a:latin typeface="Apple SD Gothic Neo"/>
                <a:ea typeface="Apple SD Gothic Neo"/>
                <a:cs typeface="Apple SD Gothic Neo"/>
              </a:rPr>
              <a:t>SQL · 저장 파일</a:t>
            </a:r>
          </a:p>
        </p:txBody>
      </p:sp>
      <p:sp>
        <p:nvSpPr>
          <p:cNvPr id="22" name="panel-42">
            <a:extLst xmlns:a="http://schemas.openxmlformats.org/drawingml/2006/main">
              <a:ext uri="{FF2B5EF4-FFF2-40B4-BE49-F238E27FC236}">
                <a16:creationId xmlns:a16="http://schemas.microsoft.com/office/drawing/2014/main" id="{7191F72D-0813-4221-BAB3-9A86F1F7F342}"/>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3" name="text-43">
            <a:extLst xmlns:a="http://schemas.openxmlformats.org/drawingml/2006/main">
              <a:ext uri="{FF2B5EF4-FFF2-40B4-BE49-F238E27FC236}">
                <a16:creationId xmlns:a16="http://schemas.microsoft.com/office/drawing/2014/main" id="{4449A489-FDDA-43F8-AEE5-86192624E58B}"/>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Spark SQL은 Bronze를 읽는 데 사용합니다</a:t>
            </a:r>
          </a:p>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Silver·Gold 변환과 dbt 구현은 후속 회차입니다</a:t>
            </a:r>
          </a:p>
        </p:txBody>
      </p:sp>
      <p:sp>
        <p:nvSpPr>
          <p:cNvPr id="24" name="">
            <a:extLst xmlns:a="http://schemas.openxmlformats.org/drawingml/2006/main">
              <a:ext uri="{FF2B5EF4-FFF2-40B4-BE49-F238E27FC236}">
                <a16:creationId xmlns:a16="http://schemas.microsoft.com/office/drawing/2014/main" id="{2DED7CCB-E841-497C-8472-573F2C07F86D}"/>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25" name="text-44">
            <a:extLst xmlns:a="http://schemas.openxmlformats.org/drawingml/2006/main">
              <a:ext uri="{FF2B5EF4-FFF2-40B4-BE49-F238E27FC236}">
                <a16:creationId xmlns:a16="http://schemas.microsoft.com/office/drawing/2014/main" id="{8DEFE5D0-EAF6-4A6B-A347-D11F1D5C642B}"/>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26" name="text-45">
            <a:extLst xmlns:a="http://schemas.openxmlformats.org/drawingml/2006/main">
              <a:ext uri="{FF2B5EF4-FFF2-40B4-BE49-F238E27FC236}">
                <a16:creationId xmlns:a16="http://schemas.microsoft.com/office/drawing/2014/main" id="{B637CA98-5CAB-44FF-8F91-553B13C8B5E5}"/>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04</a:t>
            </a:r>
          </a:p>
        </p:txBody>
      </p:sp>
    </p:spTree>
    <p:extLst>
      <p:ext uri="{BB962C8B-B14F-4D97-AF65-F5344CB8AC3E}">
        <p14:creationId xmlns:p14="http://schemas.microsoft.com/office/powerpoint/2010/main" val="1779360137"/>
      </p:ext>
    </p:extLst>
  </p:cSld>
</p:sld>
</file>

<file path=ppt/slides/slide5.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삭제한 환불은 어디에 남을까요?</a:t>
            </a:r>
          </a:p>
        </p:txBody>
      </p:sp>
      <p:graphicFrame>
        <p:nvGraphicFramePr>
          <p:cNvPr id="3" name="">
            <a:extLst xmlns:a="http://schemas.openxmlformats.org/drawingml/2006/main">
              <a:ext uri="{FF2B5EF4-FFF2-40B4-BE49-F238E27FC236}">
                <a16:creationId xmlns:a16="http://schemas.microsoft.com/office/drawing/2014/main" id="{36FE2DD7-BA72-44D5-AAD2-B6E31FA72CDB}"/>
              </a:ext>
            </a:extLst>
          </p:cNvPr>
          <p:cNvGraphicFramePr/>
          <p:nvPr/>
        </p:nvGraphicFramePr>
        <p:xfrm>
          <a:off xmlns:a="http://schemas.openxmlformats.org/drawingml/2006/main" x="609600" y="1809750"/>
          <a:ext xmlns:a="http://schemas.openxmlformats.org/drawingml/2006/main" cx="10972800" cy="3333750"/>
        </p:xfrm>
        <a:graphic xmlns:a="http://schemas.openxmlformats.org/drawingml/2006/main">
          <a:graphicData uri="http://schemas.openxmlformats.org/drawingml/2006/table">
            <a:tbl>
              <a:tblPr/>
              <a:tblGrid>
                <a:gridCol w="2286000"/>
                <a:gridCol w="3476625"/>
                <a:gridCol w="5210175"/>
              </a:tblGrid>
              <a:tr h="833438">
                <a:tc>
                  <a:txBody>
                    <a:bodyPr/>
                    <a:lstStyle/>
                    <a:p>
                      <a:r>
                        <a:rPr sz="1800" b="1">
                          <a:solidFill>
                            <a:srgbClr val="22D3EE"/>
                          </a:solidFill>
                          <a:latin typeface="Apple SD Gothic Neo"/>
                          <a:ea typeface="Apple SD Gothic Neo"/>
                          <a:cs typeface="Apple SD Gothic Neo"/>
                        </a:rPr>
                        <a:t>단계</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00" b="1">
                          <a:solidFill>
                            <a:srgbClr val="22D3EE"/>
                          </a:solidFill>
                          <a:latin typeface="Apple SD Gothic Neo"/>
                          <a:ea typeface="Apple SD Gothic Neo"/>
                          <a:cs typeface="Apple SD Gothic Neo"/>
                        </a:rPr>
                        <a:t>원천 PostgreSQL</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00" b="1">
                          <a:solidFill>
                            <a:srgbClr val="22D3EE"/>
                          </a:solidFill>
                          <a:latin typeface="Apple SD Gothic Neo"/>
                          <a:ea typeface="Apple SD Gothic Neo"/>
                          <a:cs typeface="Apple SD Gothic Neo"/>
                        </a:rPr>
                        <a:t>Kafka value / Bronze payload</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833438">
                <a:tc>
                  <a:txBody>
                    <a:bodyPr/>
                    <a:lstStyle/>
                    <a:p>
                      <a:r>
                        <a:rPr sz="1800">
                          <a:solidFill>
                            <a:srgbClr val="F8FAFC"/>
                          </a:solidFill>
                          <a:latin typeface="Apple SD Gothic Neo"/>
                          <a:ea typeface="Apple SD Gothic Neo"/>
                          <a:cs typeface="Apple SD Gothic Neo"/>
                        </a:rPr>
                        <a:t>INSERT</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1행 · 20,000원</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c · after.amount = 20000</a:t>
                      </a:r>
                    </a:p>
                  </a:txBody>
                  <a:tcPr marL="152400" marR="152400" marT="95250" marB="95250">
                    <a:lnR w="9525">
                      <a:solidFill>
                        <a:srgbClr val="334155"/>
                      </a:solidFill>
                      <a:prstDash val="solid"/>
                    </a:lnR>
                    <a:lnB w="9525">
                      <a:solidFill>
                        <a:srgbClr val="334155"/>
                      </a:solidFill>
                      <a:prstDash val="solid"/>
                    </a:lnB>
                    <a:solidFill>
                      <a:srgbClr val="1E293B"/>
                    </a:solidFill>
                  </a:tcPr>
                </a:tc>
              </a:tr>
              <a:tr h="833438">
                <a:tc>
                  <a:txBody>
                    <a:bodyPr/>
                    <a:lstStyle/>
                    <a:p>
                      <a:r>
                        <a:rPr sz="1800">
                          <a:solidFill>
                            <a:srgbClr val="F8FAFC"/>
                          </a:solidFill>
                          <a:latin typeface="Apple SD Gothic Neo"/>
                          <a:ea typeface="Apple SD Gothic Neo"/>
                          <a:cs typeface="Apple SD Gothic Neo"/>
                        </a:rPr>
                        <a:t>UPDATE</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1행 · 30,000원</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u · before 20000 → after 30000</a:t>
                      </a:r>
                    </a:p>
                  </a:txBody>
                  <a:tcPr marL="152400" marR="152400" marT="95250" marB="95250">
                    <a:lnR w="9525">
                      <a:solidFill>
                        <a:srgbClr val="334155"/>
                      </a:solidFill>
                      <a:prstDash val="solid"/>
                    </a:lnR>
                    <a:lnB w="9525">
                      <a:solidFill>
                        <a:srgbClr val="334155"/>
                      </a:solidFill>
                      <a:prstDash val="solid"/>
                    </a:lnB>
                    <a:solidFill>
                      <a:srgbClr val="1E293B"/>
                    </a:solidFill>
                  </a:tcPr>
                </a:tc>
              </a:tr>
              <a:tr h="833438">
                <a:tc>
                  <a:txBody>
                    <a:bodyPr/>
                    <a:lstStyle/>
                    <a:p>
                      <a:r>
                        <a:rPr sz="1800">
                          <a:solidFill>
                            <a:srgbClr val="F8FAFC"/>
                          </a:solidFill>
                          <a:latin typeface="Apple SD Gothic Neo"/>
                          <a:ea typeface="Apple SD Gothic Neo"/>
                          <a:cs typeface="Apple SD Gothic Neo"/>
                        </a:rPr>
                        <a:t>DELETE</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0행</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d · before 30000 → after null</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4" name="panel-48">
            <a:extLst xmlns:a="http://schemas.openxmlformats.org/drawingml/2006/main">
              <a:ext uri="{FF2B5EF4-FFF2-40B4-BE49-F238E27FC236}">
                <a16:creationId xmlns:a16="http://schemas.microsoft.com/office/drawing/2014/main" id="{F0B58CE5-53B8-46C8-9108-0164FE7799AF}"/>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5" name="text-49">
            <a:extLst xmlns:a="http://schemas.openxmlformats.org/drawingml/2006/main">
              <a:ext uri="{FF2B5EF4-FFF2-40B4-BE49-F238E27FC236}">
                <a16:creationId xmlns:a16="http://schemas.microsoft.com/office/drawing/2014/main" id="{5F1272AE-B9EF-43DF-A938-C18105BFA801}"/>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같은 PK의 c/u/d는 서로 다른 변경 이력입니다</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05</a:t>
            </a:r>
          </a:p>
        </p:txBody>
      </p:sp>
    </p:spTree>
    <p:extLst>
      <p:ext uri="{BB962C8B-B14F-4D97-AF65-F5344CB8AC3E}">
        <p14:creationId xmlns:p14="http://schemas.microsoft.com/office/powerpoint/2010/main" val="1899261296"/>
      </p:ext>
    </p:extLst>
  </p:cSld>
</p:sld>
</file>

<file path=ppt/slides/slide6.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1" name="text-52">
            <a:extLst xmlns:a="http://schemas.openxmlformats.org/drawingml/2006/main">
              <a:ext uri="{FF2B5EF4-FFF2-40B4-BE49-F238E27FC236}">
                <a16:creationId xmlns:a16="http://schemas.microsoft.com/office/drawing/2014/main" id="{63D18357-7201-48D7-A7AD-97FCCEB0433E}"/>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53">
            <a:extLst xmlns:a="http://schemas.openxmlformats.org/drawingml/2006/main">
              <a:ext uri="{FF2B5EF4-FFF2-40B4-BE49-F238E27FC236}">
                <a16:creationId xmlns:a16="http://schemas.microsoft.com/office/drawing/2014/main" id="{902E3B0E-EA5A-4303-9BFE-F862E68AC431}"/>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Bronze에서 같은 환불의 세 이력 조회</a:t>
            </a:r>
          </a:p>
        </p:txBody>
      </p:sp>
      <p:sp>
        <p:nvSpPr>
          <p:cNvPr id="3" name="text-54">
            <a:extLst xmlns:a="http://schemas.openxmlformats.org/drawingml/2006/main">
              <a:ext uri="{FF2B5EF4-FFF2-40B4-BE49-F238E27FC236}">
                <a16:creationId xmlns:a16="http://schemas.microsoft.com/office/drawing/2014/main" id="{9936E93D-E0A8-462B-94F7-2304ACE2213B}"/>
              </a:ext>
            </a:extLst>
          </p:cNvPr>
          <p:cNvSpPr>
            <a:spLocks xmlns:a="http://schemas.openxmlformats.org/drawingml/2006/main" noGrp="1"/>
          </p:cNvSpPr>
          <p:nvPr/>
        </p:nvSpPr>
        <p:spPr>
          <a:xfrm xmlns:a="http://schemas.openxmlformats.org/drawingml/2006/main">
            <a:off x="609600" y="161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Spark SQL · lake.bronze.cdc_events</a:t>
            </a:r>
          </a:p>
        </p:txBody>
      </p:sp>
      <p:sp>
        <p:nvSpPr>
          <p:cNvPr id="4" name="panel-55">
            <a:extLst xmlns:a="http://schemas.openxmlformats.org/drawingml/2006/main">
              <a:ext uri="{FF2B5EF4-FFF2-40B4-BE49-F238E27FC236}">
                <a16:creationId xmlns:a16="http://schemas.microsoft.com/office/drawing/2014/main" id="{E35C00DE-4F9C-47FB-A2D8-688BF69AD2F4}"/>
              </a:ext>
            </a:extLst>
          </p:cNvPr>
          <p:cNvSpPr>
            <a:spLocks xmlns:a="http://schemas.openxmlformats.org/drawingml/2006/main" noGrp="1"/>
          </p:cNvSpPr>
          <p:nvPr/>
        </p:nvSpPr>
        <p:spPr>
          <a:xfrm xmlns:a="http://schemas.openxmlformats.org/drawingml/2006/main">
            <a:off x="609600" y="2000250"/>
            <a:ext cx="10972800" cy="3314700"/>
          </a:xfrm>
          <a:prstGeom xmlns:a="http://schemas.openxmlformats.org/drawingml/2006/main" prst="roundRect">
            <a:avLst>
              <a:gd name="adj" fmla="val 2586"/>
            </a:avLst>
          </a:prstGeom>
          <a:solidFill xmlns:a="http://schemas.openxmlformats.org/drawingml/2006/main">
            <a:srgbClr val="0B1220"/>
          </a:solidFill>
          <a:ln xmlns:a="http://schemas.openxmlformats.org/drawingml/2006/main" w="9525">
            <a:solidFill>
              <a:srgbClr val="334155"/>
            </a:solidFill>
          </a:ln>
        </p:spPr>
      </p:sp>
      <p:sp>
        <p:nvSpPr>
          <p:cNvPr id="5" name="text-56">
            <a:extLst xmlns:a="http://schemas.openxmlformats.org/drawingml/2006/main">
              <a:ext uri="{FF2B5EF4-FFF2-40B4-BE49-F238E27FC236}">
                <a16:creationId xmlns:a16="http://schemas.microsoft.com/office/drawing/2014/main" id="{8399E71D-C3CD-4452-B1FA-93F9127A7274}"/>
              </a:ext>
            </a:extLst>
          </p:cNvPr>
          <p:cNvSpPr>
            <a:spLocks xmlns:a="http://schemas.openxmlformats.org/drawingml/2006/main" noGrp="1"/>
          </p:cNvSpPr>
          <p:nvPr/>
        </p:nvSpPr>
        <p:spPr>
          <a:xfrm xmlns:a="http://schemas.openxmlformats.org/drawingml/2006/main">
            <a:off x="819150" y="2171700"/>
            <a:ext cx="10553700" cy="3009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8FAFC"/>
                </a:solidFill>
                <a:latin typeface="D2Coding"/>
                <a:ea typeface="D2Coding"/>
                <a:cs typeface="D2Coding"/>
              </a:defRPr>
            </a:defPPr>
            <a:lvl1pPr algn="l">
              <a:defRPr sz="1725" b="0">
                <a:solidFill>
                  <a:srgbClr val="F8FAFC"/>
                </a:solidFill>
                <a:latin typeface="D2Coding"/>
                <a:ea typeface="D2Coding"/>
                <a:cs typeface="D2Coding"/>
              </a:defRPr>
            </a:lvl1pPr>
            <a:lvl2pPr algn="l">
              <a:defRPr sz="1725" b="0">
                <a:solidFill>
                  <a:srgbClr val="F8FAFC"/>
                </a:solidFill>
                <a:latin typeface="D2Coding"/>
                <a:ea typeface="D2Coding"/>
                <a:cs typeface="D2Coding"/>
              </a:defRPr>
            </a:lvl2pPr>
            <a:lvl3pPr algn="l">
              <a:defRPr sz="1725" b="0">
                <a:solidFill>
                  <a:srgbClr val="F8FAFC"/>
                </a:solidFill>
                <a:latin typeface="D2Coding"/>
                <a:ea typeface="D2Coding"/>
                <a:cs typeface="D2Coding"/>
              </a:defRPr>
            </a:lvl3pPr>
            <a:lvl4pPr algn="l">
              <a:defRPr sz="1725" b="0">
                <a:solidFill>
                  <a:srgbClr val="F8FAFC"/>
                </a:solidFill>
                <a:latin typeface="D2Coding"/>
                <a:ea typeface="D2Coding"/>
                <a:cs typeface="D2Coding"/>
              </a:defRPr>
            </a:lvl4pPr>
            <a:lvl5pPr algn="l">
              <a:defRPr sz="1725" b="0">
                <a:solidFill>
                  <a:srgbClr val="F8FAFC"/>
                </a:solidFill>
                <a:latin typeface="D2Coding"/>
                <a:ea typeface="D2Coding"/>
                <a:cs typeface="D2Coding"/>
              </a:defRPr>
            </a:lvl5pPr>
            <a:lvl6pPr algn="l">
              <a:defRPr sz="1725" b="0">
                <a:solidFill>
                  <a:srgbClr val="F8FAFC"/>
                </a:solidFill>
                <a:latin typeface="D2Coding"/>
                <a:ea typeface="D2Coding"/>
                <a:cs typeface="D2Coding"/>
              </a:defRPr>
            </a:lvl6pPr>
            <a:lvl7pPr algn="l">
              <a:defRPr sz="1725" b="0">
                <a:solidFill>
                  <a:srgbClr val="F8FAFC"/>
                </a:solidFill>
                <a:latin typeface="D2Coding"/>
                <a:ea typeface="D2Coding"/>
                <a:cs typeface="D2Coding"/>
              </a:defRPr>
            </a:lvl7pPr>
            <a:lvl8pPr algn="l">
              <a:defRPr sz="1725" b="0">
                <a:solidFill>
                  <a:srgbClr val="F8FAFC"/>
                </a:solidFill>
                <a:latin typeface="D2Coding"/>
                <a:ea typeface="D2Coding"/>
                <a:cs typeface="D2Coding"/>
              </a:defRPr>
            </a:lvl8pPr>
            <a:lvl9pPr algn="l">
              <a:defRPr sz="1725" b="0">
                <a:solidFill>
                  <a:srgbClr val="F8FAFC"/>
                </a:solidFill>
                <a:latin typeface="D2Coding"/>
                <a:ea typeface="D2Coding"/>
                <a:cs typeface="D2Coding"/>
              </a:defRPr>
            </a:lvl9pPr>
          </a:lstStyle>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SELECT get_json_object(payload, '$.op') AS op,</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       get_json_object(payload, '$.before.amount') AS before_amount,</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       get_json_object(payload, '$.after.amount') AS after_amount,</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       topic, partition_id, kafka_offset, _file</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FROM lake.bronze.cdc_events</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WHERE topic = 'cdc.public.refunds'</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  AND (get_json_object(payload, '$.after.refund_id') = '&lt;환불_ID&gt;'</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    OR get_json_object(payload, '$.before.refund_id') = '&lt;환불_ID&gt;')</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ORDER BY partition_id, kafka_offset;</a:t>
            </a:r>
          </a:p>
        </p:txBody>
      </p:sp>
      <p:sp>
        <p:nvSpPr>
          <p:cNvPr id="6" name="panel-57">
            <a:extLst xmlns:a="http://schemas.openxmlformats.org/drawingml/2006/main">
              <a:ext uri="{FF2B5EF4-FFF2-40B4-BE49-F238E27FC236}">
                <a16:creationId xmlns:a16="http://schemas.microsoft.com/office/drawing/2014/main" id="{D8DEEA75-30F2-4FCD-90BD-17D598F201F7}"/>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7" name="text-58">
            <a:extLst xmlns:a="http://schemas.openxmlformats.org/drawingml/2006/main">
              <a:ext uri="{FF2B5EF4-FFF2-40B4-BE49-F238E27FC236}">
                <a16:creationId xmlns:a16="http://schemas.microsoft.com/office/drawing/2014/main" id="{0169E4AC-9085-4D7F-8F0B-199BFB58E620}"/>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DELETE는 after가 null입니다. before의 PK도 조건에 포함합니다</a:t>
            </a:r>
          </a:p>
        </p:txBody>
      </p:sp>
      <p:sp>
        <p:nvSpPr>
          <p:cNvPr id="8" name="">
            <a:extLst xmlns:a="http://schemas.openxmlformats.org/drawingml/2006/main">
              <a:ext uri="{FF2B5EF4-FFF2-40B4-BE49-F238E27FC236}">
                <a16:creationId xmlns:a16="http://schemas.microsoft.com/office/drawing/2014/main" id="{FB331501-FF7B-44ED-9CAD-4E20FB238C1F}"/>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9" name="text-59">
            <a:extLst xmlns:a="http://schemas.openxmlformats.org/drawingml/2006/main">
              <a:ext uri="{FF2B5EF4-FFF2-40B4-BE49-F238E27FC236}">
                <a16:creationId xmlns:a16="http://schemas.microsoft.com/office/drawing/2014/main" id="{83252AA2-68FD-413E-B0F8-388CE23BC26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10" name="text-60">
            <a:extLst xmlns:a="http://schemas.openxmlformats.org/drawingml/2006/main">
              <a:ext uri="{FF2B5EF4-FFF2-40B4-BE49-F238E27FC236}">
                <a16:creationId xmlns:a16="http://schemas.microsoft.com/office/drawing/2014/main" id="{ACC7635D-D264-4008-B7B6-4BF08634FFA0}"/>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06</a:t>
            </a:r>
          </a:p>
        </p:txBody>
      </p:sp>
    </p:spTree>
    <p:extLst>
      <p:ext uri="{BB962C8B-B14F-4D97-AF65-F5344CB8AC3E}">
        <p14:creationId xmlns:p14="http://schemas.microsoft.com/office/powerpoint/2010/main" val="1305995437"/>
      </p:ext>
    </p:extLst>
  </p:cSld>
</p:sld>
</file>

<file path=ppt/slides/slide7.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61">
            <a:extLst xmlns:a="http://schemas.openxmlformats.org/drawingml/2006/main">
              <a:ext uri="{FF2B5EF4-FFF2-40B4-BE49-F238E27FC236}">
                <a16:creationId xmlns:a16="http://schemas.microsoft.com/office/drawing/2014/main" id="{48E0EEB5-BEC9-449C-9E04-6A8D783CFB30}"/>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62">
            <a:extLst xmlns:a="http://schemas.openxmlformats.org/drawingml/2006/main">
              <a:ext uri="{FF2B5EF4-FFF2-40B4-BE49-F238E27FC236}">
                <a16:creationId xmlns:a16="http://schemas.microsoft.com/office/drawing/2014/main" id="{D5BB2613-C6DB-4106-AB60-00DCBCBDFC67}"/>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조회 결과를 이렇게 대조합니다</a:t>
            </a:r>
          </a:p>
        </p:txBody>
      </p:sp>
      <p:graphicFrame>
        <p:nvGraphicFramePr>
          <p:cNvPr id="3" name="">
            <a:extLst xmlns:a="http://schemas.openxmlformats.org/drawingml/2006/main">
              <a:ext uri="{FF2B5EF4-FFF2-40B4-BE49-F238E27FC236}">
                <a16:creationId xmlns:a16="http://schemas.microsoft.com/office/drawing/2014/main" id="{90AB9A49-E330-4FBC-B341-07333671A7FD}"/>
              </a:ext>
            </a:extLst>
          </p:cNvPr>
          <p:cNvGraphicFramePr/>
          <p:nvPr/>
        </p:nvGraphicFramePr>
        <p:xfrm>
          <a:off xmlns:a="http://schemas.openxmlformats.org/drawingml/2006/main" x="609600" y="1809750"/>
          <a:ext xmlns:a="http://schemas.openxmlformats.org/drawingml/2006/main" cx="10972800" cy="3333750"/>
        </p:xfrm>
        <a:graphic xmlns:a="http://schemas.openxmlformats.org/drawingml/2006/main">
          <a:graphicData uri="http://schemas.openxmlformats.org/drawingml/2006/table">
            <a:tbl>
              <a:tblPr/>
              <a:tblGrid>
                <a:gridCol w="3219450"/>
                <a:gridCol w="7753350"/>
              </a:tblGrid>
              <a:tr h="666750">
                <a:tc>
                  <a:txBody>
                    <a:bodyPr/>
                    <a:lstStyle/>
                    <a:p>
                      <a:r>
                        <a:rPr sz="1800" b="1">
                          <a:solidFill>
                            <a:srgbClr val="22D3EE"/>
                          </a:solidFill>
                          <a:latin typeface="Apple SD Gothic Neo"/>
                          <a:ea typeface="Apple SD Gothic Neo"/>
                          <a:cs typeface="Apple SD Gothic Neo"/>
                        </a:rPr>
                        <a:t>확인할 것</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00" b="1">
                          <a:solidFill>
                            <a:srgbClr val="22D3EE"/>
                          </a:solidFill>
                          <a:latin typeface="Apple SD Gothic Neo"/>
                          <a:ea typeface="Apple SD Gothic Neo"/>
                          <a:cs typeface="Apple SD Gothic Neo"/>
                        </a:rPr>
                        <a:t>판단할 근거</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666750">
                <a:tc>
                  <a:txBody>
                    <a:bodyPr/>
                    <a:lstStyle/>
                    <a:p>
                      <a:r>
                        <a:rPr sz="1800">
                          <a:solidFill>
                            <a:srgbClr val="F8FAFC"/>
                          </a:solidFill>
                          <a:latin typeface="Apple SD Gothic Neo"/>
                          <a:ea typeface="Apple SD Gothic Neo"/>
                          <a:cs typeface="Apple SD Gothic Neo"/>
                        </a:rPr>
                        <a:t>같은 환불인가</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before / after의 refund_id</a:t>
                      </a:r>
                    </a:p>
                  </a:txBody>
                  <a:tcPr marL="152400" marR="152400" marT="95250" marB="95250">
                    <a:lnR w="9525">
                      <a:solidFill>
                        <a:srgbClr val="334155"/>
                      </a:solidFill>
                      <a:prstDash val="solid"/>
                    </a:lnR>
                    <a:lnB w="9525">
                      <a:solidFill>
                        <a:srgbClr val="334155"/>
                      </a:solidFill>
                      <a:prstDash val="solid"/>
                    </a:lnB>
                    <a:solidFill>
                      <a:srgbClr val="1E293B"/>
                    </a:solidFill>
                  </a:tcPr>
                </a:tc>
              </a:tr>
              <a:tr h="666750">
                <a:tc>
                  <a:txBody>
                    <a:bodyPr/>
                    <a:lstStyle/>
                    <a:p>
                      <a:r>
                        <a:rPr sz="1800">
                          <a:solidFill>
                            <a:srgbClr val="F8FAFC"/>
                          </a:solidFill>
                          <a:latin typeface="Apple SD Gothic Neo"/>
                          <a:ea typeface="Apple SD Gothic Neo"/>
                          <a:cs typeface="Apple SD Gothic Neo"/>
                        </a:rPr>
                        <a:t>변경 내용이 맞는가</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op와 20,000 → 30,000 → 삭제</a:t>
                      </a:r>
                    </a:p>
                  </a:txBody>
                  <a:tcPr marL="152400" marR="152400" marT="95250" marB="95250">
                    <a:lnR w="9525">
                      <a:solidFill>
                        <a:srgbClr val="334155"/>
                      </a:solidFill>
                      <a:prstDash val="solid"/>
                    </a:lnR>
                    <a:lnB w="9525">
                      <a:solidFill>
                        <a:srgbClr val="334155"/>
                      </a:solidFill>
                      <a:prstDash val="solid"/>
                    </a:lnB>
                    <a:solidFill>
                      <a:srgbClr val="1E293B"/>
                    </a:solidFill>
                  </a:tcPr>
                </a:tc>
              </a:tr>
              <a:tr h="666750">
                <a:tc>
                  <a:txBody>
                    <a:bodyPr/>
                    <a:lstStyle/>
                    <a:p>
                      <a:r>
                        <a:rPr sz="1800">
                          <a:solidFill>
                            <a:srgbClr val="F8FAFC"/>
                          </a:solidFill>
                          <a:latin typeface="Apple SD Gothic Neo"/>
                          <a:ea typeface="Apple SD Gothic Neo"/>
                          <a:cs typeface="Apple SD Gothic Neo"/>
                        </a:rPr>
                        <a:t>어느 메시지인가</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topic + partition_id + kafka_offset</a:t>
                      </a:r>
                    </a:p>
                  </a:txBody>
                  <a:tcPr marL="152400" marR="152400" marT="95250" marB="95250">
                    <a:lnR w="9525">
                      <a:solidFill>
                        <a:srgbClr val="334155"/>
                      </a:solidFill>
                      <a:prstDash val="solid"/>
                    </a:lnR>
                    <a:lnB w="9525">
                      <a:solidFill>
                        <a:srgbClr val="334155"/>
                      </a:solidFill>
                      <a:prstDash val="solid"/>
                    </a:lnB>
                    <a:solidFill>
                      <a:srgbClr val="1E293B"/>
                    </a:solidFill>
                  </a:tcPr>
                </a:tc>
              </a:tr>
              <a:tr h="666750">
                <a:tc>
                  <a:txBody>
                    <a:bodyPr/>
                    <a:lstStyle/>
                    <a:p>
                      <a:r>
                        <a:rPr sz="1800">
                          <a:solidFill>
                            <a:srgbClr val="F8FAFC"/>
                          </a:solidFill>
                          <a:latin typeface="Apple SD Gothic Neo"/>
                          <a:ea typeface="Apple SD Gothic Neo"/>
                          <a:cs typeface="Apple SD Gothic Neo"/>
                        </a:rPr>
                        <a:t>어느 파일에 있는가</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각 행의 _file 경로</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4" name="panel-63">
            <a:extLst xmlns:a="http://schemas.openxmlformats.org/drawingml/2006/main">
              <a:ext uri="{FF2B5EF4-FFF2-40B4-BE49-F238E27FC236}">
                <a16:creationId xmlns:a16="http://schemas.microsoft.com/office/drawing/2014/main" id="{5F2851D0-810A-4754-9C0A-8550C8B0B724}"/>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5" name="text-64">
            <a:extLst xmlns:a="http://schemas.openxmlformats.org/drawingml/2006/main">
              <a:ext uri="{FF2B5EF4-FFF2-40B4-BE49-F238E27FC236}">
                <a16:creationId xmlns:a16="http://schemas.microsoft.com/office/drawing/2014/main" id="{95F2B582-8B4F-41B9-B682-C9FC95E8F383}"/>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오늘의 관찰은 이번 키의 결과입니다. 전체 데이터의 무누락 보장은 아닙니다</a:t>
            </a:r>
          </a:p>
        </p:txBody>
      </p:sp>
      <p:sp>
        <p:nvSpPr>
          <p:cNvPr id="6" name="">
            <a:extLst xmlns:a="http://schemas.openxmlformats.org/drawingml/2006/main">
              <a:ext uri="{FF2B5EF4-FFF2-40B4-BE49-F238E27FC236}">
                <a16:creationId xmlns:a16="http://schemas.microsoft.com/office/drawing/2014/main" id="{9BFEEC33-9594-4F34-BFEF-FE4CDC8BC680}"/>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65">
            <a:extLst xmlns:a="http://schemas.openxmlformats.org/drawingml/2006/main">
              <a:ext uri="{FF2B5EF4-FFF2-40B4-BE49-F238E27FC236}">
                <a16:creationId xmlns:a16="http://schemas.microsoft.com/office/drawing/2014/main" id="{1B5E0F4C-1B64-41F5-AAF5-FB55560FC4BE}"/>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8" name="text-66">
            <a:extLst xmlns:a="http://schemas.openxmlformats.org/drawingml/2006/main">
              <a:ext uri="{FF2B5EF4-FFF2-40B4-BE49-F238E27FC236}">
                <a16:creationId xmlns:a16="http://schemas.microsoft.com/office/drawing/2014/main" id="{615622C4-C968-4832-AF46-38F93AAA12BF}"/>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07</a:t>
            </a:r>
          </a:p>
        </p:txBody>
      </p:sp>
    </p:spTree>
    <p:extLst>
      <p:ext uri="{BB962C8B-B14F-4D97-AF65-F5344CB8AC3E}">
        <p14:creationId xmlns:p14="http://schemas.microsoft.com/office/powerpoint/2010/main" val="10334840"/>
      </p:ext>
    </p:extLst>
  </p:cSld>
</p:sld>
</file>

<file path=ppt/slides/slide8.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1" name="text-67">
            <a:extLst xmlns:a="http://schemas.openxmlformats.org/drawingml/2006/main">
              <a:ext uri="{FF2B5EF4-FFF2-40B4-BE49-F238E27FC236}">
                <a16:creationId xmlns:a16="http://schemas.microsoft.com/office/drawing/2014/main" id="{A3519D50-F8B9-4BCC-80D1-757D62BAB83E}"/>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68">
            <a:extLst xmlns:a="http://schemas.openxmlformats.org/drawingml/2006/main">
              <a:ext uri="{FF2B5EF4-FFF2-40B4-BE49-F238E27FC236}">
                <a16:creationId xmlns:a16="http://schemas.microsoft.com/office/drawing/2014/main" id="{A4A08799-0DCE-4313-8FE1-CF6FE06546E4}"/>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현재 테이블이 참조하는 파일 확인</a:t>
            </a:r>
          </a:p>
        </p:txBody>
      </p:sp>
      <p:sp>
        <p:nvSpPr>
          <p:cNvPr id="3" name="text-69">
            <a:extLst xmlns:a="http://schemas.openxmlformats.org/drawingml/2006/main">
              <a:ext uri="{FF2B5EF4-FFF2-40B4-BE49-F238E27FC236}">
                <a16:creationId xmlns:a16="http://schemas.microsoft.com/office/drawing/2014/main" id="{90848B3C-D308-46AB-9BF9-BDD913B897A8}"/>
              </a:ext>
            </a:extLst>
          </p:cNvPr>
          <p:cNvSpPr>
            <a:spLocks xmlns:a="http://schemas.openxmlformats.org/drawingml/2006/main" noGrp="1"/>
          </p:cNvSpPr>
          <p:nvPr/>
        </p:nvSpPr>
        <p:spPr>
          <a:xfrm xmlns:a="http://schemas.openxmlformats.org/drawingml/2006/main">
            <a:off x="609600" y="161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Spark SQL · Iceberg files 메타데이터 테이블</a:t>
            </a:r>
          </a:p>
        </p:txBody>
      </p:sp>
      <p:sp>
        <p:nvSpPr>
          <p:cNvPr id="4" name="panel-70">
            <a:extLst xmlns:a="http://schemas.openxmlformats.org/drawingml/2006/main">
              <a:ext uri="{FF2B5EF4-FFF2-40B4-BE49-F238E27FC236}">
                <a16:creationId xmlns:a16="http://schemas.microsoft.com/office/drawing/2014/main" id="{B5BC696E-2D32-4AB7-823F-7BB86157EE1D}"/>
              </a:ext>
            </a:extLst>
          </p:cNvPr>
          <p:cNvSpPr>
            <a:spLocks xmlns:a="http://schemas.openxmlformats.org/drawingml/2006/main" noGrp="1"/>
          </p:cNvSpPr>
          <p:nvPr/>
        </p:nvSpPr>
        <p:spPr>
          <a:xfrm xmlns:a="http://schemas.openxmlformats.org/drawingml/2006/main">
            <a:off x="609600" y="2000250"/>
            <a:ext cx="10972800" cy="3314700"/>
          </a:xfrm>
          <a:prstGeom xmlns:a="http://schemas.openxmlformats.org/drawingml/2006/main" prst="roundRect">
            <a:avLst>
              <a:gd name="adj" fmla="val 2586"/>
            </a:avLst>
          </a:prstGeom>
          <a:solidFill xmlns:a="http://schemas.openxmlformats.org/drawingml/2006/main">
            <a:srgbClr val="0B1220"/>
          </a:solidFill>
          <a:ln xmlns:a="http://schemas.openxmlformats.org/drawingml/2006/main" w="9525">
            <a:solidFill>
              <a:srgbClr val="334155"/>
            </a:solidFill>
          </a:ln>
        </p:spPr>
      </p:sp>
      <p:sp>
        <p:nvSpPr>
          <p:cNvPr id="5" name="text-71">
            <a:extLst xmlns:a="http://schemas.openxmlformats.org/drawingml/2006/main">
              <a:ext uri="{FF2B5EF4-FFF2-40B4-BE49-F238E27FC236}">
                <a16:creationId xmlns:a16="http://schemas.microsoft.com/office/drawing/2014/main" id="{B6618537-F426-4DE7-BE68-76AF93ABA823}"/>
              </a:ext>
            </a:extLst>
          </p:cNvPr>
          <p:cNvSpPr>
            <a:spLocks xmlns:a="http://schemas.openxmlformats.org/drawingml/2006/main" noGrp="1"/>
          </p:cNvSpPr>
          <p:nvPr/>
        </p:nvSpPr>
        <p:spPr>
          <a:xfrm xmlns:a="http://schemas.openxmlformats.org/drawingml/2006/main">
            <a:off x="819150" y="2171700"/>
            <a:ext cx="10553700" cy="3009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8FAFC"/>
                </a:solidFill>
                <a:latin typeface="D2Coding"/>
                <a:ea typeface="D2Coding"/>
                <a:cs typeface="D2Coding"/>
              </a:defRPr>
            </a:defPPr>
            <a:lvl1pPr algn="l">
              <a:defRPr sz="1725" b="0">
                <a:solidFill>
                  <a:srgbClr val="F8FAFC"/>
                </a:solidFill>
                <a:latin typeface="D2Coding"/>
                <a:ea typeface="D2Coding"/>
                <a:cs typeface="D2Coding"/>
              </a:defRPr>
            </a:lvl1pPr>
            <a:lvl2pPr algn="l">
              <a:defRPr sz="1725" b="0">
                <a:solidFill>
                  <a:srgbClr val="F8FAFC"/>
                </a:solidFill>
                <a:latin typeface="D2Coding"/>
                <a:ea typeface="D2Coding"/>
                <a:cs typeface="D2Coding"/>
              </a:defRPr>
            </a:lvl2pPr>
            <a:lvl3pPr algn="l">
              <a:defRPr sz="1725" b="0">
                <a:solidFill>
                  <a:srgbClr val="F8FAFC"/>
                </a:solidFill>
                <a:latin typeface="D2Coding"/>
                <a:ea typeface="D2Coding"/>
                <a:cs typeface="D2Coding"/>
              </a:defRPr>
            </a:lvl3pPr>
            <a:lvl4pPr algn="l">
              <a:defRPr sz="1725" b="0">
                <a:solidFill>
                  <a:srgbClr val="F8FAFC"/>
                </a:solidFill>
                <a:latin typeface="D2Coding"/>
                <a:ea typeface="D2Coding"/>
                <a:cs typeface="D2Coding"/>
              </a:defRPr>
            </a:lvl4pPr>
            <a:lvl5pPr algn="l">
              <a:defRPr sz="1725" b="0">
                <a:solidFill>
                  <a:srgbClr val="F8FAFC"/>
                </a:solidFill>
                <a:latin typeface="D2Coding"/>
                <a:ea typeface="D2Coding"/>
                <a:cs typeface="D2Coding"/>
              </a:defRPr>
            </a:lvl5pPr>
            <a:lvl6pPr algn="l">
              <a:defRPr sz="1725" b="0">
                <a:solidFill>
                  <a:srgbClr val="F8FAFC"/>
                </a:solidFill>
                <a:latin typeface="D2Coding"/>
                <a:ea typeface="D2Coding"/>
                <a:cs typeface="D2Coding"/>
              </a:defRPr>
            </a:lvl6pPr>
            <a:lvl7pPr algn="l">
              <a:defRPr sz="1725" b="0">
                <a:solidFill>
                  <a:srgbClr val="F8FAFC"/>
                </a:solidFill>
                <a:latin typeface="D2Coding"/>
                <a:ea typeface="D2Coding"/>
                <a:cs typeface="D2Coding"/>
              </a:defRPr>
            </a:lvl7pPr>
            <a:lvl8pPr algn="l">
              <a:defRPr sz="1725" b="0">
                <a:solidFill>
                  <a:srgbClr val="F8FAFC"/>
                </a:solidFill>
                <a:latin typeface="D2Coding"/>
                <a:ea typeface="D2Coding"/>
                <a:cs typeface="D2Coding"/>
              </a:defRPr>
            </a:lvl8pPr>
            <a:lvl9pPr algn="l">
              <a:defRPr sz="1725" b="0">
                <a:solidFill>
                  <a:srgbClr val="F8FAFC"/>
                </a:solidFill>
                <a:latin typeface="D2Coding"/>
                <a:ea typeface="D2Coding"/>
                <a:cs typeface="D2Coding"/>
              </a:defRPr>
            </a:lvl9pPr>
          </a:lstStyle>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SELECT file_path, file_format, record_count, file_size_in_bytes</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FROM lake.bronze.cdc_events.files</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WHERE content = 0</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ORDER BY file_path;</a:t>
            </a:r>
          </a:p>
        </p:txBody>
      </p:sp>
      <p:sp>
        <p:nvSpPr>
          <p:cNvPr id="6" name="panel-72">
            <a:extLst xmlns:a="http://schemas.openxmlformats.org/drawingml/2006/main">
              <a:ext uri="{FF2B5EF4-FFF2-40B4-BE49-F238E27FC236}">
                <a16:creationId xmlns:a16="http://schemas.microsoft.com/office/drawing/2014/main" id="{B7E8C47E-C88B-4D50-88B0-05F0A4655CB8}"/>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7" name="text-73">
            <a:extLst xmlns:a="http://schemas.openxmlformats.org/drawingml/2006/main">
              <a:ext uri="{FF2B5EF4-FFF2-40B4-BE49-F238E27FC236}">
                <a16:creationId xmlns:a16="http://schemas.microsoft.com/office/drawing/2014/main" id="{602ECE82-E540-4EDF-8F5D-4FD189D72D2F}"/>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_file 경로와 files.file_path를 연결해 실제 데이터 파일을 고릅니다</a:t>
            </a:r>
          </a:p>
        </p:txBody>
      </p:sp>
      <p:sp>
        <p:nvSpPr>
          <p:cNvPr id="8" name="">
            <a:extLst xmlns:a="http://schemas.openxmlformats.org/drawingml/2006/main">
              <a:ext uri="{FF2B5EF4-FFF2-40B4-BE49-F238E27FC236}">
                <a16:creationId xmlns:a16="http://schemas.microsoft.com/office/drawing/2014/main" id="{E8F0EE2C-4C9D-4D42-9D50-94339AE2DE94}"/>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9" name="text-74">
            <a:extLst xmlns:a="http://schemas.openxmlformats.org/drawingml/2006/main">
              <a:ext uri="{FF2B5EF4-FFF2-40B4-BE49-F238E27FC236}">
                <a16:creationId xmlns:a16="http://schemas.microsoft.com/office/drawing/2014/main" id="{F86A517D-9B4D-4124-AC78-642EF3651B01}"/>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10" name="text-75">
            <a:extLst xmlns:a="http://schemas.openxmlformats.org/drawingml/2006/main">
              <a:ext uri="{FF2B5EF4-FFF2-40B4-BE49-F238E27FC236}">
                <a16:creationId xmlns:a16="http://schemas.microsoft.com/office/drawing/2014/main" id="{F3C077AA-EDF8-4BFB-AC84-32F26D57D1A0}"/>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08</a:t>
            </a:r>
          </a:p>
        </p:txBody>
      </p:sp>
    </p:spTree>
    <p:extLst>
      <p:ext uri="{BB962C8B-B14F-4D97-AF65-F5344CB8AC3E}">
        <p14:creationId xmlns:p14="http://schemas.microsoft.com/office/powerpoint/2010/main" val="1573672480"/>
      </p:ext>
    </p:extLst>
  </p:cSld>
</p:sld>
</file>

<file path=ppt/slides/slide9.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23" name="text-76">
            <a:extLst xmlns:a="http://schemas.openxmlformats.org/drawingml/2006/main">
              <a:ext uri="{FF2B5EF4-FFF2-40B4-BE49-F238E27FC236}">
                <a16:creationId xmlns:a16="http://schemas.microsoft.com/office/drawing/2014/main" id="{91536528-62A7-4107-B6A2-DDB403BFBFB2}"/>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77">
            <a:extLst xmlns:a="http://schemas.openxmlformats.org/drawingml/2006/main">
              <a:ext uri="{FF2B5EF4-FFF2-40B4-BE49-F238E27FC236}">
                <a16:creationId xmlns:a16="http://schemas.microsoft.com/office/drawing/2014/main" id="{6505C4E4-AE9A-4C26-A981-8608D4DFAC34}"/>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Parquet 파일의 내용까지 확인</a:t>
            </a:r>
          </a:p>
        </p:txBody>
      </p:sp>
      <p:sp>
        <p:nvSpPr>
          <p:cNvPr id="3" name="panel-78">
            <a:extLst xmlns:a="http://schemas.openxmlformats.org/drawingml/2006/main">
              <a:ext uri="{FF2B5EF4-FFF2-40B4-BE49-F238E27FC236}">
                <a16:creationId xmlns:a16="http://schemas.microsoft.com/office/drawing/2014/main" id="{DEC3DCB3-E969-4E0A-826F-7C21B158DEC7}"/>
              </a:ext>
            </a:extLst>
          </p:cNvPr>
          <p:cNvSpPr>
            <a:spLocks xmlns:a="http://schemas.openxmlformats.org/drawingml/2006/main" noGrp="1"/>
          </p:cNvSpPr>
          <p:nvPr/>
        </p:nvSpPr>
        <p:spPr>
          <a:xfrm xmlns:a="http://schemas.openxmlformats.org/drawingml/2006/main">
            <a:off x="609600" y="2362200"/>
            <a:ext cx="2536031" cy="1771650"/>
          </a:xfrm>
          <a:prstGeom xmlns:a="http://schemas.openxmlformats.org/drawingml/2006/main" prst="roundRect">
            <a:avLst>
              <a:gd name="adj" fmla="val 4839"/>
            </a:avLst>
          </a:prstGeom>
          <a:solidFill xmlns:a="http://schemas.openxmlformats.org/drawingml/2006/main">
            <a:srgbClr val="1E293B"/>
          </a:solidFill>
          <a:ln xmlns:a="http://schemas.openxmlformats.org/drawingml/2006/main" w="9525">
            <a:solidFill>
              <a:srgbClr val="334155"/>
            </a:solidFill>
          </a:ln>
        </p:spPr>
      </p:sp>
      <p:sp>
        <p:nvSpPr>
          <p:cNvPr id="4" name="text-79">
            <a:extLst xmlns:a="http://schemas.openxmlformats.org/drawingml/2006/main">
              <a:ext uri="{FF2B5EF4-FFF2-40B4-BE49-F238E27FC236}">
                <a16:creationId xmlns:a16="http://schemas.microsoft.com/office/drawing/2014/main" id="{87A25B43-6470-4CBD-9A40-BEBF94C77570}"/>
              </a:ext>
            </a:extLst>
          </p:cNvPr>
          <p:cNvSpPr>
            <a:spLocks xmlns:a="http://schemas.openxmlformats.org/drawingml/2006/main" noGrp="1"/>
          </p:cNvSpPr>
          <p:nvPr/>
        </p:nvSpPr>
        <p:spPr>
          <a:xfrm xmlns:a="http://schemas.openxmlformats.org/drawingml/2006/main">
            <a:off x="752475" y="2638425"/>
            <a:ext cx="2250281"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250" b="1">
                <a:solidFill>
                  <a:srgbClr val="F8FAFC"/>
                </a:solidFill>
                <a:latin typeface="Apple SD Gothic Neo"/>
                <a:ea typeface="Apple SD Gothic Neo"/>
                <a:cs typeface="Apple SD Gothic Neo"/>
              </a:defRPr>
            </a:defPPr>
            <a:lvl1pPr algn="ctr">
              <a:defRPr sz="2250" b="1">
                <a:solidFill>
                  <a:srgbClr val="F8FAFC"/>
                </a:solidFill>
                <a:latin typeface="Apple SD Gothic Neo"/>
                <a:ea typeface="Apple SD Gothic Neo"/>
                <a:cs typeface="Apple SD Gothic Neo"/>
              </a:defRPr>
            </a:lvl1pPr>
            <a:lvl2pPr algn="ctr">
              <a:defRPr sz="2250" b="1">
                <a:solidFill>
                  <a:srgbClr val="F8FAFC"/>
                </a:solidFill>
                <a:latin typeface="Apple SD Gothic Neo"/>
                <a:ea typeface="Apple SD Gothic Neo"/>
                <a:cs typeface="Apple SD Gothic Neo"/>
              </a:defRPr>
            </a:lvl2pPr>
            <a:lvl3pPr algn="ctr">
              <a:defRPr sz="2250" b="1">
                <a:solidFill>
                  <a:srgbClr val="F8FAFC"/>
                </a:solidFill>
                <a:latin typeface="Apple SD Gothic Neo"/>
                <a:ea typeface="Apple SD Gothic Neo"/>
                <a:cs typeface="Apple SD Gothic Neo"/>
              </a:defRPr>
            </a:lvl3pPr>
            <a:lvl4pPr algn="ctr">
              <a:defRPr sz="2250" b="1">
                <a:solidFill>
                  <a:srgbClr val="F8FAFC"/>
                </a:solidFill>
                <a:latin typeface="Apple SD Gothic Neo"/>
                <a:ea typeface="Apple SD Gothic Neo"/>
                <a:cs typeface="Apple SD Gothic Neo"/>
              </a:defRPr>
            </a:lvl4pPr>
            <a:lvl5pPr algn="ctr">
              <a:defRPr sz="2250" b="1">
                <a:solidFill>
                  <a:srgbClr val="F8FAFC"/>
                </a:solidFill>
                <a:latin typeface="Apple SD Gothic Neo"/>
                <a:ea typeface="Apple SD Gothic Neo"/>
                <a:cs typeface="Apple SD Gothic Neo"/>
              </a:defRPr>
            </a:lvl5pPr>
            <a:lvl6pPr algn="ctr">
              <a:defRPr sz="2250" b="1">
                <a:solidFill>
                  <a:srgbClr val="F8FAFC"/>
                </a:solidFill>
                <a:latin typeface="Apple SD Gothic Neo"/>
                <a:ea typeface="Apple SD Gothic Neo"/>
                <a:cs typeface="Apple SD Gothic Neo"/>
              </a:defRPr>
            </a:lvl6pPr>
            <a:lvl7pPr algn="ctr">
              <a:defRPr sz="2250" b="1">
                <a:solidFill>
                  <a:srgbClr val="F8FAFC"/>
                </a:solidFill>
                <a:latin typeface="Apple SD Gothic Neo"/>
                <a:ea typeface="Apple SD Gothic Neo"/>
                <a:cs typeface="Apple SD Gothic Neo"/>
              </a:defRPr>
            </a:lvl7pPr>
            <a:lvl8pPr algn="ctr">
              <a:defRPr sz="2250" b="1">
                <a:solidFill>
                  <a:srgbClr val="F8FAFC"/>
                </a:solidFill>
                <a:latin typeface="Apple SD Gothic Neo"/>
                <a:ea typeface="Apple SD Gothic Neo"/>
                <a:cs typeface="Apple SD Gothic Neo"/>
              </a:defRPr>
            </a:lvl8pPr>
            <a:lvl9pPr algn="ctr">
              <a:defRPr sz="2250" b="1">
                <a:solidFill>
                  <a:srgbClr val="F8FAFC"/>
                </a:solidFill>
                <a:latin typeface="Apple SD Gothic Neo"/>
                <a:ea typeface="Apple SD Gothic Neo"/>
                <a:cs typeface="Apple SD Gothic Neo"/>
              </a:defRPr>
            </a:lvl9pPr>
          </a:lstStyle>
          <a:p xmlns:a="http://schemas.openxmlformats.org/drawingml/2006/main">
            <a:pPr algn="ctr">
              <a:defRPr sz="2250" b="1">
                <a:solidFill>
                  <a:srgbClr val="F8FAFC"/>
                </a:solidFill>
                <a:latin typeface="Apple SD Gothic Neo"/>
                <a:ea typeface="Apple SD Gothic Neo"/>
                <a:cs typeface="Apple SD Gothic Neo"/>
              </a:defRPr>
            </a:pPr>
            <a:r>
              <a:rPr sz="2250" b="1">
                <a:solidFill>
                  <a:srgbClr val="F8FAFC"/>
                </a:solidFill>
                <a:latin typeface="Apple SD Gothic Neo"/>
                <a:ea typeface="Apple SD Gothic Neo"/>
                <a:cs typeface="Apple SD Gothic Neo"/>
              </a:rPr>
              <a:t>Bronze SQL</a:t>
            </a:r>
          </a:p>
        </p:txBody>
      </p:sp>
      <p:sp>
        <p:nvSpPr>
          <p:cNvPr id="5" name="text-80">
            <a:extLst xmlns:a="http://schemas.openxmlformats.org/drawingml/2006/main">
              <a:ext uri="{FF2B5EF4-FFF2-40B4-BE49-F238E27FC236}">
                <a16:creationId xmlns:a16="http://schemas.microsoft.com/office/drawing/2014/main" id="{E5EC01D9-BDDE-4EB0-BB2E-0BA03693B16B}"/>
              </a:ext>
            </a:extLst>
          </p:cNvPr>
          <p:cNvSpPr>
            <a:spLocks xmlns:a="http://schemas.openxmlformats.org/drawingml/2006/main" noGrp="1"/>
          </p:cNvSpPr>
          <p:nvPr/>
        </p:nvSpPr>
        <p:spPr>
          <a:xfrm xmlns:a="http://schemas.openxmlformats.org/drawingml/2006/main">
            <a:off x="742950" y="3457575"/>
            <a:ext cx="226933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A7B5CA"/>
                </a:solidFill>
                <a:latin typeface="Apple SD Gothic Neo"/>
                <a:ea typeface="Apple SD Gothic Neo"/>
                <a:cs typeface="Apple SD Gothic Neo"/>
              </a:defRPr>
            </a:defPPr>
            <a:lvl1pPr algn="ctr">
              <a:defRPr sz="1725" b="0">
                <a:solidFill>
                  <a:srgbClr val="A7B5CA"/>
                </a:solidFill>
                <a:latin typeface="Apple SD Gothic Neo"/>
                <a:ea typeface="Apple SD Gothic Neo"/>
                <a:cs typeface="Apple SD Gothic Neo"/>
              </a:defRPr>
            </a:lvl1pPr>
            <a:lvl2pPr algn="ctr">
              <a:defRPr sz="1725" b="0">
                <a:solidFill>
                  <a:srgbClr val="A7B5CA"/>
                </a:solidFill>
                <a:latin typeface="Apple SD Gothic Neo"/>
                <a:ea typeface="Apple SD Gothic Neo"/>
                <a:cs typeface="Apple SD Gothic Neo"/>
              </a:defRPr>
            </a:lvl2pPr>
            <a:lvl3pPr algn="ctr">
              <a:defRPr sz="1725" b="0">
                <a:solidFill>
                  <a:srgbClr val="A7B5CA"/>
                </a:solidFill>
                <a:latin typeface="Apple SD Gothic Neo"/>
                <a:ea typeface="Apple SD Gothic Neo"/>
                <a:cs typeface="Apple SD Gothic Neo"/>
              </a:defRPr>
            </a:lvl3pPr>
            <a:lvl4pPr algn="ctr">
              <a:defRPr sz="1725" b="0">
                <a:solidFill>
                  <a:srgbClr val="A7B5CA"/>
                </a:solidFill>
                <a:latin typeface="Apple SD Gothic Neo"/>
                <a:ea typeface="Apple SD Gothic Neo"/>
                <a:cs typeface="Apple SD Gothic Neo"/>
              </a:defRPr>
            </a:lvl4pPr>
            <a:lvl5pPr algn="ctr">
              <a:defRPr sz="1725" b="0">
                <a:solidFill>
                  <a:srgbClr val="A7B5CA"/>
                </a:solidFill>
                <a:latin typeface="Apple SD Gothic Neo"/>
                <a:ea typeface="Apple SD Gothic Neo"/>
                <a:cs typeface="Apple SD Gothic Neo"/>
              </a:defRPr>
            </a:lvl5pPr>
            <a:lvl6pPr algn="ctr">
              <a:defRPr sz="1725" b="0">
                <a:solidFill>
                  <a:srgbClr val="A7B5CA"/>
                </a:solidFill>
                <a:latin typeface="Apple SD Gothic Neo"/>
                <a:ea typeface="Apple SD Gothic Neo"/>
                <a:cs typeface="Apple SD Gothic Neo"/>
              </a:defRPr>
            </a:lvl6pPr>
            <a:lvl7pPr algn="ctr">
              <a:defRPr sz="1725" b="0">
                <a:solidFill>
                  <a:srgbClr val="A7B5CA"/>
                </a:solidFill>
                <a:latin typeface="Apple SD Gothic Neo"/>
                <a:ea typeface="Apple SD Gothic Neo"/>
                <a:cs typeface="Apple SD Gothic Neo"/>
              </a:defRPr>
            </a:lvl7pPr>
            <a:lvl8pPr algn="ctr">
              <a:defRPr sz="1725" b="0">
                <a:solidFill>
                  <a:srgbClr val="A7B5CA"/>
                </a:solidFill>
                <a:latin typeface="Apple SD Gothic Neo"/>
                <a:ea typeface="Apple SD Gothic Neo"/>
                <a:cs typeface="Apple SD Gothic Neo"/>
              </a:defRPr>
            </a:lvl8pPr>
            <a:lvl9pPr algn="ctr">
              <a:defRPr sz="1725" b="0">
                <a:solidFill>
                  <a:srgbClr val="A7B5CA"/>
                </a:solidFill>
                <a:latin typeface="Apple SD Gothic Neo"/>
                <a:ea typeface="Apple SD Gothic Neo"/>
                <a:cs typeface="Apple SD Gothic Neo"/>
              </a:defRPr>
            </a:lvl9pPr>
          </a:lstStyle>
          <a:p xmlns:a="http://schemas.openxmlformats.org/drawingml/2006/main">
            <a:pPr algn="ctr">
              <a:defRPr sz="1725" b="0">
                <a:solidFill>
                  <a:srgbClr val="A7B5CA"/>
                </a:solidFill>
                <a:latin typeface="Apple SD Gothic Neo"/>
                <a:ea typeface="Apple SD Gothic Neo"/>
                <a:cs typeface="Apple SD Gothic Neo"/>
              </a:defRPr>
            </a:pPr>
            <a:r>
              <a:rPr sz="1725" b="0">
                <a:solidFill>
                  <a:srgbClr val="A7B5CA"/>
                </a:solidFill>
                <a:latin typeface="Apple SD Gothic Neo"/>
                <a:ea typeface="Apple SD Gothic Neo"/>
                <a:cs typeface="Apple SD Gothic Neo"/>
              </a:rPr>
              <a:t>대상 행 + _file</a:t>
            </a:r>
          </a:p>
        </p:txBody>
      </p:sp>
      <p:sp>
        <p:nvSpPr>
          <p:cNvPr id="6" name="">
            <a:extLst xmlns:a="http://schemas.openxmlformats.org/drawingml/2006/main">
              <a:ext uri="{FF2B5EF4-FFF2-40B4-BE49-F238E27FC236}">
                <a16:creationId xmlns:a16="http://schemas.microsoft.com/office/drawing/2014/main" id="{D5CF61E2-3FF5-4037-866A-3FD984EA713C}"/>
              </a:ext>
            </a:extLst>
          </p:cNvPr>
          <p:cNvSpPr>
            <a:spLocks xmlns:a="http://schemas.openxmlformats.org/drawingml/2006/main" noGrp="1"/>
          </p:cNvSpPr>
          <p:nvPr/>
        </p:nvSpPr>
        <p:spPr>
          <a:xfrm xmlns:a="http://schemas.openxmlformats.org/drawingml/2006/main">
            <a:off x="3183731" y="3124200"/>
            <a:ext cx="200025" cy="19050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7" name="panel-81">
            <a:extLst xmlns:a="http://schemas.openxmlformats.org/drawingml/2006/main">
              <a:ext uri="{FF2B5EF4-FFF2-40B4-BE49-F238E27FC236}">
                <a16:creationId xmlns:a16="http://schemas.microsoft.com/office/drawing/2014/main" id="{FA7316FF-C1B8-4180-93A3-8B20AC29C5F7}"/>
              </a:ext>
            </a:extLst>
          </p:cNvPr>
          <p:cNvSpPr>
            <a:spLocks xmlns:a="http://schemas.openxmlformats.org/drawingml/2006/main" noGrp="1"/>
          </p:cNvSpPr>
          <p:nvPr/>
        </p:nvSpPr>
        <p:spPr>
          <a:xfrm xmlns:a="http://schemas.openxmlformats.org/drawingml/2006/main">
            <a:off x="3421856" y="2362200"/>
            <a:ext cx="2536031" cy="1771650"/>
          </a:xfrm>
          <a:prstGeom xmlns:a="http://schemas.openxmlformats.org/drawingml/2006/main" prst="roundRect">
            <a:avLst>
              <a:gd name="adj" fmla="val 4839"/>
            </a:avLst>
          </a:prstGeom>
          <a:solidFill xmlns:a="http://schemas.openxmlformats.org/drawingml/2006/main">
            <a:srgbClr val="1E293B"/>
          </a:solidFill>
          <a:ln xmlns:a="http://schemas.openxmlformats.org/drawingml/2006/main" w="9525">
            <a:solidFill>
              <a:srgbClr val="334155"/>
            </a:solidFill>
          </a:ln>
        </p:spPr>
      </p:sp>
      <p:sp>
        <p:nvSpPr>
          <p:cNvPr id="8" name="text-82">
            <a:extLst xmlns:a="http://schemas.openxmlformats.org/drawingml/2006/main">
              <a:ext uri="{FF2B5EF4-FFF2-40B4-BE49-F238E27FC236}">
                <a16:creationId xmlns:a16="http://schemas.microsoft.com/office/drawing/2014/main" id="{3C3D5A1B-CA1D-4146-A045-0C990C55BE48}"/>
              </a:ext>
            </a:extLst>
          </p:cNvPr>
          <p:cNvSpPr>
            <a:spLocks xmlns:a="http://schemas.openxmlformats.org/drawingml/2006/main" noGrp="1"/>
          </p:cNvSpPr>
          <p:nvPr/>
        </p:nvSpPr>
        <p:spPr>
          <a:xfrm xmlns:a="http://schemas.openxmlformats.org/drawingml/2006/main">
            <a:off x="3564731" y="2638425"/>
            <a:ext cx="2250281"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250" b="1">
                <a:solidFill>
                  <a:srgbClr val="F8FAFC"/>
                </a:solidFill>
                <a:latin typeface="Apple SD Gothic Neo"/>
                <a:ea typeface="Apple SD Gothic Neo"/>
                <a:cs typeface="Apple SD Gothic Neo"/>
              </a:defRPr>
            </a:defPPr>
            <a:lvl1pPr algn="ctr">
              <a:defRPr sz="2250" b="1">
                <a:solidFill>
                  <a:srgbClr val="F8FAFC"/>
                </a:solidFill>
                <a:latin typeface="Apple SD Gothic Neo"/>
                <a:ea typeface="Apple SD Gothic Neo"/>
                <a:cs typeface="Apple SD Gothic Neo"/>
              </a:defRPr>
            </a:lvl1pPr>
            <a:lvl2pPr algn="ctr">
              <a:defRPr sz="2250" b="1">
                <a:solidFill>
                  <a:srgbClr val="F8FAFC"/>
                </a:solidFill>
                <a:latin typeface="Apple SD Gothic Neo"/>
                <a:ea typeface="Apple SD Gothic Neo"/>
                <a:cs typeface="Apple SD Gothic Neo"/>
              </a:defRPr>
            </a:lvl2pPr>
            <a:lvl3pPr algn="ctr">
              <a:defRPr sz="2250" b="1">
                <a:solidFill>
                  <a:srgbClr val="F8FAFC"/>
                </a:solidFill>
                <a:latin typeface="Apple SD Gothic Neo"/>
                <a:ea typeface="Apple SD Gothic Neo"/>
                <a:cs typeface="Apple SD Gothic Neo"/>
              </a:defRPr>
            </a:lvl3pPr>
            <a:lvl4pPr algn="ctr">
              <a:defRPr sz="2250" b="1">
                <a:solidFill>
                  <a:srgbClr val="F8FAFC"/>
                </a:solidFill>
                <a:latin typeface="Apple SD Gothic Neo"/>
                <a:ea typeface="Apple SD Gothic Neo"/>
                <a:cs typeface="Apple SD Gothic Neo"/>
              </a:defRPr>
            </a:lvl4pPr>
            <a:lvl5pPr algn="ctr">
              <a:defRPr sz="2250" b="1">
                <a:solidFill>
                  <a:srgbClr val="F8FAFC"/>
                </a:solidFill>
                <a:latin typeface="Apple SD Gothic Neo"/>
                <a:ea typeface="Apple SD Gothic Neo"/>
                <a:cs typeface="Apple SD Gothic Neo"/>
              </a:defRPr>
            </a:lvl5pPr>
            <a:lvl6pPr algn="ctr">
              <a:defRPr sz="2250" b="1">
                <a:solidFill>
                  <a:srgbClr val="F8FAFC"/>
                </a:solidFill>
                <a:latin typeface="Apple SD Gothic Neo"/>
                <a:ea typeface="Apple SD Gothic Neo"/>
                <a:cs typeface="Apple SD Gothic Neo"/>
              </a:defRPr>
            </a:lvl6pPr>
            <a:lvl7pPr algn="ctr">
              <a:defRPr sz="2250" b="1">
                <a:solidFill>
                  <a:srgbClr val="F8FAFC"/>
                </a:solidFill>
                <a:latin typeface="Apple SD Gothic Neo"/>
                <a:ea typeface="Apple SD Gothic Neo"/>
                <a:cs typeface="Apple SD Gothic Neo"/>
              </a:defRPr>
            </a:lvl7pPr>
            <a:lvl8pPr algn="ctr">
              <a:defRPr sz="2250" b="1">
                <a:solidFill>
                  <a:srgbClr val="F8FAFC"/>
                </a:solidFill>
                <a:latin typeface="Apple SD Gothic Neo"/>
                <a:ea typeface="Apple SD Gothic Neo"/>
                <a:cs typeface="Apple SD Gothic Neo"/>
              </a:defRPr>
            </a:lvl8pPr>
            <a:lvl9pPr algn="ctr">
              <a:defRPr sz="2250" b="1">
                <a:solidFill>
                  <a:srgbClr val="F8FAFC"/>
                </a:solidFill>
                <a:latin typeface="Apple SD Gothic Neo"/>
                <a:ea typeface="Apple SD Gothic Neo"/>
                <a:cs typeface="Apple SD Gothic Neo"/>
              </a:defRPr>
            </a:lvl9pPr>
          </a:lstStyle>
          <a:p xmlns:a="http://schemas.openxmlformats.org/drawingml/2006/main">
            <a:pPr algn="ctr">
              <a:defRPr sz="2250" b="1">
                <a:solidFill>
                  <a:srgbClr val="F8FAFC"/>
                </a:solidFill>
                <a:latin typeface="Apple SD Gothic Neo"/>
                <a:ea typeface="Apple SD Gothic Neo"/>
                <a:cs typeface="Apple SD Gothic Neo"/>
              </a:defRPr>
            </a:pPr>
            <a:r>
              <a:rPr sz="2250" b="1">
                <a:solidFill>
                  <a:srgbClr val="F8FAFC"/>
                </a:solidFill>
                <a:latin typeface="Apple SD Gothic Neo"/>
                <a:ea typeface="Apple SD Gothic Neo"/>
                <a:cs typeface="Apple SD Gothic Neo"/>
              </a:rPr>
              <a:t>files 메타데이터</a:t>
            </a:r>
          </a:p>
        </p:txBody>
      </p:sp>
      <p:sp>
        <p:nvSpPr>
          <p:cNvPr id="9" name="text-83">
            <a:extLst xmlns:a="http://schemas.openxmlformats.org/drawingml/2006/main">
              <a:ext uri="{FF2B5EF4-FFF2-40B4-BE49-F238E27FC236}">
                <a16:creationId xmlns:a16="http://schemas.microsoft.com/office/drawing/2014/main" id="{600C2AC9-5F30-4415-97CF-39523D8446AF}"/>
              </a:ext>
            </a:extLst>
          </p:cNvPr>
          <p:cNvSpPr>
            <a:spLocks xmlns:a="http://schemas.openxmlformats.org/drawingml/2006/main" noGrp="1"/>
          </p:cNvSpPr>
          <p:nvPr/>
        </p:nvSpPr>
        <p:spPr>
          <a:xfrm xmlns:a="http://schemas.openxmlformats.org/drawingml/2006/main">
            <a:off x="3555206" y="3457575"/>
            <a:ext cx="226933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A7B5CA"/>
                </a:solidFill>
                <a:latin typeface="Apple SD Gothic Neo"/>
                <a:ea typeface="Apple SD Gothic Neo"/>
                <a:cs typeface="Apple SD Gothic Neo"/>
              </a:defRPr>
            </a:defPPr>
            <a:lvl1pPr algn="ctr">
              <a:defRPr sz="1725" b="0">
                <a:solidFill>
                  <a:srgbClr val="A7B5CA"/>
                </a:solidFill>
                <a:latin typeface="Apple SD Gothic Neo"/>
                <a:ea typeface="Apple SD Gothic Neo"/>
                <a:cs typeface="Apple SD Gothic Neo"/>
              </a:defRPr>
            </a:lvl1pPr>
            <a:lvl2pPr algn="ctr">
              <a:defRPr sz="1725" b="0">
                <a:solidFill>
                  <a:srgbClr val="A7B5CA"/>
                </a:solidFill>
                <a:latin typeface="Apple SD Gothic Neo"/>
                <a:ea typeface="Apple SD Gothic Neo"/>
                <a:cs typeface="Apple SD Gothic Neo"/>
              </a:defRPr>
            </a:lvl2pPr>
            <a:lvl3pPr algn="ctr">
              <a:defRPr sz="1725" b="0">
                <a:solidFill>
                  <a:srgbClr val="A7B5CA"/>
                </a:solidFill>
                <a:latin typeface="Apple SD Gothic Neo"/>
                <a:ea typeface="Apple SD Gothic Neo"/>
                <a:cs typeface="Apple SD Gothic Neo"/>
              </a:defRPr>
            </a:lvl3pPr>
            <a:lvl4pPr algn="ctr">
              <a:defRPr sz="1725" b="0">
                <a:solidFill>
                  <a:srgbClr val="A7B5CA"/>
                </a:solidFill>
                <a:latin typeface="Apple SD Gothic Neo"/>
                <a:ea typeface="Apple SD Gothic Neo"/>
                <a:cs typeface="Apple SD Gothic Neo"/>
              </a:defRPr>
            </a:lvl4pPr>
            <a:lvl5pPr algn="ctr">
              <a:defRPr sz="1725" b="0">
                <a:solidFill>
                  <a:srgbClr val="A7B5CA"/>
                </a:solidFill>
                <a:latin typeface="Apple SD Gothic Neo"/>
                <a:ea typeface="Apple SD Gothic Neo"/>
                <a:cs typeface="Apple SD Gothic Neo"/>
              </a:defRPr>
            </a:lvl5pPr>
            <a:lvl6pPr algn="ctr">
              <a:defRPr sz="1725" b="0">
                <a:solidFill>
                  <a:srgbClr val="A7B5CA"/>
                </a:solidFill>
                <a:latin typeface="Apple SD Gothic Neo"/>
                <a:ea typeface="Apple SD Gothic Neo"/>
                <a:cs typeface="Apple SD Gothic Neo"/>
              </a:defRPr>
            </a:lvl6pPr>
            <a:lvl7pPr algn="ctr">
              <a:defRPr sz="1725" b="0">
                <a:solidFill>
                  <a:srgbClr val="A7B5CA"/>
                </a:solidFill>
                <a:latin typeface="Apple SD Gothic Neo"/>
                <a:ea typeface="Apple SD Gothic Neo"/>
                <a:cs typeface="Apple SD Gothic Neo"/>
              </a:defRPr>
            </a:lvl7pPr>
            <a:lvl8pPr algn="ctr">
              <a:defRPr sz="1725" b="0">
                <a:solidFill>
                  <a:srgbClr val="A7B5CA"/>
                </a:solidFill>
                <a:latin typeface="Apple SD Gothic Neo"/>
                <a:ea typeface="Apple SD Gothic Neo"/>
                <a:cs typeface="Apple SD Gothic Neo"/>
              </a:defRPr>
            </a:lvl8pPr>
            <a:lvl9pPr algn="ctr">
              <a:defRPr sz="1725" b="0">
                <a:solidFill>
                  <a:srgbClr val="A7B5CA"/>
                </a:solidFill>
                <a:latin typeface="Apple SD Gothic Neo"/>
                <a:ea typeface="Apple SD Gothic Neo"/>
                <a:cs typeface="Apple SD Gothic Neo"/>
              </a:defRPr>
            </a:lvl9pPr>
          </a:lstStyle>
          <a:p xmlns:a="http://schemas.openxmlformats.org/drawingml/2006/main">
            <a:pPr algn="ctr">
              <a:defRPr sz="1725" b="0">
                <a:solidFill>
                  <a:srgbClr val="A7B5CA"/>
                </a:solidFill>
                <a:latin typeface="Apple SD Gothic Neo"/>
                <a:ea typeface="Apple SD Gothic Neo"/>
                <a:cs typeface="Apple SD Gothic Neo"/>
              </a:defRPr>
            </a:pPr>
            <a:r>
              <a:rPr sz="1725" b="0">
                <a:solidFill>
                  <a:srgbClr val="A7B5CA"/>
                </a:solidFill>
                <a:latin typeface="Apple SD Gothic Neo"/>
                <a:ea typeface="Apple SD Gothic Neo"/>
                <a:cs typeface="Apple SD Gothic Neo"/>
              </a:rPr>
              <a:t>현재 파일 참조</a:t>
            </a:r>
          </a:p>
        </p:txBody>
      </p:sp>
      <p:sp>
        <p:nvSpPr>
          <p:cNvPr id="10" name="">
            <a:extLst xmlns:a="http://schemas.openxmlformats.org/drawingml/2006/main">
              <a:ext uri="{FF2B5EF4-FFF2-40B4-BE49-F238E27FC236}">
                <a16:creationId xmlns:a16="http://schemas.microsoft.com/office/drawing/2014/main" id="{325A98F7-91BE-48EB-9E60-5084FB765718}"/>
              </a:ext>
            </a:extLst>
          </p:cNvPr>
          <p:cNvSpPr>
            <a:spLocks xmlns:a="http://schemas.openxmlformats.org/drawingml/2006/main" noGrp="1"/>
          </p:cNvSpPr>
          <p:nvPr/>
        </p:nvSpPr>
        <p:spPr>
          <a:xfrm xmlns:a="http://schemas.openxmlformats.org/drawingml/2006/main">
            <a:off x="5995988" y="3124200"/>
            <a:ext cx="200025" cy="19050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11" name="panel-84">
            <a:extLst xmlns:a="http://schemas.openxmlformats.org/drawingml/2006/main">
              <a:ext uri="{FF2B5EF4-FFF2-40B4-BE49-F238E27FC236}">
                <a16:creationId xmlns:a16="http://schemas.microsoft.com/office/drawing/2014/main" id="{77906194-B714-42BA-AA5E-FB91F9F9FB74}"/>
              </a:ext>
            </a:extLst>
          </p:cNvPr>
          <p:cNvSpPr>
            <a:spLocks xmlns:a="http://schemas.openxmlformats.org/drawingml/2006/main" noGrp="1"/>
          </p:cNvSpPr>
          <p:nvPr/>
        </p:nvSpPr>
        <p:spPr>
          <a:xfrm xmlns:a="http://schemas.openxmlformats.org/drawingml/2006/main">
            <a:off x="6234113" y="2362200"/>
            <a:ext cx="2536031" cy="1771650"/>
          </a:xfrm>
          <a:prstGeom xmlns:a="http://schemas.openxmlformats.org/drawingml/2006/main" prst="roundRect">
            <a:avLst>
              <a:gd name="adj" fmla="val 4839"/>
            </a:avLst>
          </a:prstGeom>
          <a:solidFill xmlns:a="http://schemas.openxmlformats.org/drawingml/2006/main">
            <a:srgbClr val="1E293B"/>
          </a:solidFill>
          <a:ln xmlns:a="http://schemas.openxmlformats.org/drawingml/2006/main" w="9525">
            <a:solidFill>
              <a:srgbClr val="334155"/>
            </a:solidFill>
          </a:ln>
        </p:spPr>
      </p:sp>
      <p:sp>
        <p:nvSpPr>
          <p:cNvPr id="12" name="text-85">
            <a:extLst xmlns:a="http://schemas.openxmlformats.org/drawingml/2006/main">
              <a:ext uri="{FF2B5EF4-FFF2-40B4-BE49-F238E27FC236}">
                <a16:creationId xmlns:a16="http://schemas.microsoft.com/office/drawing/2014/main" id="{2143A368-DB83-4776-BA6A-CDA1D05E3CC5}"/>
              </a:ext>
            </a:extLst>
          </p:cNvPr>
          <p:cNvSpPr>
            <a:spLocks xmlns:a="http://schemas.openxmlformats.org/drawingml/2006/main" noGrp="1"/>
          </p:cNvSpPr>
          <p:nvPr/>
        </p:nvSpPr>
        <p:spPr>
          <a:xfrm xmlns:a="http://schemas.openxmlformats.org/drawingml/2006/main">
            <a:off x="6376988" y="2638425"/>
            <a:ext cx="2250281"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250" b="1">
                <a:solidFill>
                  <a:srgbClr val="F8FAFC"/>
                </a:solidFill>
                <a:latin typeface="Apple SD Gothic Neo"/>
                <a:ea typeface="Apple SD Gothic Neo"/>
                <a:cs typeface="Apple SD Gothic Neo"/>
              </a:defRPr>
            </a:defPPr>
            <a:lvl1pPr algn="ctr">
              <a:defRPr sz="2250" b="1">
                <a:solidFill>
                  <a:srgbClr val="F8FAFC"/>
                </a:solidFill>
                <a:latin typeface="Apple SD Gothic Neo"/>
                <a:ea typeface="Apple SD Gothic Neo"/>
                <a:cs typeface="Apple SD Gothic Neo"/>
              </a:defRPr>
            </a:lvl1pPr>
            <a:lvl2pPr algn="ctr">
              <a:defRPr sz="2250" b="1">
                <a:solidFill>
                  <a:srgbClr val="F8FAFC"/>
                </a:solidFill>
                <a:latin typeface="Apple SD Gothic Neo"/>
                <a:ea typeface="Apple SD Gothic Neo"/>
                <a:cs typeface="Apple SD Gothic Neo"/>
              </a:defRPr>
            </a:lvl2pPr>
            <a:lvl3pPr algn="ctr">
              <a:defRPr sz="2250" b="1">
                <a:solidFill>
                  <a:srgbClr val="F8FAFC"/>
                </a:solidFill>
                <a:latin typeface="Apple SD Gothic Neo"/>
                <a:ea typeface="Apple SD Gothic Neo"/>
                <a:cs typeface="Apple SD Gothic Neo"/>
              </a:defRPr>
            </a:lvl3pPr>
            <a:lvl4pPr algn="ctr">
              <a:defRPr sz="2250" b="1">
                <a:solidFill>
                  <a:srgbClr val="F8FAFC"/>
                </a:solidFill>
                <a:latin typeface="Apple SD Gothic Neo"/>
                <a:ea typeface="Apple SD Gothic Neo"/>
                <a:cs typeface="Apple SD Gothic Neo"/>
              </a:defRPr>
            </a:lvl4pPr>
            <a:lvl5pPr algn="ctr">
              <a:defRPr sz="2250" b="1">
                <a:solidFill>
                  <a:srgbClr val="F8FAFC"/>
                </a:solidFill>
                <a:latin typeface="Apple SD Gothic Neo"/>
                <a:ea typeface="Apple SD Gothic Neo"/>
                <a:cs typeface="Apple SD Gothic Neo"/>
              </a:defRPr>
            </a:lvl5pPr>
            <a:lvl6pPr algn="ctr">
              <a:defRPr sz="2250" b="1">
                <a:solidFill>
                  <a:srgbClr val="F8FAFC"/>
                </a:solidFill>
                <a:latin typeface="Apple SD Gothic Neo"/>
                <a:ea typeface="Apple SD Gothic Neo"/>
                <a:cs typeface="Apple SD Gothic Neo"/>
              </a:defRPr>
            </a:lvl6pPr>
            <a:lvl7pPr algn="ctr">
              <a:defRPr sz="2250" b="1">
                <a:solidFill>
                  <a:srgbClr val="F8FAFC"/>
                </a:solidFill>
                <a:latin typeface="Apple SD Gothic Neo"/>
                <a:ea typeface="Apple SD Gothic Neo"/>
                <a:cs typeface="Apple SD Gothic Neo"/>
              </a:defRPr>
            </a:lvl7pPr>
            <a:lvl8pPr algn="ctr">
              <a:defRPr sz="2250" b="1">
                <a:solidFill>
                  <a:srgbClr val="F8FAFC"/>
                </a:solidFill>
                <a:latin typeface="Apple SD Gothic Neo"/>
                <a:ea typeface="Apple SD Gothic Neo"/>
                <a:cs typeface="Apple SD Gothic Neo"/>
              </a:defRPr>
            </a:lvl8pPr>
            <a:lvl9pPr algn="ctr">
              <a:defRPr sz="2250" b="1">
                <a:solidFill>
                  <a:srgbClr val="F8FAFC"/>
                </a:solidFill>
                <a:latin typeface="Apple SD Gothic Neo"/>
                <a:ea typeface="Apple SD Gothic Neo"/>
                <a:cs typeface="Apple SD Gothic Neo"/>
              </a:defRPr>
            </a:lvl9pPr>
          </a:lstStyle>
          <a:p xmlns:a="http://schemas.openxmlformats.org/drawingml/2006/main">
            <a:pPr algn="ctr">
              <a:defRPr sz="2250" b="1">
                <a:solidFill>
                  <a:srgbClr val="F8FAFC"/>
                </a:solidFill>
                <a:latin typeface="Apple SD Gothic Neo"/>
                <a:ea typeface="Apple SD Gothic Neo"/>
                <a:cs typeface="Apple SD Gothic Neo"/>
              </a:defRPr>
            </a:pPr>
            <a:r>
              <a:rPr sz="2250" b="1">
                <a:solidFill>
                  <a:srgbClr val="F8FAFC"/>
                </a:solidFill>
                <a:latin typeface="Apple SD Gothic Neo"/>
                <a:ea typeface="Apple SD Gothic Neo"/>
                <a:cs typeface="Apple SD Gothic Neo"/>
              </a:rPr>
              <a:t>MinIO 데이터 파일</a:t>
            </a:r>
          </a:p>
        </p:txBody>
      </p:sp>
      <p:sp>
        <p:nvSpPr>
          <p:cNvPr id="13" name="text-86">
            <a:extLst xmlns:a="http://schemas.openxmlformats.org/drawingml/2006/main">
              <a:ext uri="{FF2B5EF4-FFF2-40B4-BE49-F238E27FC236}">
                <a16:creationId xmlns:a16="http://schemas.microsoft.com/office/drawing/2014/main" id="{23261558-F1F8-4BD2-9CBA-6A1786B6F2D7}"/>
              </a:ext>
            </a:extLst>
          </p:cNvPr>
          <p:cNvSpPr>
            <a:spLocks xmlns:a="http://schemas.openxmlformats.org/drawingml/2006/main" noGrp="1"/>
          </p:cNvSpPr>
          <p:nvPr/>
        </p:nvSpPr>
        <p:spPr>
          <a:xfrm xmlns:a="http://schemas.openxmlformats.org/drawingml/2006/main">
            <a:off x="6367463" y="3457575"/>
            <a:ext cx="226933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A7B5CA"/>
                </a:solidFill>
                <a:latin typeface="Apple SD Gothic Neo"/>
                <a:ea typeface="Apple SD Gothic Neo"/>
                <a:cs typeface="Apple SD Gothic Neo"/>
              </a:defRPr>
            </a:defPPr>
            <a:lvl1pPr algn="ctr">
              <a:defRPr sz="1725" b="0">
                <a:solidFill>
                  <a:srgbClr val="A7B5CA"/>
                </a:solidFill>
                <a:latin typeface="Apple SD Gothic Neo"/>
                <a:ea typeface="Apple SD Gothic Neo"/>
                <a:cs typeface="Apple SD Gothic Neo"/>
              </a:defRPr>
            </a:lvl1pPr>
            <a:lvl2pPr algn="ctr">
              <a:defRPr sz="1725" b="0">
                <a:solidFill>
                  <a:srgbClr val="A7B5CA"/>
                </a:solidFill>
                <a:latin typeface="Apple SD Gothic Neo"/>
                <a:ea typeface="Apple SD Gothic Neo"/>
                <a:cs typeface="Apple SD Gothic Neo"/>
              </a:defRPr>
            </a:lvl2pPr>
            <a:lvl3pPr algn="ctr">
              <a:defRPr sz="1725" b="0">
                <a:solidFill>
                  <a:srgbClr val="A7B5CA"/>
                </a:solidFill>
                <a:latin typeface="Apple SD Gothic Neo"/>
                <a:ea typeface="Apple SD Gothic Neo"/>
                <a:cs typeface="Apple SD Gothic Neo"/>
              </a:defRPr>
            </a:lvl3pPr>
            <a:lvl4pPr algn="ctr">
              <a:defRPr sz="1725" b="0">
                <a:solidFill>
                  <a:srgbClr val="A7B5CA"/>
                </a:solidFill>
                <a:latin typeface="Apple SD Gothic Neo"/>
                <a:ea typeface="Apple SD Gothic Neo"/>
                <a:cs typeface="Apple SD Gothic Neo"/>
              </a:defRPr>
            </a:lvl4pPr>
            <a:lvl5pPr algn="ctr">
              <a:defRPr sz="1725" b="0">
                <a:solidFill>
                  <a:srgbClr val="A7B5CA"/>
                </a:solidFill>
                <a:latin typeface="Apple SD Gothic Neo"/>
                <a:ea typeface="Apple SD Gothic Neo"/>
                <a:cs typeface="Apple SD Gothic Neo"/>
              </a:defRPr>
            </a:lvl5pPr>
            <a:lvl6pPr algn="ctr">
              <a:defRPr sz="1725" b="0">
                <a:solidFill>
                  <a:srgbClr val="A7B5CA"/>
                </a:solidFill>
                <a:latin typeface="Apple SD Gothic Neo"/>
                <a:ea typeface="Apple SD Gothic Neo"/>
                <a:cs typeface="Apple SD Gothic Neo"/>
              </a:defRPr>
            </a:lvl6pPr>
            <a:lvl7pPr algn="ctr">
              <a:defRPr sz="1725" b="0">
                <a:solidFill>
                  <a:srgbClr val="A7B5CA"/>
                </a:solidFill>
                <a:latin typeface="Apple SD Gothic Neo"/>
                <a:ea typeface="Apple SD Gothic Neo"/>
                <a:cs typeface="Apple SD Gothic Neo"/>
              </a:defRPr>
            </a:lvl7pPr>
            <a:lvl8pPr algn="ctr">
              <a:defRPr sz="1725" b="0">
                <a:solidFill>
                  <a:srgbClr val="A7B5CA"/>
                </a:solidFill>
                <a:latin typeface="Apple SD Gothic Neo"/>
                <a:ea typeface="Apple SD Gothic Neo"/>
                <a:cs typeface="Apple SD Gothic Neo"/>
              </a:defRPr>
            </a:lvl8pPr>
            <a:lvl9pPr algn="ctr">
              <a:defRPr sz="1725" b="0">
                <a:solidFill>
                  <a:srgbClr val="A7B5CA"/>
                </a:solidFill>
                <a:latin typeface="Apple SD Gothic Neo"/>
                <a:ea typeface="Apple SD Gothic Neo"/>
                <a:cs typeface="Apple SD Gothic Neo"/>
              </a:defRPr>
            </a:lvl9pPr>
          </a:lstStyle>
          <a:p xmlns:a="http://schemas.openxmlformats.org/drawingml/2006/main">
            <a:pPr algn="ctr">
              <a:defRPr sz="1725" b="0">
                <a:solidFill>
                  <a:srgbClr val="A7B5CA"/>
                </a:solidFill>
                <a:latin typeface="Apple SD Gothic Neo"/>
                <a:ea typeface="Apple SD Gothic Neo"/>
                <a:cs typeface="Apple SD Gothic Neo"/>
              </a:defRPr>
            </a:pPr>
            <a:r>
              <a:rPr sz="1725" b="0">
                <a:solidFill>
                  <a:srgbClr val="A7B5CA"/>
                </a:solidFill>
                <a:latin typeface="Apple SD Gothic Neo"/>
                <a:ea typeface="Apple SD Gothic Neo"/>
                <a:cs typeface="Apple SD Gothic Neo"/>
              </a:rPr>
              <a:t>실제 Parquet 읽기</a:t>
            </a:r>
          </a:p>
        </p:txBody>
      </p:sp>
      <p:sp>
        <p:nvSpPr>
          <p:cNvPr id="14" name="">
            <a:extLst xmlns:a="http://schemas.openxmlformats.org/drawingml/2006/main">
              <a:ext uri="{FF2B5EF4-FFF2-40B4-BE49-F238E27FC236}">
                <a16:creationId xmlns:a16="http://schemas.microsoft.com/office/drawing/2014/main" id="{636031F0-636E-454F-B0E0-8131C10E9638}"/>
              </a:ext>
            </a:extLst>
          </p:cNvPr>
          <p:cNvSpPr>
            <a:spLocks xmlns:a="http://schemas.openxmlformats.org/drawingml/2006/main" noGrp="1"/>
          </p:cNvSpPr>
          <p:nvPr/>
        </p:nvSpPr>
        <p:spPr>
          <a:xfrm xmlns:a="http://schemas.openxmlformats.org/drawingml/2006/main">
            <a:off x="8808244" y="3124200"/>
            <a:ext cx="200025" cy="19050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15" name="panel-87">
            <a:extLst xmlns:a="http://schemas.openxmlformats.org/drawingml/2006/main">
              <a:ext uri="{FF2B5EF4-FFF2-40B4-BE49-F238E27FC236}">
                <a16:creationId xmlns:a16="http://schemas.microsoft.com/office/drawing/2014/main" id="{ABE87957-D254-4D83-8A36-3609B36A50DB}"/>
              </a:ext>
            </a:extLst>
          </p:cNvPr>
          <p:cNvSpPr>
            <a:spLocks xmlns:a="http://schemas.openxmlformats.org/drawingml/2006/main" noGrp="1"/>
          </p:cNvSpPr>
          <p:nvPr/>
        </p:nvSpPr>
        <p:spPr>
          <a:xfrm xmlns:a="http://schemas.openxmlformats.org/drawingml/2006/main">
            <a:off x="9046369" y="2362200"/>
            <a:ext cx="2536031" cy="1771650"/>
          </a:xfrm>
          <a:prstGeom xmlns:a="http://schemas.openxmlformats.org/drawingml/2006/main" prst="roundRect">
            <a:avLst>
              <a:gd name="adj" fmla="val 4839"/>
            </a:avLst>
          </a:prstGeom>
          <a:solidFill xmlns:a="http://schemas.openxmlformats.org/drawingml/2006/main">
            <a:srgbClr val="1E293B"/>
          </a:solidFill>
          <a:ln xmlns:a="http://schemas.openxmlformats.org/drawingml/2006/main" w="9525">
            <a:solidFill>
              <a:srgbClr val="22D3EE"/>
            </a:solidFill>
          </a:ln>
        </p:spPr>
      </p:sp>
      <p:sp>
        <p:nvSpPr>
          <p:cNvPr id="16" name="text-88">
            <a:extLst xmlns:a="http://schemas.openxmlformats.org/drawingml/2006/main">
              <a:ext uri="{FF2B5EF4-FFF2-40B4-BE49-F238E27FC236}">
                <a16:creationId xmlns:a16="http://schemas.microsoft.com/office/drawing/2014/main" id="{E02030BF-3E61-4D12-9FAA-E97F5C865ADC}"/>
              </a:ext>
            </a:extLst>
          </p:cNvPr>
          <p:cNvSpPr>
            <a:spLocks xmlns:a="http://schemas.openxmlformats.org/drawingml/2006/main" noGrp="1"/>
          </p:cNvSpPr>
          <p:nvPr/>
        </p:nvSpPr>
        <p:spPr>
          <a:xfrm xmlns:a="http://schemas.openxmlformats.org/drawingml/2006/main">
            <a:off x="9189244" y="2638425"/>
            <a:ext cx="2250281"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250" b="1">
                <a:solidFill>
                  <a:srgbClr val="22D3EE"/>
                </a:solidFill>
                <a:latin typeface="Apple SD Gothic Neo"/>
                <a:ea typeface="Apple SD Gothic Neo"/>
                <a:cs typeface="Apple SD Gothic Neo"/>
              </a:defRPr>
            </a:defPPr>
            <a:lvl1pPr algn="ctr">
              <a:defRPr sz="2250" b="1">
                <a:solidFill>
                  <a:srgbClr val="22D3EE"/>
                </a:solidFill>
                <a:latin typeface="Apple SD Gothic Neo"/>
                <a:ea typeface="Apple SD Gothic Neo"/>
                <a:cs typeface="Apple SD Gothic Neo"/>
              </a:defRPr>
            </a:lvl1pPr>
            <a:lvl2pPr algn="ctr">
              <a:defRPr sz="2250" b="1">
                <a:solidFill>
                  <a:srgbClr val="22D3EE"/>
                </a:solidFill>
                <a:latin typeface="Apple SD Gothic Neo"/>
                <a:ea typeface="Apple SD Gothic Neo"/>
                <a:cs typeface="Apple SD Gothic Neo"/>
              </a:defRPr>
            </a:lvl2pPr>
            <a:lvl3pPr algn="ctr">
              <a:defRPr sz="2250" b="1">
                <a:solidFill>
                  <a:srgbClr val="22D3EE"/>
                </a:solidFill>
                <a:latin typeface="Apple SD Gothic Neo"/>
                <a:ea typeface="Apple SD Gothic Neo"/>
                <a:cs typeface="Apple SD Gothic Neo"/>
              </a:defRPr>
            </a:lvl3pPr>
            <a:lvl4pPr algn="ctr">
              <a:defRPr sz="2250" b="1">
                <a:solidFill>
                  <a:srgbClr val="22D3EE"/>
                </a:solidFill>
                <a:latin typeface="Apple SD Gothic Neo"/>
                <a:ea typeface="Apple SD Gothic Neo"/>
                <a:cs typeface="Apple SD Gothic Neo"/>
              </a:defRPr>
            </a:lvl4pPr>
            <a:lvl5pPr algn="ctr">
              <a:defRPr sz="2250" b="1">
                <a:solidFill>
                  <a:srgbClr val="22D3EE"/>
                </a:solidFill>
                <a:latin typeface="Apple SD Gothic Neo"/>
                <a:ea typeface="Apple SD Gothic Neo"/>
                <a:cs typeface="Apple SD Gothic Neo"/>
              </a:defRPr>
            </a:lvl5pPr>
            <a:lvl6pPr algn="ctr">
              <a:defRPr sz="2250" b="1">
                <a:solidFill>
                  <a:srgbClr val="22D3EE"/>
                </a:solidFill>
                <a:latin typeface="Apple SD Gothic Neo"/>
                <a:ea typeface="Apple SD Gothic Neo"/>
                <a:cs typeface="Apple SD Gothic Neo"/>
              </a:defRPr>
            </a:lvl6pPr>
            <a:lvl7pPr algn="ctr">
              <a:defRPr sz="2250" b="1">
                <a:solidFill>
                  <a:srgbClr val="22D3EE"/>
                </a:solidFill>
                <a:latin typeface="Apple SD Gothic Neo"/>
                <a:ea typeface="Apple SD Gothic Neo"/>
                <a:cs typeface="Apple SD Gothic Neo"/>
              </a:defRPr>
            </a:lvl7pPr>
            <a:lvl8pPr algn="ctr">
              <a:defRPr sz="2250" b="1">
                <a:solidFill>
                  <a:srgbClr val="22D3EE"/>
                </a:solidFill>
                <a:latin typeface="Apple SD Gothic Neo"/>
                <a:ea typeface="Apple SD Gothic Neo"/>
                <a:cs typeface="Apple SD Gothic Neo"/>
              </a:defRPr>
            </a:lvl8pPr>
            <a:lvl9pPr algn="ctr">
              <a:defRPr sz="2250" b="1">
                <a:solidFill>
                  <a:srgbClr val="22D3EE"/>
                </a:solidFill>
                <a:latin typeface="Apple SD Gothic Neo"/>
                <a:ea typeface="Apple SD Gothic Neo"/>
                <a:cs typeface="Apple SD Gothic Neo"/>
              </a:defRPr>
            </a:lvl9pPr>
          </a:lstStyle>
          <a:p xmlns:a="http://schemas.openxmlformats.org/drawingml/2006/main">
            <a:pPr algn="ctr">
              <a:defRPr sz="2250" b="1">
                <a:solidFill>
                  <a:srgbClr val="22D3EE"/>
                </a:solidFill>
                <a:latin typeface="Apple SD Gothic Neo"/>
                <a:ea typeface="Apple SD Gothic Neo"/>
                <a:cs typeface="Apple SD Gothic Neo"/>
              </a:defRPr>
            </a:pPr>
            <a:r>
              <a:rPr sz="2250" b="1">
                <a:solidFill>
                  <a:srgbClr val="22D3EE"/>
                </a:solidFill>
                <a:latin typeface="Apple SD Gothic Neo"/>
                <a:ea typeface="Apple SD Gothic Neo"/>
                <a:cs typeface="Apple SD Gothic Neo"/>
              </a:rPr>
              <a:t>내용 대조</a:t>
            </a:r>
          </a:p>
        </p:txBody>
      </p:sp>
      <p:sp>
        <p:nvSpPr>
          <p:cNvPr id="17" name="text-89">
            <a:extLst xmlns:a="http://schemas.openxmlformats.org/drawingml/2006/main">
              <a:ext uri="{FF2B5EF4-FFF2-40B4-BE49-F238E27FC236}">
                <a16:creationId xmlns:a16="http://schemas.microsoft.com/office/drawing/2014/main" id="{364AD4DE-32A3-4E91-8C39-C6AD8B20BCB7}"/>
              </a:ext>
            </a:extLst>
          </p:cNvPr>
          <p:cNvSpPr>
            <a:spLocks xmlns:a="http://schemas.openxmlformats.org/drawingml/2006/main" noGrp="1"/>
          </p:cNvSpPr>
          <p:nvPr/>
        </p:nvSpPr>
        <p:spPr>
          <a:xfrm xmlns:a="http://schemas.openxmlformats.org/drawingml/2006/main">
            <a:off x="9179719" y="3457575"/>
            <a:ext cx="226933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A7B5CA"/>
                </a:solidFill>
                <a:latin typeface="Apple SD Gothic Neo"/>
                <a:ea typeface="Apple SD Gothic Neo"/>
                <a:cs typeface="Apple SD Gothic Neo"/>
              </a:defRPr>
            </a:defPPr>
            <a:lvl1pPr algn="ctr">
              <a:defRPr sz="1725" b="0">
                <a:solidFill>
                  <a:srgbClr val="A7B5CA"/>
                </a:solidFill>
                <a:latin typeface="Apple SD Gothic Neo"/>
                <a:ea typeface="Apple SD Gothic Neo"/>
                <a:cs typeface="Apple SD Gothic Neo"/>
              </a:defRPr>
            </a:lvl1pPr>
            <a:lvl2pPr algn="ctr">
              <a:defRPr sz="1725" b="0">
                <a:solidFill>
                  <a:srgbClr val="A7B5CA"/>
                </a:solidFill>
                <a:latin typeface="Apple SD Gothic Neo"/>
                <a:ea typeface="Apple SD Gothic Neo"/>
                <a:cs typeface="Apple SD Gothic Neo"/>
              </a:defRPr>
            </a:lvl2pPr>
            <a:lvl3pPr algn="ctr">
              <a:defRPr sz="1725" b="0">
                <a:solidFill>
                  <a:srgbClr val="A7B5CA"/>
                </a:solidFill>
                <a:latin typeface="Apple SD Gothic Neo"/>
                <a:ea typeface="Apple SD Gothic Neo"/>
                <a:cs typeface="Apple SD Gothic Neo"/>
              </a:defRPr>
            </a:lvl3pPr>
            <a:lvl4pPr algn="ctr">
              <a:defRPr sz="1725" b="0">
                <a:solidFill>
                  <a:srgbClr val="A7B5CA"/>
                </a:solidFill>
                <a:latin typeface="Apple SD Gothic Neo"/>
                <a:ea typeface="Apple SD Gothic Neo"/>
                <a:cs typeface="Apple SD Gothic Neo"/>
              </a:defRPr>
            </a:lvl4pPr>
            <a:lvl5pPr algn="ctr">
              <a:defRPr sz="1725" b="0">
                <a:solidFill>
                  <a:srgbClr val="A7B5CA"/>
                </a:solidFill>
                <a:latin typeface="Apple SD Gothic Neo"/>
                <a:ea typeface="Apple SD Gothic Neo"/>
                <a:cs typeface="Apple SD Gothic Neo"/>
              </a:defRPr>
            </a:lvl5pPr>
            <a:lvl6pPr algn="ctr">
              <a:defRPr sz="1725" b="0">
                <a:solidFill>
                  <a:srgbClr val="A7B5CA"/>
                </a:solidFill>
                <a:latin typeface="Apple SD Gothic Neo"/>
                <a:ea typeface="Apple SD Gothic Neo"/>
                <a:cs typeface="Apple SD Gothic Neo"/>
              </a:defRPr>
            </a:lvl6pPr>
            <a:lvl7pPr algn="ctr">
              <a:defRPr sz="1725" b="0">
                <a:solidFill>
                  <a:srgbClr val="A7B5CA"/>
                </a:solidFill>
                <a:latin typeface="Apple SD Gothic Neo"/>
                <a:ea typeface="Apple SD Gothic Neo"/>
                <a:cs typeface="Apple SD Gothic Neo"/>
              </a:defRPr>
            </a:lvl7pPr>
            <a:lvl8pPr algn="ctr">
              <a:defRPr sz="1725" b="0">
                <a:solidFill>
                  <a:srgbClr val="A7B5CA"/>
                </a:solidFill>
                <a:latin typeface="Apple SD Gothic Neo"/>
                <a:ea typeface="Apple SD Gothic Neo"/>
                <a:cs typeface="Apple SD Gothic Neo"/>
              </a:defRPr>
            </a:lvl8pPr>
            <a:lvl9pPr algn="ctr">
              <a:defRPr sz="1725" b="0">
                <a:solidFill>
                  <a:srgbClr val="A7B5CA"/>
                </a:solidFill>
                <a:latin typeface="Apple SD Gothic Neo"/>
                <a:ea typeface="Apple SD Gothic Neo"/>
                <a:cs typeface="Apple SD Gothic Neo"/>
              </a:defRPr>
            </a:lvl9pPr>
          </a:lstStyle>
          <a:p xmlns:a="http://schemas.openxmlformats.org/drawingml/2006/main">
            <a:pPr algn="ctr">
              <a:defRPr sz="1725" b="0">
                <a:solidFill>
                  <a:srgbClr val="A7B5CA"/>
                </a:solidFill>
                <a:latin typeface="Apple SD Gothic Neo"/>
                <a:ea typeface="Apple SD Gothic Neo"/>
                <a:cs typeface="Apple SD Gothic Neo"/>
              </a:defRPr>
            </a:pPr>
            <a:r>
              <a:rPr sz="1725" b="0">
                <a:solidFill>
                  <a:srgbClr val="A7B5CA"/>
                </a:solidFill>
                <a:latin typeface="Apple SD Gothic Neo"/>
                <a:ea typeface="Apple SD Gothic Neo"/>
                <a:cs typeface="Apple SD Gothic Neo"/>
              </a:rPr>
              <a:t>payload · 위치</a:t>
            </a:r>
          </a:p>
        </p:txBody>
      </p:sp>
      <p:sp>
        <p:nvSpPr>
          <p:cNvPr id="18" name="panel-90">
            <a:extLst xmlns:a="http://schemas.openxmlformats.org/drawingml/2006/main">
              <a:ext uri="{FF2B5EF4-FFF2-40B4-BE49-F238E27FC236}">
                <a16:creationId xmlns:a16="http://schemas.microsoft.com/office/drawing/2014/main" id="{875AC341-6457-4925-BECC-851136F7D79A}"/>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9" name="text-91">
            <a:extLst xmlns:a="http://schemas.openxmlformats.org/drawingml/2006/main">
              <a:ext uri="{FF2B5EF4-FFF2-40B4-BE49-F238E27FC236}">
                <a16:creationId xmlns:a16="http://schemas.microsoft.com/office/drawing/2014/main" id="{498554F4-F39B-4A55-93F1-0A8AD7738B3A}"/>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metadata.json이나 파일 이름을 보는 데서 끝내지 않습니다</a:t>
            </a:r>
          </a:p>
        </p:txBody>
      </p:sp>
      <p:sp>
        <p:nvSpPr>
          <p:cNvPr id="20" name="">
            <a:extLst xmlns:a="http://schemas.openxmlformats.org/drawingml/2006/main">
              <a:ext uri="{FF2B5EF4-FFF2-40B4-BE49-F238E27FC236}">
                <a16:creationId xmlns:a16="http://schemas.microsoft.com/office/drawing/2014/main" id="{3C2A9F35-E5B1-46A9-89EF-AF5D98A5D7A0}"/>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21" name="text-92">
            <a:extLst xmlns:a="http://schemas.openxmlformats.org/drawingml/2006/main">
              <a:ext uri="{FF2B5EF4-FFF2-40B4-BE49-F238E27FC236}">
                <a16:creationId xmlns:a16="http://schemas.microsoft.com/office/drawing/2014/main" id="{F7B8EDF4-CD72-47DB-9C0C-938091F1642A}"/>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22" name="text-93">
            <a:extLst xmlns:a="http://schemas.openxmlformats.org/drawingml/2006/main">
              <a:ext uri="{FF2B5EF4-FFF2-40B4-BE49-F238E27FC236}">
                <a16:creationId xmlns:a16="http://schemas.microsoft.com/office/drawing/2014/main" id="{531F8511-5779-478F-86F9-8D1238166A4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09</a:t>
            </a:r>
          </a:p>
        </p:txBody>
      </p:sp>
    </p:spTree>
    <p:extLst>
      <p:ext uri="{BB962C8B-B14F-4D97-AF65-F5344CB8AC3E}">
        <p14:creationId xmlns:p14="http://schemas.microsoft.com/office/powerpoint/2010/main" val="1262418476"/>
      </p:ext>
    </p:extLst>
  </p:cSld>
</p:sld>
</file>

<file path=ppt/slides/slide10.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94">
            <a:extLst xmlns:a="http://schemas.openxmlformats.org/drawingml/2006/main">
              <a:ext uri="{FF2B5EF4-FFF2-40B4-BE49-F238E27FC236}">
                <a16:creationId xmlns:a16="http://schemas.microsoft.com/office/drawing/2014/main" id="{6F64003C-1230-4BA0-90DA-D8CADF9EA8BE}"/>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95">
            <a:extLst xmlns:a="http://schemas.openxmlformats.org/drawingml/2006/main">
              <a:ext uri="{FF2B5EF4-FFF2-40B4-BE49-F238E27FC236}">
                <a16:creationId xmlns:a16="http://schemas.microsoft.com/office/drawing/2014/main" id="{BE06514B-C039-4489-8A1A-A63ACF2094D3}"/>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파일 확인에서 구분할 것</a:t>
            </a:r>
          </a:p>
        </p:txBody>
      </p:sp>
      <p:sp>
        <p:nvSpPr>
          <p:cNvPr id="3" name="panel-96">
            <a:extLst xmlns:a="http://schemas.openxmlformats.org/drawingml/2006/main">
              <a:ext uri="{FF2B5EF4-FFF2-40B4-BE49-F238E27FC236}">
                <a16:creationId xmlns:a16="http://schemas.microsoft.com/office/drawing/2014/main" id="{0A01620D-8596-4292-BBA0-DEC398D45BED}"/>
              </a:ext>
            </a:extLst>
          </p:cNvPr>
          <p:cNvSpPr>
            <a:spLocks xmlns:a="http://schemas.openxmlformats.org/drawingml/2006/main" noGrp="1"/>
          </p:cNvSpPr>
          <p:nvPr/>
        </p:nvSpPr>
        <p:spPr>
          <a:xfrm xmlns:a="http://schemas.openxmlformats.org/drawingml/2006/main">
            <a:off x="609600" y="1943100"/>
            <a:ext cx="3517900"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4" name="text-97">
            <a:extLst xmlns:a="http://schemas.openxmlformats.org/drawingml/2006/main">
              <a:ext uri="{FF2B5EF4-FFF2-40B4-BE49-F238E27FC236}">
                <a16:creationId xmlns:a16="http://schemas.microsoft.com/office/drawing/2014/main" id="{1AA2134C-C85C-4E66-BFCC-4C6C804B8652}"/>
              </a:ext>
            </a:extLst>
          </p:cNvPr>
          <p:cNvSpPr>
            <a:spLocks xmlns:a="http://schemas.openxmlformats.org/drawingml/2006/main" noGrp="1"/>
          </p:cNvSpPr>
          <p:nvPr/>
        </p:nvSpPr>
        <p:spPr>
          <a:xfrm xmlns:a="http://schemas.openxmlformats.org/drawingml/2006/main">
            <a:off x="838200" y="2209800"/>
            <a:ext cx="3060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B923C"/>
                </a:solidFill>
                <a:latin typeface="Apple SD Gothic Neo"/>
                <a:ea typeface="Apple SD Gothic Neo"/>
                <a:cs typeface="Apple SD Gothic Neo"/>
              </a:defRPr>
            </a:defPPr>
            <a:lvl1pPr algn="l">
              <a:defRPr sz="2250" b="1">
                <a:solidFill>
                  <a:srgbClr val="FB923C"/>
                </a:solidFill>
                <a:latin typeface="Apple SD Gothic Neo"/>
                <a:ea typeface="Apple SD Gothic Neo"/>
                <a:cs typeface="Apple SD Gothic Neo"/>
              </a:defRPr>
            </a:lvl1pPr>
            <a:lvl2pPr algn="l">
              <a:defRPr sz="2250" b="1">
                <a:solidFill>
                  <a:srgbClr val="FB923C"/>
                </a:solidFill>
                <a:latin typeface="Apple SD Gothic Neo"/>
                <a:ea typeface="Apple SD Gothic Neo"/>
                <a:cs typeface="Apple SD Gothic Neo"/>
              </a:defRPr>
            </a:lvl2pPr>
            <a:lvl3pPr algn="l">
              <a:defRPr sz="2250" b="1">
                <a:solidFill>
                  <a:srgbClr val="FB923C"/>
                </a:solidFill>
                <a:latin typeface="Apple SD Gothic Neo"/>
                <a:ea typeface="Apple SD Gothic Neo"/>
                <a:cs typeface="Apple SD Gothic Neo"/>
              </a:defRPr>
            </a:lvl3pPr>
            <a:lvl4pPr algn="l">
              <a:defRPr sz="2250" b="1">
                <a:solidFill>
                  <a:srgbClr val="FB923C"/>
                </a:solidFill>
                <a:latin typeface="Apple SD Gothic Neo"/>
                <a:ea typeface="Apple SD Gothic Neo"/>
                <a:cs typeface="Apple SD Gothic Neo"/>
              </a:defRPr>
            </a:lvl4pPr>
            <a:lvl5pPr algn="l">
              <a:defRPr sz="2250" b="1">
                <a:solidFill>
                  <a:srgbClr val="FB923C"/>
                </a:solidFill>
                <a:latin typeface="Apple SD Gothic Neo"/>
                <a:ea typeface="Apple SD Gothic Neo"/>
                <a:cs typeface="Apple SD Gothic Neo"/>
              </a:defRPr>
            </a:lvl5pPr>
            <a:lvl6pPr algn="l">
              <a:defRPr sz="2250" b="1">
                <a:solidFill>
                  <a:srgbClr val="FB923C"/>
                </a:solidFill>
                <a:latin typeface="Apple SD Gothic Neo"/>
                <a:ea typeface="Apple SD Gothic Neo"/>
                <a:cs typeface="Apple SD Gothic Neo"/>
              </a:defRPr>
            </a:lvl6pPr>
            <a:lvl7pPr algn="l">
              <a:defRPr sz="2250" b="1">
                <a:solidFill>
                  <a:srgbClr val="FB923C"/>
                </a:solidFill>
                <a:latin typeface="Apple SD Gothic Neo"/>
                <a:ea typeface="Apple SD Gothic Neo"/>
                <a:cs typeface="Apple SD Gothic Neo"/>
              </a:defRPr>
            </a:lvl7pPr>
            <a:lvl8pPr algn="l">
              <a:defRPr sz="2250" b="1">
                <a:solidFill>
                  <a:srgbClr val="FB923C"/>
                </a:solidFill>
                <a:latin typeface="Apple SD Gothic Neo"/>
                <a:ea typeface="Apple SD Gothic Neo"/>
                <a:cs typeface="Apple SD Gothic Neo"/>
              </a:defRPr>
            </a:lvl8pPr>
            <a:lvl9pPr algn="l">
              <a:defRPr sz="2250" b="1">
                <a:solidFill>
                  <a:srgbClr val="FB923C"/>
                </a:solidFill>
                <a:latin typeface="Apple SD Gothic Neo"/>
                <a:ea typeface="Apple SD Gothic Neo"/>
                <a:cs typeface="Apple SD Gothic Neo"/>
              </a:defRPr>
            </a:lvl9pPr>
          </a:lstStyle>
          <a:p xmlns:a="http://schemas.openxmlformats.org/drawingml/2006/main">
            <a:pPr algn="l">
              <a:defRPr sz="2250" b="1">
                <a:solidFill>
                  <a:srgbClr val="FB923C"/>
                </a:solidFill>
                <a:latin typeface="Apple SD Gothic Neo"/>
                <a:ea typeface="Apple SD Gothic Neo"/>
                <a:cs typeface="Apple SD Gothic Neo"/>
              </a:defRPr>
            </a:pPr>
            <a:r>
              <a:rPr sz="2250" b="1">
                <a:solidFill>
                  <a:srgbClr val="FB923C"/>
                </a:solidFill>
                <a:latin typeface="Apple SD Gothic Neo"/>
                <a:ea typeface="Apple SD Gothic Neo"/>
                <a:cs typeface="Apple SD Gothic Neo"/>
              </a:rPr>
              <a:t>변경 이벤트</a:t>
            </a:r>
          </a:p>
        </p:txBody>
      </p:sp>
      <p:sp>
        <p:nvSpPr>
          <p:cNvPr id="5" name="text-98">
            <a:extLst xmlns:a="http://schemas.openxmlformats.org/drawingml/2006/main">
              <a:ext uri="{FF2B5EF4-FFF2-40B4-BE49-F238E27FC236}">
                <a16:creationId xmlns:a16="http://schemas.microsoft.com/office/drawing/2014/main" id="{F94BCF65-2D1B-4334-9D33-96268A69FC64}"/>
              </a:ext>
            </a:extLst>
          </p:cNvPr>
          <p:cNvSpPr>
            <a:spLocks xmlns:a="http://schemas.openxmlformats.org/drawingml/2006/main" noGrp="1"/>
          </p:cNvSpPr>
          <p:nvPr/>
        </p:nvSpPr>
        <p:spPr>
          <a:xfrm xmlns:a="http://schemas.openxmlformats.org/drawingml/2006/main">
            <a:off x="838200" y="3086100"/>
            <a:ext cx="3060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c/u/d 각각이</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Bronze의 한 이력</a:t>
            </a:r>
          </a:p>
        </p:txBody>
      </p:sp>
      <p:sp>
        <p:nvSpPr>
          <p:cNvPr id="6" name="panel-99">
            <a:extLst xmlns:a="http://schemas.openxmlformats.org/drawingml/2006/main">
              <a:ext uri="{FF2B5EF4-FFF2-40B4-BE49-F238E27FC236}">
                <a16:creationId xmlns:a16="http://schemas.microsoft.com/office/drawing/2014/main" id="{8E7A3948-B700-4BF9-9BF2-1F04A550AF79}"/>
              </a:ext>
            </a:extLst>
          </p:cNvPr>
          <p:cNvSpPr>
            <a:spLocks xmlns:a="http://schemas.openxmlformats.org/drawingml/2006/main" noGrp="1"/>
          </p:cNvSpPr>
          <p:nvPr/>
        </p:nvSpPr>
        <p:spPr>
          <a:xfrm xmlns:a="http://schemas.openxmlformats.org/drawingml/2006/main">
            <a:off x="4337050" y="1943100"/>
            <a:ext cx="3517900"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7" name="text-100">
            <a:extLst xmlns:a="http://schemas.openxmlformats.org/drawingml/2006/main">
              <a:ext uri="{FF2B5EF4-FFF2-40B4-BE49-F238E27FC236}">
                <a16:creationId xmlns:a16="http://schemas.microsoft.com/office/drawing/2014/main" id="{D177E7DE-7CBB-4A8E-A675-9CF12270BAD6}"/>
              </a:ext>
            </a:extLst>
          </p:cNvPr>
          <p:cNvSpPr>
            <a:spLocks xmlns:a="http://schemas.openxmlformats.org/drawingml/2006/main" noGrp="1"/>
          </p:cNvSpPr>
          <p:nvPr/>
        </p:nvSpPr>
        <p:spPr>
          <a:xfrm xmlns:a="http://schemas.openxmlformats.org/drawingml/2006/main">
            <a:off x="4565650" y="2209800"/>
            <a:ext cx="3060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D3EE"/>
                </a:solidFill>
                <a:latin typeface="Apple SD Gothic Neo"/>
                <a:ea typeface="Apple SD Gothic Neo"/>
                <a:cs typeface="Apple SD Gothic Neo"/>
              </a:defRPr>
            </a:defPPr>
            <a:lvl1pPr algn="l">
              <a:defRPr sz="2250" b="1">
                <a:solidFill>
                  <a:srgbClr val="22D3EE"/>
                </a:solidFill>
                <a:latin typeface="Apple SD Gothic Neo"/>
                <a:ea typeface="Apple SD Gothic Neo"/>
                <a:cs typeface="Apple SD Gothic Neo"/>
              </a:defRPr>
            </a:lvl1pPr>
            <a:lvl2pPr algn="l">
              <a:defRPr sz="2250" b="1">
                <a:solidFill>
                  <a:srgbClr val="22D3EE"/>
                </a:solidFill>
                <a:latin typeface="Apple SD Gothic Neo"/>
                <a:ea typeface="Apple SD Gothic Neo"/>
                <a:cs typeface="Apple SD Gothic Neo"/>
              </a:defRPr>
            </a:lvl2pPr>
            <a:lvl3pPr algn="l">
              <a:defRPr sz="2250" b="1">
                <a:solidFill>
                  <a:srgbClr val="22D3EE"/>
                </a:solidFill>
                <a:latin typeface="Apple SD Gothic Neo"/>
                <a:ea typeface="Apple SD Gothic Neo"/>
                <a:cs typeface="Apple SD Gothic Neo"/>
              </a:defRPr>
            </a:lvl3pPr>
            <a:lvl4pPr algn="l">
              <a:defRPr sz="2250" b="1">
                <a:solidFill>
                  <a:srgbClr val="22D3EE"/>
                </a:solidFill>
                <a:latin typeface="Apple SD Gothic Neo"/>
                <a:ea typeface="Apple SD Gothic Neo"/>
                <a:cs typeface="Apple SD Gothic Neo"/>
              </a:defRPr>
            </a:lvl4pPr>
            <a:lvl5pPr algn="l">
              <a:defRPr sz="2250" b="1">
                <a:solidFill>
                  <a:srgbClr val="22D3EE"/>
                </a:solidFill>
                <a:latin typeface="Apple SD Gothic Neo"/>
                <a:ea typeface="Apple SD Gothic Neo"/>
                <a:cs typeface="Apple SD Gothic Neo"/>
              </a:defRPr>
            </a:lvl5pPr>
            <a:lvl6pPr algn="l">
              <a:defRPr sz="2250" b="1">
                <a:solidFill>
                  <a:srgbClr val="22D3EE"/>
                </a:solidFill>
                <a:latin typeface="Apple SD Gothic Neo"/>
                <a:ea typeface="Apple SD Gothic Neo"/>
                <a:cs typeface="Apple SD Gothic Neo"/>
              </a:defRPr>
            </a:lvl6pPr>
            <a:lvl7pPr algn="l">
              <a:defRPr sz="2250" b="1">
                <a:solidFill>
                  <a:srgbClr val="22D3EE"/>
                </a:solidFill>
                <a:latin typeface="Apple SD Gothic Neo"/>
                <a:ea typeface="Apple SD Gothic Neo"/>
                <a:cs typeface="Apple SD Gothic Neo"/>
              </a:defRPr>
            </a:lvl7pPr>
            <a:lvl8pPr algn="l">
              <a:defRPr sz="2250" b="1">
                <a:solidFill>
                  <a:srgbClr val="22D3EE"/>
                </a:solidFill>
                <a:latin typeface="Apple SD Gothic Neo"/>
                <a:ea typeface="Apple SD Gothic Neo"/>
                <a:cs typeface="Apple SD Gothic Neo"/>
              </a:defRPr>
            </a:lvl8pPr>
            <a:lvl9pPr algn="l">
              <a:defRPr sz="2250" b="1">
                <a:solidFill>
                  <a:srgbClr val="22D3EE"/>
                </a:solidFill>
                <a:latin typeface="Apple SD Gothic Neo"/>
                <a:ea typeface="Apple SD Gothic Neo"/>
                <a:cs typeface="Apple SD Gothic Neo"/>
              </a:defRPr>
            </a:lvl9pPr>
          </a:lstStyle>
          <a:p xmlns:a="http://schemas.openxmlformats.org/drawingml/2006/main">
            <a:pPr algn="l">
              <a:defRPr sz="2250" b="1">
                <a:solidFill>
                  <a:srgbClr val="22D3EE"/>
                </a:solidFill>
                <a:latin typeface="Apple SD Gothic Neo"/>
                <a:ea typeface="Apple SD Gothic Neo"/>
                <a:cs typeface="Apple SD Gothic Neo"/>
              </a:defRPr>
            </a:pPr>
            <a:r>
              <a:rPr sz="2250" b="1">
                <a:solidFill>
                  <a:srgbClr val="22D3EE"/>
                </a:solidFill>
                <a:latin typeface="Apple SD Gothic Neo"/>
                <a:ea typeface="Apple SD Gothic Neo"/>
                <a:cs typeface="Apple SD Gothic Neo"/>
              </a:rPr>
              <a:t>데이터 파일</a:t>
            </a:r>
          </a:p>
        </p:txBody>
      </p:sp>
      <p:sp>
        <p:nvSpPr>
          <p:cNvPr id="8" name="text-101">
            <a:extLst xmlns:a="http://schemas.openxmlformats.org/drawingml/2006/main">
              <a:ext uri="{FF2B5EF4-FFF2-40B4-BE49-F238E27FC236}">
                <a16:creationId xmlns:a16="http://schemas.microsoft.com/office/drawing/2014/main" id="{2E14DB25-7E36-45FA-B94C-3ADF84563C3A}"/>
              </a:ext>
            </a:extLst>
          </p:cNvPr>
          <p:cNvSpPr>
            <a:spLocks xmlns:a="http://schemas.openxmlformats.org/drawingml/2006/main" noGrp="1"/>
          </p:cNvSpPr>
          <p:nvPr/>
        </p:nvSpPr>
        <p:spPr>
          <a:xfrm xmlns:a="http://schemas.openxmlformats.org/drawingml/2006/main">
            <a:off x="4565650" y="3086100"/>
            <a:ext cx="3060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여러 키·이벤트가</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같이 들어갈 수 있음</a:t>
            </a:r>
          </a:p>
        </p:txBody>
      </p:sp>
      <p:sp>
        <p:nvSpPr>
          <p:cNvPr id="9" name="panel-102">
            <a:extLst xmlns:a="http://schemas.openxmlformats.org/drawingml/2006/main">
              <a:ext uri="{FF2B5EF4-FFF2-40B4-BE49-F238E27FC236}">
                <a16:creationId xmlns:a16="http://schemas.microsoft.com/office/drawing/2014/main" id="{998134D2-8E71-4E38-8DEF-33CC8CDE828F}"/>
              </a:ext>
            </a:extLst>
          </p:cNvPr>
          <p:cNvSpPr>
            <a:spLocks xmlns:a="http://schemas.openxmlformats.org/drawingml/2006/main" noGrp="1"/>
          </p:cNvSpPr>
          <p:nvPr/>
        </p:nvSpPr>
        <p:spPr>
          <a:xfrm xmlns:a="http://schemas.openxmlformats.org/drawingml/2006/main">
            <a:off x="8064500" y="1943100"/>
            <a:ext cx="3517900"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10" name="text-103">
            <a:extLst xmlns:a="http://schemas.openxmlformats.org/drawingml/2006/main">
              <a:ext uri="{FF2B5EF4-FFF2-40B4-BE49-F238E27FC236}">
                <a16:creationId xmlns:a16="http://schemas.microsoft.com/office/drawing/2014/main" id="{E9C37465-9A05-4456-81A9-B0E7F30BC478}"/>
              </a:ext>
            </a:extLst>
          </p:cNvPr>
          <p:cNvSpPr>
            <a:spLocks xmlns:a="http://schemas.openxmlformats.org/drawingml/2006/main" noGrp="1"/>
          </p:cNvSpPr>
          <p:nvPr/>
        </p:nvSpPr>
        <p:spPr>
          <a:xfrm xmlns:a="http://schemas.openxmlformats.org/drawingml/2006/main">
            <a:off x="8293100" y="2209800"/>
            <a:ext cx="3060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D3EE"/>
                </a:solidFill>
                <a:latin typeface="Apple SD Gothic Neo"/>
                <a:ea typeface="Apple SD Gothic Neo"/>
                <a:cs typeface="Apple SD Gothic Neo"/>
              </a:defRPr>
            </a:defPPr>
            <a:lvl1pPr algn="l">
              <a:defRPr sz="2250" b="1">
                <a:solidFill>
                  <a:srgbClr val="22D3EE"/>
                </a:solidFill>
                <a:latin typeface="Apple SD Gothic Neo"/>
                <a:ea typeface="Apple SD Gothic Neo"/>
                <a:cs typeface="Apple SD Gothic Neo"/>
              </a:defRPr>
            </a:lvl1pPr>
            <a:lvl2pPr algn="l">
              <a:defRPr sz="2250" b="1">
                <a:solidFill>
                  <a:srgbClr val="22D3EE"/>
                </a:solidFill>
                <a:latin typeface="Apple SD Gothic Neo"/>
                <a:ea typeface="Apple SD Gothic Neo"/>
                <a:cs typeface="Apple SD Gothic Neo"/>
              </a:defRPr>
            </a:lvl2pPr>
            <a:lvl3pPr algn="l">
              <a:defRPr sz="2250" b="1">
                <a:solidFill>
                  <a:srgbClr val="22D3EE"/>
                </a:solidFill>
                <a:latin typeface="Apple SD Gothic Neo"/>
                <a:ea typeface="Apple SD Gothic Neo"/>
                <a:cs typeface="Apple SD Gothic Neo"/>
              </a:defRPr>
            </a:lvl3pPr>
            <a:lvl4pPr algn="l">
              <a:defRPr sz="2250" b="1">
                <a:solidFill>
                  <a:srgbClr val="22D3EE"/>
                </a:solidFill>
                <a:latin typeface="Apple SD Gothic Neo"/>
                <a:ea typeface="Apple SD Gothic Neo"/>
                <a:cs typeface="Apple SD Gothic Neo"/>
              </a:defRPr>
            </a:lvl4pPr>
            <a:lvl5pPr algn="l">
              <a:defRPr sz="2250" b="1">
                <a:solidFill>
                  <a:srgbClr val="22D3EE"/>
                </a:solidFill>
                <a:latin typeface="Apple SD Gothic Neo"/>
                <a:ea typeface="Apple SD Gothic Neo"/>
                <a:cs typeface="Apple SD Gothic Neo"/>
              </a:defRPr>
            </a:lvl5pPr>
            <a:lvl6pPr algn="l">
              <a:defRPr sz="2250" b="1">
                <a:solidFill>
                  <a:srgbClr val="22D3EE"/>
                </a:solidFill>
                <a:latin typeface="Apple SD Gothic Neo"/>
                <a:ea typeface="Apple SD Gothic Neo"/>
                <a:cs typeface="Apple SD Gothic Neo"/>
              </a:defRPr>
            </a:lvl6pPr>
            <a:lvl7pPr algn="l">
              <a:defRPr sz="2250" b="1">
                <a:solidFill>
                  <a:srgbClr val="22D3EE"/>
                </a:solidFill>
                <a:latin typeface="Apple SD Gothic Neo"/>
                <a:ea typeface="Apple SD Gothic Neo"/>
                <a:cs typeface="Apple SD Gothic Neo"/>
              </a:defRPr>
            </a:lvl7pPr>
            <a:lvl8pPr algn="l">
              <a:defRPr sz="2250" b="1">
                <a:solidFill>
                  <a:srgbClr val="22D3EE"/>
                </a:solidFill>
                <a:latin typeface="Apple SD Gothic Neo"/>
                <a:ea typeface="Apple SD Gothic Neo"/>
                <a:cs typeface="Apple SD Gothic Neo"/>
              </a:defRPr>
            </a:lvl8pPr>
            <a:lvl9pPr algn="l">
              <a:defRPr sz="2250" b="1">
                <a:solidFill>
                  <a:srgbClr val="22D3EE"/>
                </a:solidFill>
                <a:latin typeface="Apple SD Gothic Neo"/>
                <a:ea typeface="Apple SD Gothic Neo"/>
                <a:cs typeface="Apple SD Gothic Neo"/>
              </a:defRPr>
            </a:lvl9pPr>
          </a:lstStyle>
          <a:p xmlns:a="http://schemas.openxmlformats.org/drawingml/2006/main">
            <a:pPr algn="l">
              <a:defRPr sz="2250" b="1">
                <a:solidFill>
                  <a:srgbClr val="22D3EE"/>
                </a:solidFill>
                <a:latin typeface="Apple SD Gothic Neo"/>
                <a:ea typeface="Apple SD Gothic Neo"/>
                <a:cs typeface="Apple SD Gothic Neo"/>
              </a:defRPr>
            </a:pPr>
            <a:r>
              <a:rPr sz="2250" b="1">
                <a:solidFill>
                  <a:srgbClr val="22D3EE"/>
                </a:solidFill>
                <a:latin typeface="Apple SD Gothic Neo"/>
                <a:ea typeface="Apple SD Gothic Neo"/>
                <a:cs typeface="Apple SD Gothic Neo"/>
              </a:rPr>
              <a:t>Iceberg snapshot</a:t>
            </a:r>
          </a:p>
        </p:txBody>
      </p:sp>
      <p:sp>
        <p:nvSpPr>
          <p:cNvPr id="11" name="text-104">
            <a:extLst xmlns:a="http://schemas.openxmlformats.org/drawingml/2006/main">
              <a:ext uri="{FF2B5EF4-FFF2-40B4-BE49-F238E27FC236}">
                <a16:creationId xmlns:a16="http://schemas.microsoft.com/office/drawing/2014/main" id="{7D0B2B57-BC53-4FA4-B402-AC30B922DB08}"/>
              </a:ext>
            </a:extLst>
          </p:cNvPr>
          <p:cNvSpPr>
            <a:spLocks xmlns:a="http://schemas.openxmlformats.org/drawingml/2006/main" noGrp="1"/>
          </p:cNvSpPr>
          <p:nvPr/>
        </p:nvSpPr>
        <p:spPr>
          <a:xfrm xmlns:a="http://schemas.openxmlformats.org/drawingml/2006/main">
            <a:off x="8293100" y="3086100"/>
            <a:ext cx="3060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테이블이 참조하는</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파일 집합의 버전</a:t>
            </a:r>
          </a:p>
        </p:txBody>
      </p:sp>
      <p:sp>
        <p:nvSpPr>
          <p:cNvPr id="12" name="panel-105">
            <a:extLst xmlns:a="http://schemas.openxmlformats.org/drawingml/2006/main">
              <a:ext uri="{FF2B5EF4-FFF2-40B4-BE49-F238E27FC236}">
                <a16:creationId xmlns:a16="http://schemas.microsoft.com/office/drawing/2014/main" id="{C5C73703-52AF-4216-825D-DCAC6830ABF4}"/>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3" name="text-106">
            <a:extLst xmlns:a="http://schemas.openxmlformats.org/drawingml/2006/main">
              <a:ext uri="{FF2B5EF4-FFF2-40B4-BE49-F238E27FC236}">
                <a16:creationId xmlns:a16="http://schemas.microsoft.com/office/drawing/2014/main" id="{73BC5D04-C1DF-41ED-A6EA-9B4C5BB196FC}"/>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DML 한 번 = 파일 한 개 = snapshot 한 개로 가정하지 않습니다</a:t>
            </a:r>
          </a:p>
        </p:txBody>
      </p:sp>
      <p:sp>
        <p:nvSpPr>
          <p:cNvPr id="14" name="">
            <a:extLst xmlns:a="http://schemas.openxmlformats.org/drawingml/2006/main">
              <a:ext uri="{FF2B5EF4-FFF2-40B4-BE49-F238E27FC236}">
                <a16:creationId xmlns:a16="http://schemas.microsoft.com/office/drawing/2014/main" id="{3B611BAA-3049-4ECB-A2D3-FDD055D52906}"/>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107">
            <a:extLst xmlns:a="http://schemas.openxmlformats.org/drawingml/2006/main">
              <a:ext uri="{FF2B5EF4-FFF2-40B4-BE49-F238E27FC236}">
                <a16:creationId xmlns:a16="http://schemas.microsoft.com/office/drawing/2014/main" id="{3DFAAF0E-7F9B-436C-B4C1-9892D3D4C5BB}"/>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16" name="text-108">
            <a:extLst xmlns:a="http://schemas.openxmlformats.org/drawingml/2006/main">
              <a:ext uri="{FF2B5EF4-FFF2-40B4-BE49-F238E27FC236}">
                <a16:creationId xmlns:a16="http://schemas.microsoft.com/office/drawing/2014/main" id="{3F0A693C-8E48-41EC-A880-4E320C90CFE5}"/>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10</a:t>
            </a:r>
          </a:p>
        </p:txBody>
      </p:sp>
    </p:spTree>
    <p:extLst>
      <p:ext uri="{BB962C8B-B14F-4D97-AF65-F5344CB8AC3E}">
        <p14:creationId xmlns:p14="http://schemas.microsoft.com/office/powerpoint/2010/main" val="52075307"/>
      </p:ext>
    </p:extLst>
  </p:cSld>
</p:sld>
</file>

<file path=ppt/slides/slide11.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20" name="text-109">
            <a:extLst xmlns:a="http://schemas.openxmlformats.org/drawingml/2006/main">
              <a:ext uri="{FF2B5EF4-FFF2-40B4-BE49-F238E27FC236}">
                <a16:creationId xmlns:a16="http://schemas.microsoft.com/office/drawing/2014/main" id="{3E1FE09C-98F1-4898-BD67-6DD7813FD133}"/>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110">
            <a:extLst xmlns:a="http://schemas.openxmlformats.org/drawingml/2006/main">
              <a:ext uri="{FF2B5EF4-FFF2-40B4-BE49-F238E27FC236}">
                <a16:creationId xmlns:a16="http://schemas.microsoft.com/office/drawing/2014/main" id="{25653852-04A1-4A0D-95DD-822087D478C5}"/>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PostgreSQL에서 확인할 수집 조건</a:t>
            </a:r>
          </a:p>
        </p:txBody>
      </p:sp>
      <p:sp>
        <p:nvSpPr>
          <p:cNvPr id="3" name="panel-111">
            <a:extLst xmlns:a="http://schemas.openxmlformats.org/drawingml/2006/main">
              <a:ext uri="{FF2B5EF4-FFF2-40B4-BE49-F238E27FC236}">
                <a16:creationId xmlns:a16="http://schemas.microsoft.com/office/drawing/2014/main" id="{46436730-311D-4231-BF55-6C5C5EA96309}"/>
              </a:ext>
            </a:extLst>
          </p:cNvPr>
          <p:cNvSpPr>
            <a:spLocks xmlns:a="http://schemas.openxmlformats.org/drawingml/2006/main" noGrp="1"/>
          </p:cNvSpPr>
          <p:nvPr/>
        </p:nvSpPr>
        <p:spPr>
          <a:xfrm xmlns:a="http://schemas.openxmlformats.org/drawingml/2006/main">
            <a:off x="609600" y="1752600"/>
            <a:ext cx="5372100" cy="1562100"/>
          </a:xfrm>
          <a:prstGeom xmlns:a="http://schemas.openxmlformats.org/drawingml/2006/main" prst="roundRect">
            <a:avLst>
              <a:gd name="adj" fmla="val 5488"/>
            </a:avLst>
          </a:prstGeom>
          <a:solidFill xmlns:a="http://schemas.openxmlformats.org/drawingml/2006/main">
            <a:srgbClr val="1E293B"/>
          </a:solidFill>
          <a:ln xmlns:a="http://schemas.openxmlformats.org/drawingml/2006/main" w="9525">
            <a:solidFill>
              <a:srgbClr val="334155"/>
            </a:solidFill>
          </a:ln>
        </p:spPr>
      </p:sp>
      <p:sp>
        <p:nvSpPr>
          <p:cNvPr id="4" name="text-112">
            <a:extLst xmlns:a="http://schemas.openxmlformats.org/drawingml/2006/main">
              <a:ext uri="{FF2B5EF4-FFF2-40B4-BE49-F238E27FC236}">
                <a16:creationId xmlns:a16="http://schemas.microsoft.com/office/drawing/2014/main" id="{F5A56689-0262-48D8-92CA-A7AA1B01ACAA}"/>
              </a:ext>
            </a:extLst>
          </p:cNvPr>
          <p:cNvSpPr>
            <a:spLocks xmlns:a="http://schemas.openxmlformats.org/drawingml/2006/main" noGrp="1"/>
          </p:cNvSpPr>
          <p:nvPr/>
        </p:nvSpPr>
        <p:spPr>
          <a:xfrm xmlns:a="http://schemas.openxmlformats.org/drawingml/2006/main">
            <a:off x="838200" y="1943100"/>
            <a:ext cx="4914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B923C"/>
                </a:solidFill>
                <a:latin typeface="Apple SD Gothic Neo"/>
                <a:ea typeface="Apple SD Gothic Neo"/>
                <a:cs typeface="Apple SD Gothic Neo"/>
              </a:defRPr>
            </a:defPPr>
            <a:lvl1pPr algn="l">
              <a:defRPr sz="2250" b="1">
                <a:solidFill>
                  <a:srgbClr val="FB923C"/>
                </a:solidFill>
                <a:latin typeface="Apple SD Gothic Neo"/>
                <a:ea typeface="Apple SD Gothic Neo"/>
                <a:cs typeface="Apple SD Gothic Neo"/>
              </a:defRPr>
            </a:lvl1pPr>
            <a:lvl2pPr algn="l">
              <a:defRPr sz="2250" b="1">
                <a:solidFill>
                  <a:srgbClr val="FB923C"/>
                </a:solidFill>
                <a:latin typeface="Apple SD Gothic Neo"/>
                <a:ea typeface="Apple SD Gothic Neo"/>
                <a:cs typeface="Apple SD Gothic Neo"/>
              </a:defRPr>
            </a:lvl2pPr>
            <a:lvl3pPr algn="l">
              <a:defRPr sz="2250" b="1">
                <a:solidFill>
                  <a:srgbClr val="FB923C"/>
                </a:solidFill>
                <a:latin typeface="Apple SD Gothic Neo"/>
                <a:ea typeface="Apple SD Gothic Neo"/>
                <a:cs typeface="Apple SD Gothic Neo"/>
              </a:defRPr>
            </a:lvl3pPr>
            <a:lvl4pPr algn="l">
              <a:defRPr sz="2250" b="1">
                <a:solidFill>
                  <a:srgbClr val="FB923C"/>
                </a:solidFill>
                <a:latin typeface="Apple SD Gothic Neo"/>
                <a:ea typeface="Apple SD Gothic Neo"/>
                <a:cs typeface="Apple SD Gothic Neo"/>
              </a:defRPr>
            </a:lvl4pPr>
            <a:lvl5pPr algn="l">
              <a:defRPr sz="2250" b="1">
                <a:solidFill>
                  <a:srgbClr val="FB923C"/>
                </a:solidFill>
                <a:latin typeface="Apple SD Gothic Neo"/>
                <a:ea typeface="Apple SD Gothic Neo"/>
                <a:cs typeface="Apple SD Gothic Neo"/>
              </a:defRPr>
            </a:lvl5pPr>
            <a:lvl6pPr algn="l">
              <a:defRPr sz="2250" b="1">
                <a:solidFill>
                  <a:srgbClr val="FB923C"/>
                </a:solidFill>
                <a:latin typeface="Apple SD Gothic Neo"/>
                <a:ea typeface="Apple SD Gothic Neo"/>
                <a:cs typeface="Apple SD Gothic Neo"/>
              </a:defRPr>
            </a:lvl6pPr>
            <a:lvl7pPr algn="l">
              <a:defRPr sz="2250" b="1">
                <a:solidFill>
                  <a:srgbClr val="FB923C"/>
                </a:solidFill>
                <a:latin typeface="Apple SD Gothic Neo"/>
                <a:ea typeface="Apple SD Gothic Neo"/>
                <a:cs typeface="Apple SD Gothic Neo"/>
              </a:defRPr>
            </a:lvl7pPr>
            <a:lvl8pPr algn="l">
              <a:defRPr sz="2250" b="1">
                <a:solidFill>
                  <a:srgbClr val="FB923C"/>
                </a:solidFill>
                <a:latin typeface="Apple SD Gothic Neo"/>
                <a:ea typeface="Apple SD Gothic Neo"/>
                <a:cs typeface="Apple SD Gothic Neo"/>
              </a:defRPr>
            </a:lvl8pPr>
            <a:lvl9pPr algn="l">
              <a:defRPr sz="2250" b="1">
                <a:solidFill>
                  <a:srgbClr val="FB923C"/>
                </a:solidFill>
                <a:latin typeface="Apple SD Gothic Neo"/>
                <a:ea typeface="Apple SD Gothic Neo"/>
                <a:cs typeface="Apple SD Gothic Neo"/>
              </a:defRPr>
            </a:lvl9pPr>
          </a:lstStyle>
          <a:p xmlns:a="http://schemas.openxmlformats.org/drawingml/2006/main">
            <a:pPr algn="l">
              <a:defRPr sz="2250" b="1">
                <a:solidFill>
                  <a:srgbClr val="FB923C"/>
                </a:solidFill>
                <a:latin typeface="Apple SD Gothic Neo"/>
                <a:ea typeface="Apple SD Gothic Neo"/>
                <a:cs typeface="Apple SD Gothic Neo"/>
              </a:defRPr>
            </a:pPr>
            <a:r>
              <a:rPr sz="2250" b="1">
                <a:solidFill>
                  <a:srgbClr val="FB923C"/>
                </a:solidFill>
                <a:latin typeface="Apple SD Gothic Neo"/>
                <a:ea typeface="Apple SD Gothic Neo"/>
                <a:cs typeface="Apple SD Gothic Neo"/>
              </a:rPr>
              <a:t>wal_level</a:t>
            </a:r>
          </a:p>
        </p:txBody>
      </p:sp>
      <p:sp>
        <p:nvSpPr>
          <p:cNvPr id="5" name="text-113">
            <a:extLst xmlns:a="http://schemas.openxmlformats.org/drawingml/2006/main">
              <a:ext uri="{FF2B5EF4-FFF2-40B4-BE49-F238E27FC236}">
                <a16:creationId xmlns:a16="http://schemas.microsoft.com/office/drawing/2014/main" id="{3686DA2F-24F9-449B-BB4C-04DE6F8665A5}"/>
              </a:ext>
            </a:extLst>
          </p:cNvPr>
          <p:cNvSpPr>
            <a:spLocks xmlns:a="http://schemas.openxmlformats.org/drawingml/2006/main" noGrp="1"/>
          </p:cNvSpPr>
          <p:nvPr/>
        </p:nvSpPr>
        <p:spPr>
          <a:xfrm xmlns:a="http://schemas.openxmlformats.org/drawingml/2006/main">
            <a:off x="838200" y="2438400"/>
            <a:ext cx="4914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논리 디코딩에 필요한</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WAL 설정</a:t>
            </a:r>
          </a:p>
        </p:txBody>
      </p:sp>
      <p:sp>
        <p:nvSpPr>
          <p:cNvPr id="6" name="panel-114">
            <a:extLst xmlns:a="http://schemas.openxmlformats.org/drawingml/2006/main">
              <a:ext uri="{FF2B5EF4-FFF2-40B4-BE49-F238E27FC236}">
                <a16:creationId xmlns:a16="http://schemas.microsoft.com/office/drawing/2014/main" id="{777E968E-ABED-4380-854B-3EBCF60CC743}"/>
              </a:ext>
            </a:extLst>
          </p:cNvPr>
          <p:cNvSpPr>
            <a:spLocks xmlns:a="http://schemas.openxmlformats.org/drawingml/2006/main" noGrp="1"/>
          </p:cNvSpPr>
          <p:nvPr/>
        </p:nvSpPr>
        <p:spPr>
          <a:xfrm xmlns:a="http://schemas.openxmlformats.org/drawingml/2006/main">
            <a:off x="6210300" y="1752600"/>
            <a:ext cx="5372100" cy="1562100"/>
          </a:xfrm>
          <a:prstGeom xmlns:a="http://schemas.openxmlformats.org/drawingml/2006/main" prst="roundRect">
            <a:avLst>
              <a:gd name="adj" fmla="val 5488"/>
            </a:avLst>
          </a:prstGeom>
          <a:solidFill xmlns:a="http://schemas.openxmlformats.org/drawingml/2006/main">
            <a:srgbClr val="1E293B"/>
          </a:solidFill>
          <a:ln xmlns:a="http://schemas.openxmlformats.org/drawingml/2006/main" w="9525">
            <a:solidFill>
              <a:srgbClr val="334155"/>
            </a:solidFill>
          </a:ln>
        </p:spPr>
      </p:sp>
      <p:sp>
        <p:nvSpPr>
          <p:cNvPr id="7" name="text-115">
            <a:extLst xmlns:a="http://schemas.openxmlformats.org/drawingml/2006/main">
              <a:ext uri="{FF2B5EF4-FFF2-40B4-BE49-F238E27FC236}">
                <a16:creationId xmlns:a16="http://schemas.microsoft.com/office/drawing/2014/main" id="{B3E98C35-F352-42EE-960B-05B275E9F5D0}"/>
              </a:ext>
            </a:extLst>
          </p:cNvPr>
          <p:cNvSpPr>
            <a:spLocks xmlns:a="http://schemas.openxmlformats.org/drawingml/2006/main" noGrp="1"/>
          </p:cNvSpPr>
          <p:nvPr/>
        </p:nvSpPr>
        <p:spPr>
          <a:xfrm xmlns:a="http://schemas.openxmlformats.org/drawingml/2006/main">
            <a:off x="6438900" y="1943100"/>
            <a:ext cx="4914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D3EE"/>
                </a:solidFill>
                <a:latin typeface="Apple SD Gothic Neo"/>
                <a:ea typeface="Apple SD Gothic Neo"/>
                <a:cs typeface="Apple SD Gothic Neo"/>
              </a:defRPr>
            </a:defPPr>
            <a:lvl1pPr algn="l">
              <a:defRPr sz="2250" b="1">
                <a:solidFill>
                  <a:srgbClr val="22D3EE"/>
                </a:solidFill>
                <a:latin typeface="Apple SD Gothic Neo"/>
                <a:ea typeface="Apple SD Gothic Neo"/>
                <a:cs typeface="Apple SD Gothic Neo"/>
              </a:defRPr>
            </a:lvl1pPr>
            <a:lvl2pPr algn="l">
              <a:defRPr sz="2250" b="1">
                <a:solidFill>
                  <a:srgbClr val="22D3EE"/>
                </a:solidFill>
                <a:latin typeface="Apple SD Gothic Neo"/>
                <a:ea typeface="Apple SD Gothic Neo"/>
                <a:cs typeface="Apple SD Gothic Neo"/>
              </a:defRPr>
            </a:lvl2pPr>
            <a:lvl3pPr algn="l">
              <a:defRPr sz="2250" b="1">
                <a:solidFill>
                  <a:srgbClr val="22D3EE"/>
                </a:solidFill>
                <a:latin typeface="Apple SD Gothic Neo"/>
                <a:ea typeface="Apple SD Gothic Neo"/>
                <a:cs typeface="Apple SD Gothic Neo"/>
              </a:defRPr>
            </a:lvl3pPr>
            <a:lvl4pPr algn="l">
              <a:defRPr sz="2250" b="1">
                <a:solidFill>
                  <a:srgbClr val="22D3EE"/>
                </a:solidFill>
                <a:latin typeface="Apple SD Gothic Neo"/>
                <a:ea typeface="Apple SD Gothic Neo"/>
                <a:cs typeface="Apple SD Gothic Neo"/>
              </a:defRPr>
            </a:lvl4pPr>
            <a:lvl5pPr algn="l">
              <a:defRPr sz="2250" b="1">
                <a:solidFill>
                  <a:srgbClr val="22D3EE"/>
                </a:solidFill>
                <a:latin typeface="Apple SD Gothic Neo"/>
                <a:ea typeface="Apple SD Gothic Neo"/>
                <a:cs typeface="Apple SD Gothic Neo"/>
              </a:defRPr>
            </a:lvl5pPr>
            <a:lvl6pPr algn="l">
              <a:defRPr sz="2250" b="1">
                <a:solidFill>
                  <a:srgbClr val="22D3EE"/>
                </a:solidFill>
                <a:latin typeface="Apple SD Gothic Neo"/>
                <a:ea typeface="Apple SD Gothic Neo"/>
                <a:cs typeface="Apple SD Gothic Neo"/>
              </a:defRPr>
            </a:lvl6pPr>
            <a:lvl7pPr algn="l">
              <a:defRPr sz="2250" b="1">
                <a:solidFill>
                  <a:srgbClr val="22D3EE"/>
                </a:solidFill>
                <a:latin typeface="Apple SD Gothic Neo"/>
                <a:ea typeface="Apple SD Gothic Neo"/>
                <a:cs typeface="Apple SD Gothic Neo"/>
              </a:defRPr>
            </a:lvl7pPr>
            <a:lvl8pPr algn="l">
              <a:defRPr sz="2250" b="1">
                <a:solidFill>
                  <a:srgbClr val="22D3EE"/>
                </a:solidFill>
                <a:latin typeface="Apple SD Gothic Neo"/>
                <a:ea typeface="Apple SD Gothic Neo"/>
                <a:cs typeface="Apple SD Gothic Neo"/>
              </a:defRPr>
            </a:lvl8pPr>
            <a:lvl9pPr algn="l">
              <a:defRPr sz="2250" b="1">
                <a:solidFill>
                  <a:srgbClr val="22D3EE"/>
                </a:solidFill>
                <a:latin typeface="Apple SD Gothic Neo"/>
                <a:ea typeface="Apple SD Gothic Neo"/>
                <a:cs typeface="Apple SD Gothic Neo"/>
              </a:defRPr>
            </a:lvl9pPr>
          </a:lstStyle>
          <a:p xmlns:a="http://schemas.openxmlformats.org/drawingml/2006/main">
            <a:pPr algn="l">
              <a:defRPr sz="2250" b="1">
                <a:solidFill>
                  <a:srgbClr val="22D3EE"/>
                </a:solidFill>
                <a:latin typeface="Apple SD Gothic Neo"/>
                <a:ea typeface="Apple SD Gothic Neo"/>
                <a:cs typeface="Apple SD Gothic Neo"/>
              </a:defRPr>
            </a:pPr>
            <a:r>
              <a:rPr sz="2250" b="1">
                <a:solidFill>
                  <a:srgbClr val="22D3EE"/>
                </a:solidFill>
                <a:latin typeface="Apple SD Gothic Neo"/>
                <a:ea typeface="Apple SD Gothic Neo"/>
                <a:cs typeface="Apple SD Gothic Neo"/>
              </a:rPr>
              <a:t>publication</a:t>
            </a:r>
          </a:p>
        </p:txBody>
      </p:sp>
      <p:sp>
        <p:nvSpPr>
          <p:cNvPr id="8" name="text-116">
            <a:extLst xmlns:a="http://schemas.openxmlformats.org/drawingml/2006/main">
              <a:ext uri="{FF2B5EF4-FFF2-40B4-BE49-F238E27FC236}">
                <a16:creationId xmlns:a16="http://schemas.microsoft.com/office/drawing/2014/main" id="{CE8886A9-B5B3-4008-BCA4-D0396F0920A5}"/>
              </a:ext>
            </a:extLst>
          </p:cNvPr>
          <p:cNvSpPr>
            <a:spLocks xmlns:a="http://schemas.openxmlformats.org/drawingml/2006/main" noGrp="1"/>
          </p:cNvSpPr>
          <p:nvPr/>
        </p:nvSpPr>
        <p:spPr>
          <a:xfrm xmlns:a="http://schemas.openxmlformats.org/drawingml/2006/main">
            <a:off x="6438900" y="2438400"/>
            <a:ext cx="4914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어떤 테이블의</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변경을 발행할지</a:t>
            </a:r>
          </a:p>
        </p:txBody>
      </p:sp>
      <p:sp>
        <p:nvSpPr>
          <p:cNvPr id="9" name="panel-117">
            <a:extLst xmlns:a="http://schemas.openxmlformats.org/drawingml/2006/main">
              <a:ext uri="{FF2B5EF4-FFF2-40B4-BE49-F238E27FC236}">
                <a16:creationId xmlns:a16="http://schemas.microsoft.com/office/drawing/2014/main" id="{B9F1A74A-5D06-4CA9-A4C4-2CCE40FD716F}"/>
              </a:ext>
            </a:extLst>
          </p:cNvPr>
          <p:cNvSpPr>
            <a:spLocks xmlns:a="http://schemas.openxmlformats.org/drawingml/2006/main" noGrp="1"/>
          </p:cNvSpPr>
          <p:nvPr/>
        </p:nvSpPr>
        <p:spPr>
          <a:xfrm xmlns:a="http://schemas.openxmlformats.org/drawingml/2006/main">
            <a:off x="609600" y="3505200"/>
            <a:ext cx="5372100" cy="1562100"/>
          </a:xfrm>
          <a:prstGeom xmlns:a="http://schemas.openxmlformats.org/drawingml/2006/main" prst="roundRect">
            <a:avLst>
              <a:gd name="adj" fmla="val 5488"/>
            </a:avLst>
          </a:prstGeom>
          <a:solidFill xmlns:a="http://schemas.openxmlformats.org/drawingml/2006/main">
            <a:srgbClr val="1E293B"/>
          </a:solidFill>
          <a:ln xmlns:a="http://schemas.openxmlformats.org/drawingml/2006/main" w="9525">
            <a:solidFill>
              <a:srgbClr val="334155"/>
            </a:solidFill>
          </a:ln>
        </p:spPr>
      </p:sp>
      <p:sp>
        <p:nvSpPr>
          <p:cNvPr id="10" name="text-118">
            <a:extLst xmlns:a="http://schemas.openxmlformats.org/drawingml/2006/main">
              <a:ext uri="{FF2B5EF4-FFF2-40B4-BE49-F238E27FC236}">
                <a16:creationId xmlns:a16="http://schemas.microsoft.com/office/drawing/2014/main" id="{90EA417D-A538-4476-8250-CDA1A042AE42}"/>
              </a:ext>
            </a:extLst>
          </p:cNvPr>
          <p:cNvSpPr>
            <a:spLocks xmlns:a="http://schemas.openxmlformats.org/drawingml/2006/main" noGrp="1"/>
          </p:cNvSpPr>
          <p:nvPr/>
        </p:nvSpPr>
        <p:spPr>
          <a:xfrm xmlns:a="http://schemas.openxmlformats.org/drawingml/2006/main">
            <a:off x="838200" y="3695700"/>
            <a:ext cx="4914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D3EE"/>
                </a:solidFill>
                <a:latin typeface="Apple SD Gothic Neo"/>
                <a:ea typeface="Apple SD Gothic Neo"/>
                <a:cs typeface="Apple SD Gothic Neo"/>
              </a:defRPr>
            </a:defPPr>
            <a:lvl1pPr algn="l">
              <a:defRPr sz="2250" b="1">
                <a:solidFill>
                  <a:srgbClr val="22D3EE"/>
                </a:solidFill>
                <a:latin typeface="Apple SD Gothic Neo"/>
                <a:ea typeface="Apple SD Gothic Neo"/>
                <a:cs typeface="Apple SD Gothic Neo"/>
              </a:defRPr>
            </a:lvl1pPr>
            <a:lvl2pPr algn="l">
              <a:defRPr sz="2250" b="1">
                <a:solidFill>
                  <a:srgbClr val="22D3EE"/>
                </a:solidFill>
                <a:latin typeface="Apple SD Gothic Neo"/>
                <a:ea typeface="Apple SD Gothic Neo"/>
                <a:cs typeface="Apple SD Gothic Neo"/>
              </a:defRPr>
            </a:lvl2pPr>
            <a:lvl3pPr algn="l">
              <a:defRPr sz="2250" b="1">
                <a:solidFill>
                  <a:srgbClr val="22D3EE"/>
                </a:solidFill>
                <a:latin typeface="Apple SD Gothic Neo"/>
                <a:ea typeface="Apple SD Gothic Neo"/>
                <a:cs typeface="Apple SD Gothic Neo"/>
              </a:defRPr>
            </a:lvl3pPr>
            <a:lvl4pPr algn="l">
              <a:defRPr sz="2250" b="1">
                <a:solidFill>
                  <a:srgbClr val="22D3EE"/>
                </a:solidFill>
                <a:latin typeface="Apple SD Gothic Neo"/>
                <a:ea typeface="Apple SD Gothic Neo"/>
                <a:cs typeface="Apple SD Gothic Neo"/>
              </a:defRPr>
            </a:lvl4pPr>
            <a:lvl5pPr algn="l">
              <a:defRPr sz="2250" b="1">
                <a:solidFill>
                  <a:srgbClr val="22D3EE"/>
                </a:solidFill>
                <a:latin typeface="Apple SD Gothic Neo"/>
                <a:ea typeface="Apple SD Gothic Neo"/>
                <a:cs typeface="Apple SD Gothic Neo"/>
              </a:defRPr>
            </a:lvl5pPr>
            <a:lvl6pPr algn="l">
              <a:defRPr sz="2250" b="1">
                <a:solidFill>
                  <a:srgbClr val="22D3EE"/>
                </a:solidFill>
                <a:latin typeface="Apple SD Gothic Neo"/>
                <a:ea typeface="Apple SD Gothic Neo"/>
                <a:cs typeface="Apple SD Gothic Neo"/>
              </a:defRPr>
            </a:lvl6pPr>
            <a:lvl7pPr algn="l">
              <a:defRPr sz="2250" b="1">
                <a:solidFill>
                  <a:srgbClr val="22D3EE"/>
                </a:solidFill>
                <a:latin typeface="Apple SD Gothic Neo"/>
                <a:ea typeface="Apple SD Gothic Neo"/>
                <a:cs typeface="Apple SD Gothic Neo"/>
              </a:defRPr>
            </a:lvl7pPr>
            <a:lvl8pPr algn="l">
              <a:defRPr sz="2250" b="1">
                <a:solidFill>
                  <a:srgbClr val="22D3EE"/>
                </a:solidFill>
                <a:latin typeface="Apple SD Gothic Neo"/>
                <a:ea typeface="Apple SD Gothic Neo"/>
                <a:cs typeface="Apple SD Gothic Neo"/>
              </a:defRPr>
            </a:lvl8pPr>
            <a:lvl9pPr algn="l">
              <a:defRPr sz="2250" b="1">
                <a:solidFill>
                  <a:srgbClr val="22D3EE"/>
                </a:solidFill>
                <a:latin typeface="Apple SD Gothic Neo"/>
                <a:ea typeface="Apple SD Gothic Neo"/>
                <a:cs typeface="Apple SD Gothic Neo"/>
              </a:defRPr>
            </a:lvl9pPr>
          </a:lstStyle>
          <a:p xmlns:a="http://schemas.openxmlformats.org/drawingml/2006/main">
            <a:pPr algn="l">
              <a:defRPr sz="2250" b="1">
                <a:solidFill>
                  <a:srgbClr val="22D3EE"/>
                </a:solidFill>
                <a:latin typeface="Apple SD Gothic Neo"/>
                <a:ea typeface="Apple SD Gothic Neo"/>
                <a:cs typeface="Apple SD Gothic Neo"/>
              </a:defRPr>
            </a:pPr>
            <a:r>
              <a:rPr sz="2250" b="1">
                <a:solidFill>
                  <a:srgbClr val="22D3EE"/>
                </a:solidFill>
                <a:latin typeface="Apple SD Gothic Neo"/>
                <a:ea typeface="Apple SD Gothic Neo"/>
                <a:cs typeface="Apple SD Gothic Neo"/>
              </a:rPr>
              <a:t>replica identity</a:t>
            </a:r>
          </a:p>
        </p:txBody>
      </p:sp>
      <p:sp>
        <p:nvSpPr>
          <p:cNvPr id="11" name="text-119">
            <a:extLst xmlns:a="http://schemas.openxmlformats.org/drawingml/2006/main">
              <a:ext uri="{FF2B5EF4-FFF2-40B4-BE49-F238E27FC236}">
                <a16:creationId xmlns:a16="http://schemas.microsoft.com/office/drawing/2014/main" id="{37E973EF-DD57-43F5-A3D6-AEE7631BF1A1}"/>
              </a:ext>
            </a:extLst>
          </p:cNvPr>
          <p:cNvSpPr>
            <a:spLocks xmlns:a="http://schemas.openxmlformats.org/drawingml/2006/main" noGrp="1"/>
          </p:cNvSpPr>
          <p:nvPr/>
        </p:nvSpPr>
        <p:spPr>
          <a:xfrm xmlns:a="http://schemas.openxmlformats.org/drawingml/2006/main">
            <a:off x="838200" y="4191000"/>
            <a:ext cx="4914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UPDATE·DELETE에서</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이전 행을 식별할 정보</a:t>
            </a:r>
          </a:p>
        </p:txBody>
      </p:sp>
      <p:sp>
        <p:nvSpPr>
          <p:cNvPr id="12" name="panel-120">
            <a:extLst xmlns:a="http://schemas.openxmlformats.org/drawingml/2006/main">
              <a:ext uri="{FF2B5EF4-FFF2-40B4-BE49-F238E27FC236}">
                <a16:creationId xmlns:a16="http://schemas.microsoft.com/office/drawing/2014/main" id="{6FC1C8BE-CE3C-4944-95AB-C6BB5B292455}"/>
              </a:ext>
            </a:extLst>
          </p:cNvPr>
          <p:cNvSpPr>
            <a:spLocks xmlns:a="http://schemas.openxmlformats.org/drawingml/2006/main" noGrp="1"/>
          </p:cNvSpPr>
          <p:nvPr/>
        </p:nvSpPr>
        <p:spPr>
          <a:xfrm xmlns:a="http://schemas.openxmlformats.org/drawingml/2006/main">
            <a:off x="6210300" y="3505200"/>
            <a:ext cx="5372100" cy="1562100"/>
          </a:xfrm>
          <a:prstGeom xmlns:a="http://schemas.openxmlformats.org/drawingml/2006/main" prst="roundRect">
            <a:avLst>
              <a:gd name="adj" fmla="val 5488"/>
            </a:avLst>
          </a:prstGeom>
          <a:solidFill xmlns:a="http://schemas.openxmlformats.org/drawingml/2006/main">
            <a:srgbClr val="1E293B"/>
          </a:solidFill>
          <a:ln xmlns:a="http://schemas.openxmlformats.org/drawingml/2006/main" w="9525">
            <a:solidFill>
              <a:srgbClr val="334155"/>
            </a:solidFill>
          </a:ln>
        </p:spPr>
      </p:sp>
      <p:sp>
        <p:nvSpPr>
          <p:cNvPr id="13" name="text-121">
            <a:extLst xmlns:a="http://schemas.openxmlformats.org/drawingml/2006/main">
              <a:ext uri="{FF2B5EF4-FFF2-40B4-BE49-F238E27FC236}">
                <a16:creationId xmlns:a16="http://schemas.microsoft.com/office/drawing/2014/main" id="{A083E692-03B3-42D6-A0A8-3AD3D304CEDB}"/>
              </a:ext>
            </a:extLst>
          </p:cNvPr>
          <p:cNvSpPr>
            <a:spLocks xmlns:a="http://schemas.openxmlformats.org/drawingml/2006/main" noGrp="1"/>
          </p:cNvSpPr>
          <p:nvPr/>
        </p:nvSpPr>
        <p:spPr>
          <a:xfrm xmlns:a="http://schemas.openxmlformats.org/drawingml/2006/main">
            <a:off x="6438900" y="3695700"/>
            <a:ext cx="4914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D3EE"/>
                </a:solidFill>
                <a:latin typeface="Apple SD Gothic Neo"/>
                <a:ea typeface="Apple SD Gothic Neo"/>
                <a:cs typeface="Apple SD Gothic Neo"/>
              </a:defRPr>
            </a:defPPr>
            <a:lvl1pPr algn="l">
              <a:defRPr sz="2250" b="1">
                <a:solidFill>
                  <a:srgbClr val="22D3EE"/>
                </a:solidFill>
                <a:latin typeface="Apple SD Gothic Neo"/>
                <a:ea typeface="Apple SD Gothic Neo"/>
                <a:cs typeface="Apple SD Gothic Neo"/>
              </a:defRPr>
            </a:lvl1pPr>
            <a:lvl2pPr algn="l">
              <a:defRPr sz="2250" b="1">
                <a:solidFill>
                  <a:srgbClr val="22D3EE"/>
                </a:solidFill>
                <a:latin typeface="Apple SD Gothic Neo"/>
                <a:ea typeface="Apple SD Gothic Neo"/>
                <a:cs typeface="Apple SD Gothic Neo"/>
              </a:defRPr>
            </a:lvl2pPr>
            <a:lvl3pPr algn="l">
              <a:defRPr sz="2250" b="1">
                <a:solidFill>
                  <a:srgbClr val="22D3EE"/>
                </a:solidFill>
                <a:latin typeface="Apple SD Gothic Neo"/>
                <a:ea typeface="Apple SD Gothic Neo"/>
                <a:cs typeface="Apple SD Gothic Neo"/>
              </a:defRPr>
            </a:lvl3pPr>
            <a:lvl4pPr algn="l">
              <a:defRPr sz="2250" b="1">
                <a:solidFill>
                  <a:srgbClr val="22D3EE"/>
                </a:solidFill>
                <a:latin typeface="Apple SD Gothic Neo"/>
                <a:ea typeface="Apple SD Gothic Neo"/>
                <a:cs typeface="Apple SD Gothic Neo"/>
              </a:defRPr>
            </a:lvl4pPr>
            <a:lvl5pPr algn="l">
              <a:defRPr sz="2250" b="1">
                <a:solidFill>
                  <a:srgbClr val="22D3EE"/>
                </a:solidFill>
                <a:latin typeface="Apple SD Gothic Neo"/>
                <a:ea typeface="Apple SD Gothic Neo"/>
                <a:cs typeface="Apple SD Gothic Neo"/>
              </a:defRPr>
            </a:lvl5pPr>
            <a:lvl6pPr algn="l">
              <a:defRPr sz="2250" b="1">
                <a:solidFill>
                  <a:srgbClr val="22D3EE"/>
                </a:solidFill>
                <a:latin typeface="Apple SD Gothic Neo"/>
                <a:ea typeface="Apple SD Gothic Neo"/>
                <a:cs typeface="Apple SD Gothic Neo"/>
              </a:defRPr>
            </a:lvl6pPr>
            <a:lvl7pPr algn="l">
              <a:defRPr sz="2250" b="1">
                <a:solidFill>
                  <a:srgbClr val="22D3EE"/>
                </a:solidFill>
                <a:latin typeface="Apple SD Gothic Neo"/>
                <a:ea typeface="Apple SD Gothic Neo"/>
                <a:cs typeface="Apple SD Gothic Neo"/>
              </a:defRPr>
            </a:lvl7pPr>
            <a:lvl8pPr algn="l">
              <a:defRPr sz="2250" b="1">
                <a:solidFill>
                  <a:srgbClr val="22D3EE"/>
                </a:solidFill>
                <a:latin typeface="Apple SD Gothic Neo"/>
                <a:ea typeface="Apple SD Gothic Neo"/>
                <a:cs typeface="Apple SD Gothic Neo"/>
              </a:defRPr>
            </a:lvl8pPr>
            <a:lvl9pPr algn="l">
              <a:defRPr sz="2250" b="1">
                <a:solidFill>
                  <a:srgbClr val="22D3EE"/>
                </a:solidFill>
                <a:latin typeface="Apple SD Gothic Neo"/>
                <a:ea typeface="Apple SD Gothic Neo"/>
                <a:cs typeface="Apple SD Gothic Neo"/>
              </a:defRPr>
            </a:lvl9pPr>
          </a:lstStyle>
          <a:p xmlns:a="http://schemas.openxmlformats.org/drawingml/2006/main">
            <a:pPr algn="l">
              <a:defRPr sz="2250" b="1">
                <a:solidFill>
                  <a:srgbClr val="22D3EE"/>
                </a:solidFill>
                <a:latin typeface="Apple SD Gothic Neo"/>
                <a:ea typeface="Apple SD Gothic Neo"/>
                <a:cs typeface="Apple SD Gothic Neo"/>
              </a:defRPr>
            </a:pPr>
            <a:r>
              <a:rPr sz="2250" b="1">
                <a:solidFill>
                  <a:srgbClr val="22D3EE"/>
                </a:solidFill>
                <a:latin typeface="Apple SD Gothic Neo"/>
                <a:ea typeface="Apple SD Gothic Neo"/>
                <a:cs typeface="Apple SD Gothic Neo"/>
              </a:rPr>
              <a:t>replication slot</a:t>
            </a:r>
          </a:p>
        </p:txBody>
      </p:sp>
      <p:sp>
        <p:nvSpPr>
          <p:cNvPr id="14" name="text-122">
            <a:extLst xmlns:a="http://schemas.openxmlformats.org/drawingml/2006/main">
              <a:ext uri="{FF2B5EF4-FFF2-40B4-BE49-F238E27FC236}">
                <a16:creationId xmlns:a16="http://schemas.microsoft.com/office/drawing/2014/main" id="{DD746378-E7C0-4342-A662-695F1EABF3FA}"/>
              </a:ext>
            </a:extLst>
          </p:cNvPr>
          <p:cNvSpPr>
            <a:spLocks xmlns:a="http://schemas.openxmlformats.org/drawingml/2006/main" noGrp="1"/>
          </p:cNvSpPr>
          <p:nvPr/>
        </p:nvSpPr>
        <p:spPr>
          <a:xfrm xmlns:a="http://schemas.openxmlformats.org/drawingml/2006/main">
            <a:off x="6438900" y="4191000"/>
            <a:ext cx="4914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소비 진행 위치와</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필요한 WAL 보존</a:t>
            </a:r>
          </a:p>
        </p:txBody>
      </p:sp>
      <p:sp>
        <p:nvSpPr>
          <p:cNvPr id="15" name="panel-123">
            <a:extLst xmlns:a="http://schemas.openxmlformats.org/drawingml/2006/main">
              <a:ext uri="{FF2B5EF4-FFF2-40B4-BE49-F238E27FC236}">
                <a16:creationId xmlns:a16="http://schemas.microsoft.com/office/drawing/2014/main" id="{E760E8DA-E7E3-4643-82E4-EACF3AF09050}"/>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6" name="text-124">
            <a:extLst xmlns:a="http://schemas.openxmlformats.org/drawingml/2006/main">
              <a:ext uri="{FF2B5EF4-FFF2-40B4-BE49-F238E27FC236}">
                <a16:creationId xmlns:a16="http://schemas.microsoft.com/office/drawing/2014/main" id="{6B35ABA0-E5AF-42A1-A791-D62FD1BED8D4}"/>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이름이 비슷해도 역할은 다릅니다</a:t>
            </a:r>
          </a:p>
        </p:txBody>
      </p:sp>
      <p:sp>
        <p:nvSpPr>
          <p:cNvPr id="17" name="">
            <a:extLst xmlns:a="http://schemas.openxmlformats.org/drawingml/2006/main">
              <a:ext uri="{FF2B5EF4-FFF2-40B4-BE49-F238E27FC236}">
                <a16:creationId xmlns:a16="http://schemas.microsoft.com/office/drawing/2014/main" id="{CB0E20BB-92EA-46F7-88C9-364861CFC95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8" name="text-125">
            <a:extLst xmlns:a="http://schemas.openxmlformats.org/drawingml/2006/main">
              <a:ext uri="{FF2B5EF4-FFF2-40B4-BE49-F238E27FC236}">
                <a16:creationId xmlns:a16="http://schemas.microsoft.com/office/drawing/2014/main" id="{080F8033-ABE0-435A-9094-B02DE16C7B35}"/>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19" name="text-126">
            <a:extLst xmlns:a="http://schemas.openxmlformats.org/drawingml/2006/main">
              <a:ext uri="{FF2B5EF4-FFF2-40B4-BE49-F238E27FC236}">
                <a16:creationId xmlns:a16="http://schemas.microsoft.com/office/drawing/2014/main" id="{F38A397F-7150-45EE-8839-B5C000F026CF}"/>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11</a:t>
            </a:r>
          </a:p>
        </p:txBody>
      </p:sp>
    </p:spTree>
    <p:extLst>
      <p:ext uri="{BB962C8B-B14F-4D97-AF65-F5344CB8AC3E}">
        <p14:creationId xmlns:p14="http://schemas.microsoft.com/office/powerpoint/2010/main" val="247062413"/>
      </p:ext>
    </p:extLst>
  </p:cSld>
</p:sld>
</file>

<file path=ppt/slides/slide12.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1" name="text-127">
            <a:extLst xmlns:a="http://schemas.openxmlformats.org/drawingml/2006/main">
              <a:ext uri="{FF2B5EF4-FFF2-40B4-BE49-F238E27FC236}">
                <a16:creationId xmlns:a16="http://schemas.microsoft.com/office/drawing/2014/main" id="{53BD79B2-54D2-498F-B0D1-48159A692424}"/>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128">
            <a:extLst xmlns:a="http://schemas.openxmlformats.org/drawingml/2006/main">
              <a:ext uri="{FF2B5EF4-FFF2-40B4-BE49-F238E27FC236}">
                <a16:creationId xmlns:a16="http://schemas.microsoft.com/office/drawing/2014/main" id="{E8DE7184-96EA-4209-8BD5-FBD1ECB81A65}"/>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publication과 수집 대상 테이블</a:t>
            </a:r>
          </a:p>
        </p:txBody>
      </p:sp>
      <p:sp>
        <p:nvSpPr>
          <p:cNvPr id="3" name="text-129">
            <a:extLst xmlns:a="http://schemas.openxmlformats.org/drawingml/2006/main">
              <a:ext uri="{FF2B5EF4-FFF2-40B4-BE49-F238E27FC236}">
                <a16:creationId xmlns:a16="http://schemas.microsoft.com/office/drawing/2014/main" id="{74C9CDC4-610E-4496-8F32-800F309FA00F}"/>
              </a:ext>
            </a:extLst>
          </p:cNvPr>
          <p:cNvSpPr>
            <a:spLocks xmlns:a="http://schemas.openxmlformats.org/drawingml/2006/main" noGrp="1"/>
          </p:cNvSpPr>
          <p:nvPr/>
        </p:nvSpPr>
        <p:spPr>
          <a:xfrm xmlns:a="http://schemas.openxmlformats.org/drawingml/2006/main">
            <a:off x="609600" y="161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PostgreSQL · app 데이터베이스</a:t>
            </a:r>
          </a:p>
        </p:txBody>
      </p:sp>
      <p:sp>
        <p:nvSpPr>
          <p:cNvPr id="4" name="panel-130">
            <a:extLst xmlns:a="http://schemas.openxmlformats.org/drawingml/2006/main">
              <a:ext uri="{FF2B5EF4-FFF2-40B4-BE49-F238E27FC236}">
                <a16:creationId xmlns:a16="http://schemas.microsoft.com/office/drawing/2014/main" id="{7AF212A1-76E8-4F4D-BD97-2C0C27697DF2}"/>
              </a:ext>
            </a:extLst>
          </p:cNvPr>
          <p:cNvSpPr>
            <a:spLocks xmlns:a="http://schemas.openxmlformats.org/drawingml/2006/main" noGrp="1"/>
          </p:cNvSpPr>
          <p:nvPr/>
        </p:nvSpPr>
        <p:spPr>
          <a:xfrm xmlns:a="http://schemas.openxmlformats.org/drawingml/2006/main">
            <a:off x="609600" y="2000250"/>
            <a:ext cx="10972800" cy="3314700"/>
          </a:xfrm>
          <a:prstGeom xmlns:a="http://schemas.openxmlformats.org/drawingml/2006/main" prst="roundRect">
            <a:avLst>
              <a:gd name="adj" fmla="val 2586"/>
            </a:avLst>
          </a:prstGeom>
          <a:solidFill xmlns:a="http://schemas.openxmlformats.org/drawingml/2006/main">
            <a:srgbClr val="0B1220"/>
          </a:solidFill>
          <a:ln xmlns:a="http://schemas.openxmlformats.org/drawingml/2006/main" w="9525">
            <a:solidFill>
              <a:srgbClr val="334155"/>
            </a:solidFill>
          </a:ln>
        </p:spPr>
      </p:sp>
      <p:sp>
        <p:nvSpPr>
          <p:cNvPr id="5" name="text-131">
            <a:extLst xmlns:a="http://schemas.openxmlformats.org/drawingml/2006/main">
              <a:ext uri="{FF2B5EF4-FFF2-40B4-BE49-F238E27FC236}">
                <a16:creationId xmlns:a16="http://schemas.microsoft.com/office/drawing/2014/main" id="{5D58B04D-F91A-4712-ABAE-9D17139C3D43}"/>
              </a:ext>
            </a:extLst>
          </p:cNvPr>
          <p:cNvSpPr>
            <a:spLocks xmlns:a="http://schemas.openxmlformats.org/drawingml/2006/main" noGrp="1"/>
          </p:cNvSpPr>
          <p:nvPr/>
        </p:nvSpPr>
        <p:spPr>
          <a:xfrm xmlns:a="http://schemas.openxmlformats.org/drawingml/2006/main">
            <a:off x="819150" y="2171700"/>
            <a:ext cx="10553700" cy="3009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8FAFC"/>
                </a:solidFill>
                <a:latin typeface="D2Coding"/>
                <a:ea typeface="D2Coding"/>
                <a:cs typeface="D2Coding"/>
              </a:defRPr>
            </a:defPPr>
            <a:lvl1pPr algn="l">
              <a:defRPr sz="1725" b="0">
                <a:solidFill>
                  <a:srgbClr val="F8FAFC"/>
                </a:solidFill>
                <a:latin typeface="D2Coding"/>
                <a:ea typeface="D2Coding"/>
                <a:cs typeface="D2Coding"/>
              </a:defRPr>
            </a:lvl1pPr>
            <a:lvl2pPr algn="l">
              <a:defRPr sz="1725" b="0">
                <a:solidFill>
                  <a:srgbClr val="F8FAFC"/>
                </a:solidFill>
                <a:latin typeface="D2Coding"/>
                <a:ea typeface="D2Coding"/>
                <a:cs typeface="D2Coding"/>
              </a:defRPr>
            </a:lvl2pPr>
            <a:lvl3pPr algn="l">
              <a:defRPr sz="1725" b="0">
                <a:solidFill>
                  <a:srgbClr val="F8FAFC"/>
                </a:solidFill>
                <a:latin typeface="D2Coding"/>
                <a:ea typeface="D2Coding"/>
                <a:cs typeface="D2Coding"/>
              </a:defRPr>
            </a:lvl3pPr>
            <a:lvl4pPr algn="l">
              <a:defRPr sz="1725" b="0">
                <a:solidFill>
                  <a:srgbClr val="F8FAFC"/>
                </a:solidFill>
                <a:latin typeface="D2Coding"/>
                <a:ea typeface="D2Coding"/>
                <a:cs typeface="D2Coding"/>
              </a:defRPr>
            </a:lvl4pPr>
            <a:lvl5pPr algn="l">
              <a:defRPr sz="1725" b="0">
                <a:solidFill>
                  <a:srgbClr val="F8FAFC"/>
                </a:solidFill>
                <a:latin typeface="D2Coding"/>
                <a:ea typeface="D2Coding"/>
                <a:cs typeface="D2Coding"/>
              </a:defRPr>
            </a:lvl5pPr>
            <a:lvl6pPr algn="l">
              <a:defRPr sz="1725" b="0">
                <a:solidFill>
                  <a:srgbClr val="F8FAFC"/>
                </a:solidFill>
                <a:latin typeface="D2Coding"/>
                <a:ea typeface="D2Coding"/>
                <a:cs typeface="D2Coding"/>
              </a:defRPr>
            </a:lvl6pPr>
            <a:lvl7pPr algn="l">
              <a:defRPr sz="1725" b="0">
                <a:solidFill>
                  <a:srgbClr val="F8FAFC"/>
                </a:solidFill>
                <a:latin typeface="D2Coding"/>
                <a:ea typeface="D2Coding"/>
                <a:cs typeface="D2Coding"/>
              </a:defRPr>
            </a:lvl7pPr>
            <a:lvl8pPr algn="l">
              <a:defRPr sz="1725" b="0">
                <a:solidFill>
                  <a:srgbClr val="F8FAFC"/>
                </a:solidFill>
                <a:latin typeface="D2Coding"/>
                <a:ea typeface="D2Coding"/>
                <a:cs typeface="D2Coding"/>
              </a:defRPr>
            </a:lvl8pPr>
            <a:lvl9pPr algn="l">
              <a:defRPr sz="1725" b="0">
                <a:solidFill>
                  <a:srgbClr val="F8FAFC"/>
                </a:solidFill>
                <a:latin typeface="D2Coding"/>
                <a:ea typeface="D2Coding"/>
                <a:cs typeface="D2Coding"/>
              </a:defRPr>
            </a:lvl9pPr>
          </a:lstStyle>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SHOW wal_level;</a:t>
            </a:r>
          </a:p>
          <a:p xmlns:a="http://schemas.openxmlformats.org/drawingml/2006/main">
            <a:r>
              <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SELECT pubname, schemaname, tablename</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FROM pg_publication_tables</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WHERE pubname = 'cdc_lab'</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ORDER BY schemaname, tablename;</a:t>
            </a:r>
          </a:p>
        </p:txBody>
      </p:sp>
      <p:sp>
        <p:nvSpPr>
          <p:cNvPr id="6" name="panel-132">
            <a:extLst xmlns:a="http://schemas.openxmlformats.org/drawingml/2006/main">
              <a:ext uri="{FF2B5EF4-FFF2-40B4-BE49-F238E27FC236}">
                <a16:creationId xmlns:a16="http://schemas.microsoft.com/office/drawing/2014/main" id="{A0A87BE0-FBD0-4A40-8C01-2BAE65561F52}"/>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7" name="text-133">
            <a:extLst xmlns:a="http://schemas.openxmlformats.org/drawingml/2006/main">
              <a:ext uri="{FF2B5EF4-FFF2-40B4-BE49-F238E27FC236}">
                <a16:creationId xmlns:a16="http://schemas.microsoft.com/office/drawing/2014/main" id="{221CCFED-9777-48FD-8B29-29FC04DBA31D}"/>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현재 예제: public.orders · public.payments · public.refunds</a:t>
            </a:r>
          </a:p>
        </p:txBody>
      </p:sp>
      <p:sp>
        <p:nvSpPr>
          <p:cNvPr id="8" name="">
            <a:extLst xmlns:a="http://schemas.openxmlformats.org/drawingml/2006/main">
              <a:ext uri="{FF2B5EF4-FFF2-40B4-BE49-F238E27FC236}">
                <a16:creationId xmlns:a16="http://schemas.microsoft.com/office/drawing/2014/main" id="{6E8F70D4-E47B-4577-A70D-0E3081D174C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9" name="text-134">
            <a:extLst xmlns:a="http://schemas.openxmlformats.org/drawingml/2006/main">
              <a:ext uri="{FF2B5EF4-FFF2-40B4-BE49-F238E27FC236}">
                <a16:creationId xmlns:a16="http://schemas.microsoft.com/office/drawing/2014/main" id="{B0932145-1681-4535-AE12-DFD56FCFA52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10" name="text-135">
            <a:extLst xmlns:a="http://schemas.openxmlformats.org/drawingml/2006/main">
              <a:ext uri="{FF2B5EF4-FFF2-40B4-BE49-F238E27FC236}">
                <a16:creationId xmlns:a16="http://schemas.microsoft.com/office/drawing/2014/main" id="{508F8F78-D8AD-4CDB-A670-8C8DBFD75343}"/>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12</a:t>
            </a:r>
          </a:p>
        </p:txBody>
      </p:sp>
    </p:spTree>
    <p:extLst>
      <p:ext uri="{BB962C8B-B14F-4D97-AF65-F5344CB8AC3E}">
        <p14:creationId xmlns:p14="http://schemas.microsoft.com/office/powerpoint/2010/main" val="958743144"/>
      </p:ext>
    </p:extLst>
  </p:cSld>
</p:sld>
</file>

<file path=ppt/slides/slide13.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1" name="text-136">
            <a:extLst xmlns:a="http://schemas.openxmlformats.org/drawingml/2006/main">
              <a:ext uri="{FF2B5EF4-FFF2-40B4-BE49-F238E27FC236}">
                <a16:creationId xmlns:a16="http://schemas.microsoft.com/office/drawing/2014/main" id="{251D5B71-0B14-4844-86CE-786C15689708}"/>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137">
            <a:extLst xmlns:a="http://schemas.openxmlformats.org/drawingml/2006/main">
              <a:ext uri="{FF2B5EF4-FFF2-40B4-BE49-F238E27FC236}">
                <a16:creationId xmlns:a16="http://schemas.microsoft.com/office/drawing/2014/main" id="{046F2764-D74B-41C6-A574-CE92C411659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이전 금액은 어떤 설정으로 관찰할까요?</a:t>
            </a:r>
          </a:p>
        </p:txBody>
      </p:sp>
      <p:sp>
        <p:nvSpPr>
          <p:cNvPr id="3" name="text-138">
            <a:extLst xmlns:a="http://schemas.openxmlformats.org/drawingml/2006/main">
              <a:ext uri="{FF2B5EF4-FFF2-40B4-BE49-F238E27FC236}">
                <a16:creationId xmlns:a16="http://schemas.microsoft.com/office/drawing/2014/main" id="{D52BCECF-5FD5-4CC5-A3A0-2FBB0CC0F66D}"/>
              </a:ext>
            </a:extLst>
          </p:cNvPr>
          <p:cNvSpPr>
            <a:spLocks xmlns:a="http://schemas.openxmlformats.org/drawingml/2006/main" noGrp="1"/>
          </p:cNvSpPr>
          <p:nvPr/>
        </p:nvSpPr>
        <p:spPr>
          <a:xfrm xmlns:a="http://schemas.openxmlformats.org/drawingml/2006/main">
            <a:off x="609600" y="161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PostgreSQL · 현재 설정 조회</a:t>
            </a:r>
          </a:p>
        </p:txBody>
      </p:sp>
      <p:sp>
        <p:nvSpPr>
          <p:cNvPr id="4" name="panel-139">
            <a:extLst xmlns:a="http://schemas.openxmlformats.org/drawingml/2006/main">
              <a:ext uri="{FF2B5EF4-FFF2-40B4-BE49-F238E27FC236}">
                <a16:creationId xmlns:a16="http://schemas.microsoft.com/office/drawing/2014/main" id="{BF636257-467E-4A73-8F7A-C86B38BEF824}"/>
              </a:ext>
            </a:extLst>
          </p:cNvPr>
          <p:cNvSpPr>
            <a:spLocks xmlns:a="http://schemas.openxmlformats.org/drawingml/2006/main" noGrp="1"/>
          </p:cNvSpPr>
          <p:nvPr/>
        </p:nvSpPr>
        <p:spPr>
          <a:xfrm xmlns:a="http://schemas.openxmlformats.org/drawingml/2006/main">
            <a:off x="609600" y="2000250"/>
            <a:ext cx="10972800" cy="3314700"/>
          </a:xfrm>
          <a:prstGeom xmlns:a="http://schemas.openxmlformats.org/drawingml/2006/main" prst="roundRect">
            <a:avLst>
              <a:gd name="adj" fmla="val 2586"/>
            </a:avLst>
          </a:prstGeom>
          <a:solidFill xmlns:a="http://schemas.openxmlformats.org/drawingml/2006/main">
            <a:srgbClr val="0B1220"/>
          </a:solidFill>
          <a:ln xmlns:a="http://schemas.openxmlformats.org/drawingml/2006/main" w="9525">
            <a:solidFill>
              <a:srgbClr val="334155"/>
            </a:solidFill>
          </a:ln>
        </p:spPr>
      </p:sp>
      <p:sp>
        <p:nvSpPr>
          <p:cNvPr id="5" name="text-140">
            <a:extLst xmlns:a="http://schemas.openxmlformats.org/drawingml/2006/main">
              <a:ext uri="{FF2B5EF4-FFF2-40B4-BE49-F238E27FC236}">
                <a16:creationId xmlns:a16="http://schemas.microsoft.com/office/drawing/2014/main" id="{631EAD3B-89C7-4EB9-B2CE-A0EA3A1C3DAF}"/>
              </a:ext>
            </a:extLst>
          </p:cNvPr>
          <p:cNvSpPr>
            <a:spLocks xmlns:a="http://schemas.openxmlformats.org/drawingml/2006/main" noGrp="1"/>
          </p:cNvSpPr>
          <p:nvPr/>
        </p:nvSpPr>
        <p:spPr>
          <a:xfrm xmlns:a="http://schemas.openxmlformats.org/drawingml/2006/main">
            <a:off x="819150" y="2171700"/>
            <a:ext cx="10553700" cy="3009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8FAFC"/>
                </a:solidFill>
                <a:latin typeface="D2Coding"/>
                <a:ea typeface="D2Coding"/>
                <a:cs typeface="D2Coding"/>
              </a:defRPr>
            </a:defPPr>
            <a:lvl1pPr algn="l">
              <a:defRPr sz="1725" b="0">
                <a:solidFill>
                  <a:srgbClr val="F8FAFC"/>
                </a:solidFill>
                <a:latin typeface="D2Coding"/>
                <a:ea typeface="D2Coding"/>
                <a:cs typeface="D2Coding"/>
              </a:defRPr>
            </a:lvl1pPr>
            <a:lvl2pPr algn="l">
              <a:defRPr sz="1725" b="0">
                <a:solidFill>
                  <a:srgbClr val="F8FAFC"/>
                </a:solidFill>
                <a:latin typeface="D2Coding"/>
                <a:ea typeface="D2Coding"/>
                <a:cs typeface="D2Coding"/>
              </a:defRPr>
            </a:lvl2pPr>
            <a:lvl3pPr algn="l">
              <a:defRPr sz="1725" b="0">
                <a:solidFill>
                  <a:srgbClr val="F8FAFC"/>
                </a:solidFill>
                <a:latin typeface="D2Coding"/>
                <a:ea typeface="D2Coding"/>
                <a:cs typeface="D2Coding"/>
              </a:defRPr>
            </a:lvl3pPr>
            <a:lvl4pPr algn="l">
              <a:defRPr sz="1725" b="0">
                <a:solidFill>
                  <a:srgbClr val="F8FAFC"/>
                </a:solidFill>
                <a:latin typeface="D2Coding"/>
                <a:ea typeface="D2Coding"/>
                <a:cs typeface="D2Coding"/>
              </a:defRPr>
            </a:lvl4pPr>
            <a:lvl5pPr algn="l">
              <a:defRPr sz="1725" b="0">
                <a:solidFill>
                  <a:srgbClr val="F8FAFC"/>
                </a:solidFill>
                <a:latin typeface="D2Coding"/>
                <a:ea typeface="D2Coding"/>
                <a:cs typeface="D2Coding"/>
              </a:defRPr>
            </a:lvl5pPr>
            <a:lvl6pPr algn="l">
              <a:defRPr sz="1725" b="0">
                <a:solidFill>
                  <a:srgbClr val="F8FAFC"/>
                </a:solidFill>
                <a:latin typeface="D2Coding"/>
                <a:ea typeface="D2Coding"/>
                <a:cs typeface="D2Coding"/>
              </a:defRPr>
            </a:lvl6pPr>
            <a:lvl7pPr algn="l">
              <a:defRPr sz="1725" b="0">
                <a:solidFill>
                  <a:srgbClr val="F8FAFC"/>
                </a:solidFill>
                <a:latin typeface="D2Coding"/>
                <a:ea typeface="D2Coding"/>
                <a:cs typeface="D2Coding"/>
              </a:defRPr>
            </a:lvl7pPr>
            <a:lvl8pPr algn="l">
              <a:defRPr sz="1725" b="0">
                <a:solidFill>
                  <a:srgbClr val="F8FAFC"/>
                </a:solidFill>
                <a:latin typeface="D2Coding"/>
                <a:ea typeface="D2Coding"/>
                <a:cs typeface="D2Coding"/>
              </a:defRPr>
            </a:lvl8pPr>
            <a:lvl9pPr algn="l">
              <a:defRPr sz="1725" b="0">
                <a:solidFill>
                  <a:srgbClr val="F8FAFC"/>
                </a:solidFill>
                <a:latin typeface="D2Coding"/>
                <a:ea typeface="D2Coding"/>
                <a:cs typeface="D2Coding"/>
              </a:defRPr>
            </a:lvl9pPr>
          </a:lstStyle>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SELECT c.relname, c.relreplident</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FROM pg_class c</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JOIN pg_namespace n ON n.oid = c.relnamespace</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WHERE n.nspname = 'public'</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  AND c.relname IN ('orders', 'payments', 'refunds');</a:t>
            </a:r>
          </a:p>
        </p:txBody>
      </p:sp>
      <p:sp>
        <p:nvSpPr>
          <p:cNvPr id="6" name="panel-141">
            <a:extLst xmlns:a="http://schemas.openxmlformats.org/drawingml/2006/main">
              <a:ext uri="{FF2B5EF4-FFF2-40B4-BE49-F238E27FC236}">
                <a16:creationId xmlns:a16="http://schemas.microsoft.com/office/drawing/2014/main" id="{BD6AF5FA-732B-48FC-985E-9A835B0250A3}"/>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7" name="text-142">
            <a:extLst xmlns:a="http://schemas.openxmlformats.org/drawingml/2006/main">
              <a:ext uri="{FF2B5EF4-FFF2-40B4-BE49-F238E27FC236}">
                <a16:creationId xmlns:a16="http://schemas.microsoft.com/office/drawing/2014/main" id="{BC256360-5564-4441-B684-06618A4CDCC2}"/>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이번 실습은 relreplident = f, REPLICA IDENTITY FULL입니다</a:t>
            </a:r>
          </a:p>
        </p:txBody>
      </p:sp>
      <p:sp>
        <p:nvSpPr>
          <p:cNvPr id="8" name="">
            <a:extLst xmlns:a="http://schemas.openxmlformats.org/drawingml/2006/main">
              <a:ext uri="{FF2B5EF4-FFF2-40B4-BE49-F238E27FC236}">
                <a16:creationId xmlns:a16="http://schemas.microsoft.com/office/drawing/2014/main" id="{9BB6C3EE-E1C1-4C2B-AD0B-F8F871344FCF}"/>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9" name="text-143">
            <a:extLst xmlns:a="http://schemas.openxmlformats.org/drawingml/2006/main">
              <a:ext uri="{FF2B5EF4-FFF2-40B4-BE49-F238E27FC236}">
                <a16:creationId xmlns:a16="http://schemas.microsoft.com/office/drawing/2014/main" id="{5105DBCE-2348-48CA-B046-742850A9464D}"/>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10" name="text-144">
            <a:extLst xmlns:a="http://schemas.openxmlformats.org/drawingml/2006/main">
              <a:ext uri="{FF2B5EF4-FFF2-40B4-BE49-F238E27FC236}">
                <a16:creationId xmlns:a16="http://schemas.microsoft.com/office/drawing/2014/main" id="{F6BC1271-2668-4788-B8F3-DE58C1896C65}"/>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13</a:t>
            </a:r>
          </a:p>
        </p:txBody>
      </p:sp>
    </p:spTree>
    <p:extLst>
      <p:ext uri="{BB962C8B-B14F-4D97-AF65-F5344CB8AC3E}">
        <p14:creationId xmlns:p14="http://schemas.microsoft.com/office/powerpoint/2010/main" val="1176542690"/>
      </p:ext>
    </p:extLst>
  </p:cSld>
</p:sld>
</file>

<file path=ppt/slides/slide14.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145">
            <a:extLst xmlns:a="http://schemas.openxmlformats.org/drawingml/2006/main">
              <a:ext uri="{FF2B5EF4-FFF2-40B4-BE49-F238E27FC236}">
                <a16:creationId xmlns:a16="http://schemas.microsoft.com/office/drawing/2014/main" id="{AE34C0C4-6BA9-4F3A-A09F-C0541D49F1A1}"/>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146">
            <a:extLst xmlns:a="http://schemas.openxmlformats.org/drawingml/2006/main">
              <a:ext uri="{FF2B5EF4-FFF2-40B4-BE49-F238E27FC236}">
                <a16:creationId xmlns:a16="http://schemas.microsoft.com/office/drawing/2014/main" id="{5932598D-8C9B-4AA3-9B3C-322CC108E2B7}"/>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slot의 두 위치와 WAL 보존</a:t>
            </a:r>
          </a:p>
        </p:txBody>
      </p:sp>
      <p:graphicFrame>
        <p:nvGraphicFramePr>
          <p:cNvPr id="3" name="">
            <a:extLst xmlns:a="http://schemas.openxmlformats.org/drawingml/2006/main">
              <a:ext uri="{FF2B5EF4-FFF2-40B4-BE49-F238E27FC236}">
                <a16:creationId xmlns:a16="http://schemas.microsoft.com/office/drawing/2014/main" id="{E9C09619-8819-41D9-AE72-011D1994F292}"/>
              </a:ext>
            </a:extLst>
          </p:cNvPr>
          <p:cNvGraphicFramePr/>
          <p:nvPr/>
        </p:nvGraphicFramePr>
        <p:xfrm>
          <a:off xmlns:a="http://schemas.openxmlformats.org/drawingml/2006/main" x="609600" y="1809750"/>
          <a:ext xmlns:a="http://schemas.openxmlformats.org/drawingml/2006/main" cx="10972800" cy="3333750"/>
        </p:xfrm>
        <a:graphic xmlns:a="http://schemas.openxmlformats.org/drawingml/2006/main">
          <a:graphicData uri="http://schemas.openxmlformats.org/drawingml/2006/table">
            <a:tbl>
              <a:tblPr/>
              <a:tblGrid>
                <a:gridCol w="3219450"/>
                <a:gridCol w="7753350"/>
              </a:tblGrid>
              <a:tr h="666750">
                <a:tc>
                  <a:txBody>
                    <a:bodyPr/>
                    <a:lstStyle/>
                    <a:p>
                      <a:r>
                        <a:rPr sz="1800" b="1">
                          <a:solidFill>
                            <a:srgbClr val="22D3EE"/>
                          </a:solidFill>
                          <a:latin typeface="Apple SD Gothic Neo"/>
                          <a:ea typeface="Apple SD Gothic Neo"/>
                          <a:cs typeface="Apple SD Gothic Neo"/>
                        </a:rPr>
                        <a:t>필드</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00" b="1">
                          <a:solidFill>
                            <a:srgbClr val="22D3EE"/>
                          </a:solidFill>
                          <a:latin typeface="Apple SD Gothic Neo"/>
                          <a:ea typeface="Apple SD Gothic Neo"/>
                          <a:cs typeface="Apple SD Gothic Neo"/>
                        </a:rPr>
                        <a:t>읽을 의미</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666750">
                <a:tc>
                  <a:txBody>
                    <a:bodyPr/>
                    <a:lstStyle/>
                    <a:p>
                      <a:r>
                        <a:rPr sz="1800">
                          <a:solidFill>
                            <a:srgbClr val="F8FAFC"/>
                          </a:solidFill>
                          <a:latin typeface="Apple SD Gothic Neo"/>
                          <a:ea typeface="Apple SD Gothic Neo"/>
                          <a:cs typeface="Apple SD Gothic Neo"/>
                        </a:rPr>
                        <a:t>active</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현재 slot을 스트리밍하는 소비자가 있는가</a:t>
                      </a:r>
                    </a:p>
                  </a:txBody>
                  <a:tcPr marL="152400" marR="152400" marT="95250" marB="95250">
                    <a:lnR w="9525">
                      <a:solidFill>
                        <a:srgbClr val="334155"/>
                      </a:solidFill>
                      <a:prstDash val="solid"/>
                    </a:lnR>
                    <a:lnB w="9525">
                      <a:solidFill>
                        <a:srgbClr val="334155"/>
                      </a:solidFill>
                      <a:prstDash val="solid"/>
                    </a:lnB>
                    <a:solidFill>
                      <a:srgbClr val="1E293B"/>
                    </a:solidFill>
                  </a:tcPr>
                </a:tc>
              </a:tr>
              <a:tr h="666750">
                <a:tc>
                  <a:txBody>
                    <a:bodyPr/>
                    <a:lstStyle/>
                    <a:p>
                      <a:r>
                        <a:rPr sz="1800">
                          <a:solidFill>
                            <a:srgbClr val="F8FAFC"/>
                          </a:solidFill>
                          <a:latin typeface="Apple SD Gothic Neo"/>
                          <a:ea typeface="Apple SD Gothic Neo"/>
                          <a:cs typeface="Apple SD Gothic Neo"/>
                        </a:rPr>
                        <a:t>restart_lsn</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slot이 아직 필요로 할 수 있는 가장 오래된 WAL 위치</a:t>
                      </a:r>
                    </a:p>
                  </a:txBody>
                  <a:tcPr marL="152400" marR="152400" marT="95250" marB="95250">
                    <a:lnR w="9525">
                      <a:solidFill>
                        <a:srgbClr val="334155"/>
                      </a:solidFill>
                      <a:prstDash val="solid"/>
                    </a:lnR>
                    <a:lnB w="9525">
                      <a:solidFill>
                        <a:srgbClr val="334155"/>
                      </a:solidFill>
                      <a:prstDash val="solid"/>
                    </a:lnB>
                    <a:solidFill>
                      <a:srgbClr val="1E293B"/>
                    </a:solidFill>
                  </a:tcPr>
                </a:tc>
              </a:tr>
              <a:tr h="666750">
                <a:tc>
                  <a:txBody>
                    <a:bodyPr/>
                    <a:lstStyle/>
                    <a:p>
                      <a:r>
                        <a:rPr sz="1800">
                          <a:solidFill>
                            <a:srgbClr val="F8FAFC"/>
                          </a:solidFill>
                          <a:latin typeface="Apple SD Gothic Neo"/>
                          <a:ea typeface="Apple SD Gothic Neo"/>
                          <a:cs typeface="Apple SD Gothic Neo"/>
                        </a:rPr>
                        <a:t>confirmed_flush_lsn</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논리 slot 소비자가 수신을 확인한 위치</a:t>
                      </a:r>
                    </a:p>
                  </a:txBody>
                  <a:tcPr marL="152400" marR="152400" marT="95250" marB="95250">
                    <a:lnR w="9525">
                      <a:solidFill>
                        <a:srgbClr val="334155"/>
                      </a:solidFill>
                      <a:prstDash val="solid"/>
                    </a:lnR>
                    <a:lnB w="9525">
                      <a:solidFill>
                        <a:srgbClr val="334155"/>
                      </a:solidFill>
                      <a:prstDash val="solid"/>
                    </a:lnB>
                    <a:solidFill>
                      <a:srgbClr val="1E293B"/>
                    </a:solidFill>
                  </a:tcPr>
                </a:tc>
              </a:tr>
              <a:tr h="666750">
                <a:tc>
                  <a:txBody>
                    <a:bodyPr/>
                    <a:lstStyle/>
                    <a:p>
                      <a:r>
                        <a:rPr sz="1800">
                          <a:solidFill>
                            <a:srgbClr val="F8FAFC"/>
                          </a:solidFill>
                          <a:latin typeface="Apple SD Gothic Neo"/>
                          <a:ea typeface="Apple SD Gothic Neo"/>
                          <a:cs typeface="Apple SD Gothic Neo"/>
                        </a:rPr>
                        <a:t>wal_status</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slot이 요구하는 WAL의 가용 상태</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4" name="panel-147">
            <a:extLst xmlns:a="http://schemas.openxmlformats.org/drawingml/2006/main">
              <a:ext uri="{FF2B5EF4-FFF2-40B4-BE49-F238E27FC236}">
                <a16:creationId xmlns:a16="http://schemas.microsoft.com/office/drawing/2014/main" id="{8728C318-3CBA-4D17-A451-D98019A54B8E}"/>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5" name="text-148">
            <a:extLst xmlns:a="http://schemas.openxmlformats.org/drawingml/2006/main">
              <a:ext uri="{FF2B5EF4-FFF2-40B4-BE49-F238E27FC236}">
                <a16:creationId xmlns:a16="http://schemas.microsoft.com/office/drawing/2014/main" id="{A74565C2-DB66-4402-BF8D-3EEB0EB0AAF2}"/>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confirmed_flush_lsn은 Iceberg 적재 완료 위치가 아닙니다</a:t>
            </a:r>
          </a:p>
        </p:txBody>
      </p:sp>
      <p:sp>
        <p:nvSpPr>
          <p:cNvPr id="6" name="">
            <a:extLst xmlns:a="http://schemas.openxmlformats.org/drawingml/2006/main">
              <a:ext uri="{FF2B5EF4-FFF2-40B4-BE49-F238E27FC236}">
                <a16:creationId xmlns:a16="http://schemas.microsoft.com/office/drawing/2014/main" id="{69FBBCBD-3729-49EB-A6E6-6F72E5D6D646}"/>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149">
            <a:extLst xmlns:a="http://schemas.openxmlformats.org/drawingml/2006/main">
              <a:ext uri="{FF2B5EF4-FFF2-40B4-BE49-F238E27FC236}">
                <a16:creationId xmlns:a16="http://schemas.microsoft.com/office/drawing/2014/main" id="{1DC17D58-D849-4327-854E-23B114C185E5}"/>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8" name="text-150">
            <a:extLst xmlns:a="http://schemas.openxmlformats.org/drawingml/2006/main">
              <a:ext uri="{FF2B5EF4-FFF2-40B4-BE49-F238E27FC236}">
                <a16:creationId xmlns:a16="http://schemas.microsoft.com/office/drawing/2014/main" id="{D3AEA87E-027F-44C3-B58C-69076DE25FA3}"/>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14</a:t>
            </a:r>
          </a:p>
        </p:txBody>
      </p:sp>
    </p:spTree>
    <p:extLst>
      <p:ext uri="{BB962C8B-B14F-4D97-AF65-F5344CB8AC3E}">
        <p14:creationId xmlns:p14="http://schemas.microsoft.com/office/powerpoint/2010/main" val="1633766972"/>
      </p:ext>
    </p:extLst>
  </p:cSld>
</p:sld>
</file>

<file path=ppt/slides/slide15.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1" name="text-151">
            <a:extLst xmlns:a="http://schemas.openxmlformats.org/drawingml/2006/main">
              <a:ext uri="{FF2B5EF4-FFF2-40B4-BE49-F238E27FC236}">
                <a16:creationId xmlns:a16="http://schemas.microsoft.com/office/drawing/2014/main" id="{4ECED445-8E74-4A47-8C71-29F79E87BDAE}"/>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152">
            <a:extLst xmlns:a="http://schemas.openxmlformats.org/drawingml/2006/main">
              <a:ext uri="{FF2B5EF4-FFF2-40B4-BE49-F238E27FC236}">
                <a16:creationId xmlns:a16="http://schemas.microsoft.com/office/drawing/2014/main" id="{4378569A-35A3-4F5C-BD0B-9B15D6BE2C86}"/>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Debezium 설정과 실제 수집 범위</a:t>
            </a:r>
          </a:p>
        </p:txBody>
      </p:sp>
      <p:sp>
        <p:nvSpPr>
          <p:cNvPr id="3" name="text-153">
            <a:extLst xmlns:a="http://schemas.openxmlformats.org/drawingml/2006/main">
              <a:ext uri="{FF2B5EF4-FFF2-40B4-BE49-F238E27FC236}">
                <a16:creationId xmlns:a16="http://schemas.microsoft.com/office/drawing/2014/main" id="{1B90E15B-8F3B-478E-9A0A-9E473D712EBD}"/>
              </a:ext>
            </a:extLst>
          </p:cNvPr>
          <p:cNvSpPr>
            <a:spLocks xmlns:a="http://schemas.openxmlformats.org/drawingml/2006/main" noGrp="1"/>
          </p:cNvSpPr>
          <p:nvPr/>
        </p:nvSpPr>
        <p:spPr>
          <a:xfrm xmlns:a="http://schemas.openxmlformats.org/drawingml/2006/main">
            <a:off x="609600" y="161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실제 설정 중 학습에 필요한 항목만 표시</a:t>
            </a:r>
          </a:p>
        </p:txBody>
      </p:sp>
      <p:sp>
        <p:nvSpPr>
          <p:cNvPr id="4" name="panel-154">
            <a:extLst xmlns:a="http://schemas.openxmlformats.org/drawingml/2006/main">
              <a:ext uri="{FF2B5EF4-FFF2-40B4-BE49-F238E27FC236}">
                <a16:creationId xmlns:a16="http://schemas.microsoft.com/office/drawing/2014/main" id="{8EDC9951-7EDD-4ABE-BEE0-4A9D7D234D20}"/>
              </a:ext>
            </a:extLst>
          </p:cNvPr>
          <p:cNvSpPr>
            <a:spLocks xmlns:a="http://schemas.openxmlformats.org/drawingml/2006/main" noGrp="1"/>
          </p:cNvSpPr>
          <p:nvPr/>
        </p:nvSpPr>
        <p:spPr>
          <a:xfrm xmlns:a="http://schemas.openxmlformats.org/drawingml/2006/main">
            <a:off x="609600" y="2000250"/>
            <a:ext cx="10972800" cy="3314700"/>
          </a:xfrm>
          <a:prstGeom xmlns:a="http://schemas.openxmlformats.org/drawingml/2006/main" prst="roundRect">
            <a:avLst>
              <a:gd name="adj" fmla="val 2586"/>
            </a:avLst>
          </a:prstGeom>
          <a:solidFill xmlns:a="http://schemas.openxmlformats.org/drawingml/2006/main">
            <a:srgbClr val="0B1220"/>
          </a:solidFill>
          <a:ln xmlns:a="http://schemas.openxmlformats.org/drawingml/2006/main" w="9525">
            <a:solidFill>
              <a:srgbClr val="334155"/>
            </a:solidFill>
          </a:ln>
        </p:spPr>
      </p:sp>
      <p:sp>
        <p:nvSpPr>
          <p:cNvPr id="5" name="text-155">
            <a:extLst xmlns:a="http://schemas.openxmlformats.org/drawingml/2006/main">
              <a:ext uri="{FF2B5EF4-FFF2-40B4-BE49-F238E27FC236}">
                <a16:creationId xmlns:a16="http://schemas.microsoft.com/office/drawing/2014/main" id="{47995463-9B44-4F9E-BA83-EB1513BFF6AE}"/>
              </a:ext>
            </a:extLst>
          </p:cNvPr>
          <p:cNvSpPr>
            <a:spLocks xmlns:a="http://schemas.openxmlformats.org/drawingml/2006/main" noGrp="1"/>
          </p:cNvSpPr>
          <p:nvPr/>
        </p:nvSpPr>
        <p:spPr>
          <a:xfrm xmlns:a="http://schemas.openxmlformats.org/drawingml/2006/main">
            <a:off x="819150" y="2171700"/>
            <a:ext cx="10553700" cy="3009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8FAFC"/>
                </a:solidFill>
                <a:latin typeface="D2Coding"/>
                <a:ea typeface="D2Coding"/>
                <a:cs typeface="D2Coding"/>
              </a:defRPr>
            </a:defPPr>
            <a:lvl1pPr algn="l">
              <a:defRPr sz="1725" b="0">
                <a:solidFill>
                  <a:srgbClr val="F8FAFC"/>
                </a:solidFill>
                <a:latin typeface="D2Coding"/>
                <a:ea typeface="D2Coding"/>
                <a:cs typeface="D2Coding"/>
              </a:defRPr>
            </a:lvl1pPr>
            <a:lvl2pPr algn="l">
              <a:defRPr sz="1725" b="0">
                <a:solidFill>
                  <a:srgbClr val="F8FAFC"/>
                </a:solidFill>
                <a:latin typeface="D2Coding"/>
                <a:ea typeface="D2Coding"/>
                <a:cs typeface="D2Coding"/>
              </a:defRPr>
            </a:lvl2pPr>
            <a:lvl3pPr algn="l">
              <a:defRPr sz="1725" b="0">
                <a:solidFill>
                  <a:srgbClr val="F8FAFC"/>
                </a:solidFill>
                <a:latin typeface="D2Coding"/>
                <a:ea typeface="D2Coding"/>
                <a:cs typeface="D2Coding"/>
              </a:defRPr>
            </a:lvl3pPr>
            <a:lvl4pPr algn="l">
              <a:defRPr sz="1725" b="0">
                <a:solidFill>
                  <a:srgbClr val="F8FAFC"/>
                </a:solidFill>
                <a:latin typeface="D2Coding"/>
                <a:ea typeface="D2Coding"/>
                <a:cs typeface="D2Coding"/>
              </a:defRPr>
            </a:lvl4pPr>
            <a:lvl5pPr algn="l">
              <a:defRPr sz="1725" b="0">
                <a:solidFill>
                  <a:srgbClr val="F8FAFC"/>
                </a:solidFill>
                <a:latin typeface="D2Coding"/>
                <a:ea typeface="D2Coding"/>
                <a:cs typeface="D2Coding"/>
              </a:defRPr>
            </a:lvl5pPr>
            <a:lvl6pPr algn="l">
              <a:defRPr sz="1725" b="0">
                <a:solidFill>
                  <a:srgbClr val="F8FAFC"/>
                </a:solidFill>
                <a:latin typeface="D2Coding"/>
                <a:ea typeface="D2Coding"/>
                <a:cs typeface="D2Coding"/>
              </a:defRPr>
            </a:lvl6pPr>
            <a:lvl7pPr algn="l">
              <a:defRPr sz="1725" b="0">
                <a:solidFill>
                  <a:srgbClr val="F8FAFC"/>
                </a:solidFill>
                <a:latin typeface="D2Coding"/>
                <a:ea typeface="D2Coding"/>
                <a:cs typeface="D2Coding"/>
              </a:defRPr>
            </a:lvl7pPr>
            <a:lvl8pPr algn="l">
              <a:defRPr sz="1725" b="0">
                <a:solidFill>
                  <a:srgbClr val="F8FAFC"/>
                </a:solidFill>
                <a:latin typeface="D2Coding"/>
                <a:ea typeface="D2Coding"/>
                <a:cs typeface="D2Coding"/>
              </a:defRPr>
            </a:lvl8pPr>
            <a:lvl9pPr algn="l">
              <a:defRPr sz="1725" b="0">
                <a:solidFill>
                  <a:srgbClr val="F8FAFC"/>
                </a:solidFill>
                <a:latin typeface="D2Coding"/>
                <a:ea typeface="D2Coding"/>
                <a:cs typeface="D2Coding"/>
              </a:defRPr>
            </a:lvl9pPr>
          </a:lstStyle>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  "plugin.name": "pgoutput",</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  "slot.name": "cdc_lab",</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  "publication.name": "cdc_lab",</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  "publication.autocreate.mode": "disabled",</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  "table.include.list": "public.orders,public.payments,public.refunds",</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  "topic.prefix": "cdc",</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  "snapshot.mode": "initial",</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  "tombstones.on.delete": "true"</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a:t>
            </a:r>
          </a:p>
        </p:txBody>
      </p:sp>
      <p:sp>
        <p:nvSpPr>
          <p:cNvPr id="6" name="panel-156">
            <a:extLst xmlns:a="http://schemas.openxmlformats.org/drawingml/2006/main">
              <a:ext uri="{FF2B5EF4-FFF2-40B4-BE49-F238E27FC236}">
                <a16:creationId xmlns:a16="http://schemas.microsoft.com/office/drawing/2014/main" id="{684E38B8-25BD-45ED-8CFD-281C8356189F}"/>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7" name="text-157">
            <a:extLst xmlns:a="http://schemas.openxmlformats.org/drawingml/2006/main">
              <a:ext uri="{FF2B5EF4-FFF2-40B4-BE49-F238E27FC236}">
                <a16:creationId xmlns:a16="http://schemas.microsoft.com/office/drawing/2014/main" id="{384920E5-B438-495B-8741-76294087EDEB}"/>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publication · include list · 실제 이벤트를 함께 확인합니다</a:t>
            </a:r>
          </a:p>
        </p:txBody>
      </p:sp>
      <p:sp>
        <p:nvSpPr>
          <p:cNvPr id="8" name="">
            <a:extLst xmlns:a="http://schemas.openxmlformats.org/drawingml/2006/main">
              <a:ext uri="{FF2B5EF4-FFF2-40B4-BE49-F238E27FC236}">
                <a16:creationId xmlns:a16="http://schemas.microsoft.com/office/drawing/2014/main" id="{F93AD156-7B87-4A7C-8554-9EF642BD4DE5}"/>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9" name="text-158">
            <a:extLst xmlns:a="http://schemas.openxmlformats.org/drawingml/2006/main">
              <a:ext uri="{FF2B5EF4-FFF2-40B4-BE49-F238E27FC236}">
                <a16:creationId xmlns:a16="http://schemas.microsoft.com/office/drawing/2014/main" id="{2D526264-E62C-4AA6-9A77-6F40458A967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10" name="text-159">
            <a:extLst xmlns:a="http://schemas.openxmlformats.org/drawingml/2006/main">
              <a:ext uri="{FF2B5EF4-FFF2-40B4-BE49-F238E27FC236}">
                <a16:creationId xmlns:a16="http://schemas.microsoft.com/office/drawing/2014/main" id="{78D5814B-E598-4FCC-AE8A-146F285DA0F2}"/>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15</a:t>
            </a:r>
          </a:p>
        </p:txBody>
      </p:sp>
    </p:spTree>
    <p:extLst>
      <p:ext uri="{BB962C8B-B14F-4D97-AF65-F5344CB8AC3E}">
        <p14:creationId xmlns:p14="http://schemas.microsoft.com/office/powerpoint/2010/main" val="1734911359"/>
      </p:ext>
    </p:extLst>
  </p:cSld>
</p:sld>
</file>

<file path=ppt/slides/slide16.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7" name="text-160">
            <a:extLst xmlns:a="http://schemas.openxmlformats.org/drawingml/2006/main">
              <a:ext uri="{FF2B5EF4-FFF2-40B4-BE49-F238E27FC236}">
                <a16:creationId xmlns:a16="http://schemas.microsoft.com/office/drawing/2014/main" id="{B1BDA8A5-6773-410F-8448-B5E36E6481DF}"/>
              </a:ext>
            </a:extLst>
          </p:cNvPr>
          <p:cNvSpPr>
            <a:spLocks xmlns:a="http://schemas.openxmlformats.org/drawingml/2006/main" noGrp="1"/>
          </p:cNvSpPr>
          <p:nvPr/>
        </p:nvSpPr>
        <p:spPr>
          <a:xfrm xmlns:a="http://schemas.openxmlformats.org/drawingml/2006/main">
            <a:off x="609600" y="5715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휴식</a:t>
            </a:r>
          </a:p>
        </p:txBody>
      </p:sp>
      <p:sp>
        <p:nvSpPr>
          <p:cNvPr id="2" name="text-161">
            <a:extLst xmlns:a="http://schemas.openxmlformats.org/drawingml/2006/main">
              <a:ext uri="{FF2B5EF4-FFF2-40B4-BE49-F238E27FC236}">
                <a16:creationId xmlns:a16="http://schemas.microsoft.com/office/drawing/2014/main" id="{0E6E3B85-6DA0-4AAA-A142-63F90EED0739}"/>
              </a:ext>
            </a:extLst>
          </p:cNvPr>
          <p:cNvSpPr>
            <a:spLocks xmlns:a="http://schemas.openxmlformats.org/drawingml/2006/main" noGrp="1"/>
          </p:cNvSpPr>
          <p:nvPr/>
        </p:nvSpPr>
        <p:spPr>
          <a:xfrm xmlns:a="http://schemas.openxmlformats.org/drawingml/2006/main">
            <a:off x="609600" y="236220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F8FAFC"/>
                </a:solidFill>
                <a:latin typeface="Apple SD Gothic Neo"/>
                <a:ea typeface="Apple SD Gothic Neo"/>
                <a:cs typeface="Apple SD Gothic Neo"/>
              </a:defRPr>
            </a:defPPr>
            <a:lvl1pPr algn="l">
              <a:defRPr sz="4350" b="1">
                <a:solidFill>
                  <a:srgbClr val="F8FAFC"/>
                </a:solidFill>
                <a:latin typeface="Apple SD Gothic Neo"/>
                <a:ea typeface="Apple SD Gothic Neo"/>
                <a:cs typeface="Apple SD Gothic Neo"/>
              </a:defRPr>
            </a:lvl1pPr>
            <a:lvl2pPr algn="l">
              <a:defRPr sz="4350" b="1">
                <a:solidFill>
                  <a:srgbClr val="F8FAFC"/>
                </a:solidFill>
                <a:latin typeface="Apple SD Gothic Neo"/>
                <a:ea typeface="Apple SD Gothic Neo"/>
                <a:cs typeface="Apple SD Gothic Neo"/>
              </a:defRPr>
            </a:lvl2pPr>
            <a:lvl3pPr algn="l">
              <a:defRPr sz="4350" b="1">
                <a:solidFill>
                  <a:srgbClr val="F8FAFC"/>
                </a:solidFill>
                <a:latin typeface="Apple SD Gothic Neo"/>
                <a:ea typeface="Apple SD Gothic Neo"/>
                <a:cs typeface="Apple SD Gothic Neo"/>
              </a:defRPr>
            </a:lvl3pPr>
            <a:lvl4pPr algn="l">
              <a:defRPr sz="4350" b="1">
                <a:solidFill>
                  <a:srgbClr val="F8FAFC"/>
                </a:solidFill>
                <a:latin typeface="Apple SD Gothic Neo"/>
                <a:ea typeface="Apple SD Gothic Neo"/>
                <a:cs typeface="Apple SD Gothic Neo"/>
              </a:defRPr>
            </a:lvl4pPr>
            <a:lvl5pPr algn="l">
              <a:defRPr sz="4350" b="1">
                <a:solidFill>
                  <a:srgbClr val="F8FAFC"/>
                </a:solidFill>
                <a:latin typeface="Apple SD Gothic Neo"/>
                <a:ea typeface="Apple SD Gothic Neo"/>
                <a:cs typeface="Apple SD Gothic Neo"/>
              </a:defRPr>
            </a:lvl5pPr>
            <a:lvl6pPr algn="l">
              <a:defRPr sz="4350" b="1">
                <a:solidFill>
                  <a:srgbClr val="F8FAFC"/>
                </a:solidFill>
                <a:latin typeface="Apple SD Gothic Neo"/>
                <a:ea typeface="Apple SD Gothic Neo"/>
                <a:cs typeface="Apple SD Gothic Neo"/>
              </a:defRPr>
            </a:lvl6pPr>
            <a:lvl7pPr algn="l">
              <a:defRPr sz="4350" b="1">
                <a:solidFill>
                  <a:srgbClr val="F8FAFC"/>
                </a:solidFill>
                <a:latin typeface="Apple SD Gothic Neo"/>
                <a:ea typeface="Apple SD Gothic Neo"/>
                <a:cs typeface="Apple SD Gothic Neo"/>
              </a:defRPr>
            </a:lvl7pPr>
            <a:lvl8pPr algn="l">
              <a:defRPr sz="4350" b="1">
                <a:solidFill>
                  <a:srgbClr val="F8FAFC"/>
                </a:solidFill>
                <a:latin typeface="Apple SD Gothic Neo"/>
                <a:ea typeface="Apple SD Gothic Neo"/>
                <a:cs typeface="Apple SD Gothic Neo"/>
              </a:defRPr>
            </a:lvl8pPr>
            <a:lvl9pPr algn="l">
              <a:defRPr sz="4350" b="1">
                <a:solidFill>
                  <a:srgbClr val="F8FAFC"/>
                </a:solidFill>
                <a:latin typeface="Apple SD Gothic Neo"/>
                <a:ea typeface="Apple SD Gothic Neo"/>
                <a:cs typeface="Apple SD Gothic Neo"/>
              </a:defRPr>
            </a:lvl9pPr>
          </a:lstStyle>
          <a:p xmlns:a="http://schemas.openxmlformats.org/drawingml/2006/main">
            <a:pPr algn="l">
              <a:defRPr sz="4350" b="1">
                <a:solidFill>
                  <a:srgbClr val="F8FAFC"/>
                </a:solidFill>
                <a:latin typeface="Apple SD Gothic Neo"/>
                <a:ea typeface="Apple SD Gothic Neo"/>
                <a:cs typeface="Apple SD Gothic Neo"/>
              </a:defRPr>
            </a:pPr>
            <a:r>
              <a:rPr sz="4350" b="1">
                <a:solidFill>
                  <a:srgbClr val="F8FAFC"/>
                </a:solidFill>
                <a:latin typeface="Apple SD Gothic Neo"/>
                <a:ea typeface="Apple SD Gothic Neo"/>
                <a:cs typeface="Apple SD Gothic Neo"/>
              </a:rPr>
              <a:t>5분 쉬고 이어가겠습니다</a:t>
            </a:r>
          </a:p>
        </p:txBody>
      </p:sp>
      <p:sp>
        <p:nvSpPr>
          <p:cNvPr id="3" name="text-162">
            <a:extLst xmlns:a="http://schemas.openxmlformats.org/drawingml/2006/main">
              <a:ext uri="{FF2B5EF4-FFF2-40B4-BE49-F238E27FC236}">
                <a16:creationId xmlns:a16="http://schemas.microsoft.com/office/drawing/2014/main" id="{8FA2393D-F3D7-475B-912A-CCF9563E77D9}"/>
              </a:ext>
            </a:extLst>
          </p:cNvPr>
          <p:cNvSpPr>
            <a:spLocks xmlns:a="http://schemas.openxmlformats.org/drawingml/2006/main" noGrp="1"/>
          </p:cNvSpPr>
          <p:nvPr/>
        </p:nvSpPr>
        <p:spPr>
          <a:xfrm xmlns:a="http://schemas.openxmlformats.org/drawingml/2006/main">
            <a:off x="609600" y="37338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7B5CA"/>
                </a:solidFill>
                <a:latin typeface="Apple SD Gothic Neo"/>
                <a:ea typeface="Apple SD Gothic Neo"/>
                <a:cs typeface="Apple SD Gothic Neo"/>
              </a:defRPr>
            </a:defPPr>
            <a:lvl1pPr algn="l">
              <a:defRPr sz="2175" b="0">
                <a:solidFill>
                  <a:srgbClr val="A7B5CA"/>
                </a:solidFill>
                <a:latin typeface="Apple SD Gothic Neo"/>
                <a:ea typeface="Apple SD Gothic Neo"/>
                <a:cs typeface="Apple SD Gothic Neo"/>
              </a:defRPr>
            </a:lvl1pPr>
            <a:lvl2pPr algn="l">
              <a:defRPr sz="2175" b="0">
                <a:solidFill>
                  <a:srgbClr val="A7B5CA"/>
                </a:solidFill>
                <a:latin typeface="Apple SD Gothic Neo"/>
                <a:ea typeface="Apple SD Gothic Neo"/>
                <a:cs typeface="Apple SD Gothic Neo"/>
              </a:defRPr>
            </a:lvl2pPr>
            <a:lvl3pPr algn="l">
              <a:defRPr sz="2175" b="0">
                <a:solidFill>
                  <a:srgbClr val="A7B5CA"/>
                </a:solidFill>
                <a:latin typeface="Apple SD Gothic Neo"/>
                <a:ea typeface="Apple SD Gothic Neo"/>
                <a:cs typeface="Apple SD Gothic Neo"/>
              </a:defRPr>
            </a:lvl3pPr>
            <a:lvl4pPr algn="l">
              <a:defRPr sz="2175" b="0">
                <a:solidFill>
                  <a:srgbClr val="A7B5CA"/>
                </a:solidFill>
                <a:latin typeface="Apple SD Gothic Neo"/>
                <a:ea typeface="Apple SD Gothic Neo"/>
                <a:cs typeface="Apple SD Gothic Neo"/>
              </a:defRPr>
            </a:lvl4pPr>
            <a:lvl5pPr algn="l">
              <a:defRPr sz="2175" b="0">
                <a:solidFill>
                  <a:srgbClr val="A7B5CA"/>
                </a:solidFill>
                <a:latin typeface="Apple SD Gothic Neo"/>
                <a:ea typeface="Apple SD Gothic Neo"/>
                <a:cs typeface="Apple SD Gothic Neo"/>
              </a:defRPr>
            </a:lvl5pPr>
            <a:lvl6pPr algn="l">
              <a:defRPr sz="2175" b="0">
                <a:solidFill>
                  <a:srgbClr val="A7B5CA"/>
                </a:solidFill>
                <a:latin typeface="Apple SD Gothic Neo"/>
                <a:ea typeface="Apple SD Gothic Neo"/>
                <a:cs typeface="Apple SD Gothic Neo"/>
              </a:defRPr>
            </a:lvl6pPr>
            <a:lvl7pPr algn="l">
              <a:defRPr sz="2175" b="0">
                <a:solidFill>
                  <a:srgbClr val="A7B5CA"/>
                </a:solidFill>
                <a:latin typeface="Apple SD Gothic Neo"/>
                <a:ea typeface="Apple SD Gothic Neo"/>
                <a:cs typeface="Apple SD Gothic Neo"/>
              </a:defRPr>
            </a:lvl7pPr>
            <a:lvl8pPr algn="l">
              <a:defRPr sz="2175" b="0">
                <a:solidFill>
                  <a:srgbClr val="A7B5CA"/>
                </a:solidFill>
                <a:latin typeface="Apple SD Gothic Neo"/>
                <a:ea typeface="Apple SD Gothic Neo"/>
                <a:cs typeface="Apple SD Gothic Neo"/>
              </a:defRPr>
            </a:lvl8pPr>
            <a:lvl9pPr algn="l">
              <a:defRPr sz="2175" b="0">
                <a:solidFill>
                  <a:srgbClr val="A7B5CA"/>
                </a:solidFill>
                <a:latin typeface="Apple SD Gothic Neo"/>
                <a:ea typeface="Apple SD Gothic Neo"/>
                <a:cs typeface="Apple SD Gothic Neo"/>
              </a:defRPr>
            </a:lvl9pPr>
          </a:lstStyle>
          <a:p xmlns:a="http://schemas.openxmlformats.org/drawingml/2006/main">
            <a:pPr algn="l">
              <a:defRPr sz="2175" b="0">
                <a:solidFill>
                  <a:srgbClr val="A7B5CA"/>
                </a:solidFill>
                <a:latin typeface="Apple SD Gothic Neo"/>
                <a:ea typeface="Apple SD Gothic Neo"/>
                <a:cs typeface="Apple SD Gothic Neo"/>
              </a:defRPr>
            </a:pPr>
            <a:r>
              <a:rPr sz="2175" b="0">
                <a:solidFill>
                  <a:srgbClr val="A7B5CA"/>
                </a:solidFill>
                <a:latin typeface="Apple SD Gothic Neo"/>
                <a:ea typeface="Apple SD Gothic Neo"/>
                <a:cs typeface="Apple SD Gothic Neo"/>
              </a:rPr>
              <a:t>돌아오면 스냅샷 r과 작은 파서로 이벤트를 해석합니다</a:t>
            </a:r>
          </a:p>
        </p:txBody>
      </p:sp>
      <p:sp>
        <p:nvSpPr>
          <p:cNvPr id="4" name="">
            <a:extLst xmlns:a="http://schemas.openxmlformats.org/drawingml/2006/main">
              <a:ext uri="{FF2B5EF4-FFF2-40B4-BE49-F238E27FC236}">
                <a16:creationId xmlns:a16="http://schemas.microsoft.com/office/drawing/2014/main" id="{7C40ACDD-11C3-4F8B-916E-94A51C0353FE}"/>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5" name="text-163">
            <a:extLst xmlns:a="http://schemas.openxmlformats.org/drawingml/2006/main">
              <a:ext uri="{FF2B5EF4-FFF2-40B4-BE49-F238E27FC236}">
                <a16:creationId xmlns:a16="http://schemas.microsoft.com/office/drawing/2014/main" id="{CE105055-FFDE-483A-9064-06940394F91E}"/>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6" name="text-164">
            <a:extLst xmlns:a="http://schemas.openxmlformats.org/drawingml/2006/main">
              <a:ext uri="{FF2B5EF4-FFF2-40B4-BE49-F238E27FC236}">
                <a16:creationId xmlns:a16="http://schemas.microsoft.com/office/drawing/2014/main" id="{1C123AE8-6FC1-49D6-B9B8-F210BE0191E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16</a:t>
            </a:r>
          </a:p>
        </p:txBody>
      </p:sp>
    </p:spTree>
    <p:extLst>
      <p:ext uri="{BB962C8B-B14F-4D97-AF65-F5344CB8AC3E}">
        <p14:creationId xmlns:p14="http://schemas.microsoft.com/office/powerpoint/2010/main" val="1207548755"/>
      </p:ext>
    </p:extLst>
  </p:cSld>
</p:sld>
</file>

<file path=ppt/slides/slide17.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165">
            <a:extLst xmlns:a="http://schemas.openxmlformats.org/drawingml/2006/main">
              <a:ext uri="{FF2B5EF4-FFF2-40B4-BE49-F238E27FC236}">
                <a16:creationId xmlns:a16="http://schemas.microsoft.com/office/drawing/2014/main" id="{A8384078-A8F8-4B58-B5BA-39261E6ADB39}"/>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166">
            <a:extLst xmlns:a="http://schemas.openxmlformats.org/drawingml/2006/main">
              <a:ext uri="{FF2B5EF4-FFF2-40B4-BE49-F238E27FC236}">
                <a16:creationId xmlns:a16="http://schemas.microsoft.com/office/drawing/2014/main" id="{F9622A8A-4EAB-4F35-9B0D-1072EB19BAF6}"/>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초기 스냅샷 r과 이후 c/u/d</a:t>
            </a:r>
          </a:p>
        </p:txBody>
      </p:sp>
      <p:graphicFrame>
        <p:nvGraphicFramePr>
          <p:cNvPr id="3" name="">
            <a:extLst xmlns:a="http://schemas.openxmlformats.org/drawingml/2006/main">
              <a:ext uri="{FF2B5EF4-FFF2-40B4-BE49-F238E27FC236}">
                <a16:creationId xmlns:a16="http://schemas.microsoft.com/office/drawing/2014/main" id="{A1196EDB-E450-4F15-A113-648E97579326}"/>
              </a:ext>
            </a:extLst>
          </p:cNvPr>
          <p:cNvGraphicFramePr/>
          <p:nvPr/>
        </p:nvGraphicFramePr>
        <p:xfrm>
          <a:off xmlns:a="http://schemas.openxmlformats.org/drawingml/2006/main" x="609600" y="1809750"/>
          <a:ext xmlns:a="http://schemas.openxmlformats.org/drawingml/2006/main" cx="10972800" cy="3333750"/>
        </p:xfrm>
        <a:graphic xmlns:a="http://schemas.openxmlformats.org/drawingml/2006/main">
          <a:graphicData uri="http://schemas.openxmlformats.org/drawingml/2006/table">
            <a:tbl>
              <a:tblPr/>
              <a:tblGrid>
                <a:gridCol w="2286000"/>
                <a:gridCol w="3476625"/>
                <a:gridCol w="5210175"/>
              </a:tblGrid>
              <a:tr h="666750">
                <a:tc>
                  <a:txBody>
                    <a:bodyPr/>
                    <a:lstStyle/>
                    <a:p>
                      <a:r>
                        <a:rPr sz="1800" b="1">
                          <a:solidFill>
                            <a:srgbClr val="22D3EE"/>
                          </a:solidFill>
                          <a:latin typeface="Apple SD Gothic Neo"/>
                          <a:ea typeface="Apple SD Gothic Neo"/>
                          <a:cs typeface="Apple SD Gothic Neo"/>
                        </a:rPr>
                        <a:t>구분</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00" b="1">
                          <a:solidFill>
                            <a:srgbClr val="22D3EE"/>
                          </a:solidFill>
                          <a:latin typeface="Apple SD Gothic Neo"/>
                          <a:ea typeface="Apple SD Gothic Neo"/>
                          <a:cs typeface="Apple SD Gothic Neo"/>
                        </a:rPr>
                        <a:t>무엇을 나타내는가</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00" b="1">
                          <a:solidFill>
                            <a:srgbClr val="22D3EE"/>
                          </a:solidFill>
                          <a:latin typeface="Apple SD Gothic Neo"/>
                          <a:ea typeface="Apple SD Gothic Neo"/>
                          <a:cs typeface="Apple SD Gothic Neo"/>
                        </a:rPr>
                        <a:t>이번 시간의 확인</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666750">
                <a:tc>
                  <a:txBody>
                    <a:bodyPr/>
                    <a:lstStyle/>
                    <a:p>
                      <a:r>
                        <a:rPr sz="1800">
                          <a:solidFill>
                            <a:srgbClr val="F8FAFC"/>
                          </a:solidFill>
                          <a:latin typeface="Apple SD Gothic Neo"/>
                          <a:ea typeface="Apple SD Gothic Neo"/>
                          <a:cs typeface="Apple SD Gothic Neo"/>
                        </a:rPr>
                        <a:t>r</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스냅샷에서 읽은 현재 행</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보존된 실제 표본 또는 표시된 fixture</a:t>
                      </a:r>
                    </a:p>
                  </a:txBody>
                  <a:tcPr marL="152400" marR="152400" marT="95250" marB="95250">
                    <a:lnR w="9525">
                      <a:solidFill>
                        <a:srgbClr val="334155"/>
                      </a:solidFill>
                      <a:prstDash val="solid"/>
                    </a:lnR>
                    <a:lnB w="9525">
                      <a:solidFill>
                        <a:srgbClr val="334155"/>
                      </a:solidFill>
                      <a:prstDash val="solid"/>
                    </a:lnB>
                    <a:solidFill>
                      <a:srgbClr val="1E293B"/>
                    </a:solidFill>
                  </a:tcPr>
                </a:tc>
              </a:tr>
              <a:tr h="666750">
                <a:tc>
                  <a:txBody>
                    <a:bodyPr/>
                    <a:lstStyle/>
                    <a:p>
                      <a:r>
                        <a:rPr sz="1800">
                          <a:solidFill>
                            <a:srgbClr val="F8FAFC"/>
                          </a:solidFill>
                          <a:latin typeface="Apple SD Gothic Neo"/>
                          <a:ea typeface="Apple SD Gothic Neo"/>
                          <a:cs typeface="Apple SD Gothic Neo"/>
                        </a:rPr>
                        <a:t>c</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수집 시작 이후 생성 이벤트</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새 환불 20,000원</a:t>
                      </a:r>
                    </a:p>
                  </a:txBody>
                  <a:tcPr marL="152400" marR="152400" marT="95250" marB="95250">
                    <a:lnR w="9525">
                      <a:solidFill>
                        <a:srgbClr val="334155"/>
                      </a:solidFill>
                      <a:prstDash val="solid"/>
                    </a:lnR>
                    <a:lnB w="9525">
                      <a:solidFill>
                        <a:srgbClr val="334155"/>
                      </a:solidFill>
                      <a:prstDash val="solid"/>
                    </a:lnB>
                    <a:solidFill>
                      <a:srgbClr val="1E293B"/>
                    </a:solidFill>
                  </a:tcPr>
                </a:tc>
              </a:tr>
              <a:tr h="666750">
                <a:tc>
                  <a:txBody>
                    <a:bodyPr/>
                    <a:lstStyle/>
                    <a:p>
                      <a:r>
                        <a:rPr sz="1800">
                          <a:solidFill>
                            <a:srgbClr val="F8FAFC"/>
                          </a:solidFill>
                          <a:latin typeface="Apple SD Gothic Neo"/>
                          <a:ea typeface="Apple SD Gothic Neo"/>
                          <a:cs typeface="Apple SD Gothic Neo"/>
                        </a:rPr>
                        <a:t>u</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기존 행의 변경 이벤트</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같은 환불 30,000원으로 정정</a:t>
                      </a:r>
                    </a:p>
                  </a:txBody>
                  <a:tcPr marL="152400" marR="152400" marT="95250" marB="95250">
                    <a:lnR w="9525">
                      <a:solidFill>
                        <a:srgbClr val="334155"/>
                      </a:solidFill>
                      <a:prstDash val="solid"/>
                    </a:lnR>
                    <a:lnB w="9525">
                      <a:solidFill>
                        <a:srgbClr val="334155"/>
                      </a:solidFill>
                      <a:prstDash val="solid"/>
                    </a:lnB>
                    <a:solidFill>
                      <a:srgbClr val="1E293B"/>
                    </a:solidFill>
                  </a:tcPr>
                </a:tc>
              </a:tr>
              <a:tr h="666750">
                <a:tc>
                  <a:txBody>
                    <a:bodyPr/>
                    <a:lstStyle/>
                    <a:p>
                      <a:r>
                        <a:rPr sz="1800">
                          <a:solidFill>
                            <a:srgbClr val="F8FAFC"/>
                          </a:solidFill>
                          <a:latin typeface="Apple SD Gothic Neo"/>
                          <a:ea typeface="Apple SD Gothic Neo"/>
                          <a:cs typeface="Apple SD Gothic Neo"/>
                        </a:rPr>
                        <a:t>d</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물리 삭제 이벤트</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before 값과 after=null</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4" name="panel-167">
            <a:extLst xmlns:a="http://schemas.openxmlformats.org/drawingml/2006/main">
              <a:ext uri="{FF2B5EF4-FFF2-40B4-BE49-F238E27FC236}">
                <a16:creationId xmlns:a16="http://schemas.microsoft.com/office/drawing/2014/main" id="{C3A7E7DB-2A3D-439F-8698-CA6DD58F8E32}"/>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5" name="text-168">
            <a:extLst xmlns:a="http://schemas.openxmlformats.org/drawingml/2006/main">
              <a:ext uri="{FF2B5EF4-FFF2-40B4-BE49-F238E27FC236}">
                <a16:creationId xmlns:a16="http://schemas.microsoft.com/office/drawing/2014/main" id="{6011EC16-F340-4E8A-ADA0-388DE9B1A660}"/>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snapshot.mode=initial은 매 재시작마다 전체 스냅샷을 뜬다는 뜻이 아닙니다</a:t>
            </a:r>
          </a:p>
        </p:txBody>
      </p:sp>
      <p:sp>
        <p:nvSpPr>
          <p:cNvPr id="6" name="">
            <a:extLst xmlns:a="http://schemas.openxmlformats.org/drawingml/2006/main">
              <a:ext uri="{FF2B5EF4-FFF2-40B4-BE49-F238E27FC236}">
                <a16:creationId xmlns:a16="http://schemas.microsoft.com/office/drawing/2014/main" id="{DE1229D1-783B-4100-9A9B-0766E7FAED24}"/>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169">
            <a:extLst xmlns:a="http://schemas.openxmlformats.org/drawingml/2006/main">
              <a:ext uri="{FF2B5EF4-FFF2-40B4-BE49-F238E27FC236}">
                <a16:creationId xmlns:a16="http://schemas.microsoft.com/office/drawing/2014/main" id="{F95B0E85-6A97-4550-9925-2AC24D683B5B}"/>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8" name="text-170">
            <a:extLst xmlns:a="http://schemas.openxmlformats.org/drawingml/2006/main">
              <a:ext uri="{FF2B5EF4-FFF2-40B4-BE49-F238E27FC236}">
                <a16:creationId xmlns:a16="http://schemas.microsoft.com/office/drawing/2014/main" id="{0B88F565-22E8-4A8D-A4A8-3990A32D72D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17</a:t>
            </a:r>
          </a:p>
        </p:txBody>
      </p:sp>
    </p:spTree>
    <p:extLst>
      <p:ext uri="{BB962C8B-B14F-4D97-AF65-F5344CB8AC3E}">
        <p14:creationId xmlns:p14="http://schemas.microsoft.com/office/powerpoint/2010/main" val="1790255205"/>
      </p:ext>
    </p:extLst>
  </p:cSld>
</p:sld>
</file>

<file path=ppt/slides/slide18.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71">
            <a:extLst xmlns:a="http://schemas.openxmlformats.org/drawingml/2006/main">
              <a:ext uri="{FF2B5EF4-FFF2-40B4-BE49-F238E27FC236}">
                <a16:creationId xmlns:a16="http://schemas.microsoft.com/office/drawing/2014/main" id="{71D0EE2F-ACE5-4B18-92F6-7D39BF92D2CB}"/>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172">
            <a:extLst xmlns:a="http://schemas.openxmlformats.org/drawingml/2006/main">
              <a:ext uri="{FF2B5EF4-FFF2-40B4-BE49-F238E27FC236}">
                <a16:creationId xmlns:a16="http://schemas.microsoft.com/office/drawing/2014/main" id="{5FA0FBC3-5FA4-4342-A22B-737BE269190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작은 파서의 입력과 출력</a:t>
            </a:r>
          </a:p>
        </p:txBody>
      </p:sp>
      <p:sp>
        <p:nvSpPr>
          <p:cNvPr id="3" name="panel-173">
            <a:extLst xmlns:a="http://schemas.openxmlformats.org/drawingml/2006/main">
              <a:ext uri="{FF2B5EF4-FFF2-40B4-BE49-F238E27FC236}">
                <a16:creationId xmlns:a16="http://schemas.microsoft.com/office/drawing/2014/main" id="{38F0472E-BD44-4102-88D6-F829B815D668}"/>
              </a:ext>
            </a:extLst>
          </p:cNvPr>
          <p:cNvSpPr>
            <a:spLocks xmlns:a="http://schemas.openxmlformats.org/drawingml/2006/main" noGrp="1"/>
          </p:cNvSpPr>
          <p:nvPr/>
        </p:nvSpPr>
        <p:spPr>
          <a:xfrm xmlns:a="http://schemas.openxmlformats.org/drawingml/2006/main">
            <a:off x="609600" y="1943100"/>
            <a:ext cx="3517900"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4" name="text-174">
            <a:extLst xmlns:a="http://schemas.openxmlformats.org/drawingml/2006/main">
              <a:ext uri="{FF2B5EF4-FFF2-40B4-BE49-F238E27FC236}">
                <a16:creationId xmlns:a16="http://schemas.microsoft.com/office/drawing/2014/main" id="{22679E11-AD44-49B8-8BDF-64B4E54D5495}"/>
              </a:ext>
            </a:extLst>
          </p:cNvPr>
          <p:cNvSpPr>
            <a:spLocks xmlns:a="http://schemas.openxmlformats.org/drawingml/2006/main" noGrp="1"/>
          </p:cNvSpPr>
          <p:nvPr/>
        </p:nvSpPr>
        <p:spPr>
          <a:xfrm xmlns:a="http://schemas.openxmlformats.org/drawingml/2006/main">
            <a:off x="838200" y="2209800"/>
            <a:ext cx="3060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B923C"/>
                </a:solidFill>
                <a:latin typeface="Apple SD Gothic Neo"/>
                <a:ea typeface="Apple SD Gothic Neo"/>
                <a:cs typeface="Apple SD Gothic Neo"/>
              </a:defRPr>
            </a:defPPr>
            <a:lvl1pPr algn="l">
              <a:defRPr sz="2250" b="1">
                <a:solidFill>
                  <a:srgbClr val="FB923C"/>
                </a:solidFill>
                <a:latin typeface="Apple SD Gothic Neo"/>
                <a:ea typeface="Apple SD Gothic Neo"/>
                <a:cs typeface="Apple SD Gothic Neo"/>
              </a:defRPr>
            </a:lvl1pPr>
            <a:lvl2pPr algn="l">
              <a:defRPr sz="2250" b="1">
                <a:solidFill>
                  <a:srgbClr val="FB923C"/>
                </a:solidFill>
                <a:latin typeface="Apple SD Gothic Neo"/>
                <a:ea typeface="Apple SD Gothic Neo"/>
                <a:cs typeface="Apple SD Gothic Neo"/>
              </a:defRPr>
            </a:lvl2pPr>
            <a:lvl3pPr algn="l">
              <a:defRPr sz="2250" b="1">
                <a:solidFill>
                  <a:srgbClr val="FB923C"/>
                </a:solidFill>
                <a:latin typeface="Apple SD Gothic Neo"/>
                <a:ea typeface="Apple SD Gothic Neo"/>
                <a:cs typeface="Apple SD Gothic Neo"/>
              </a:defRPr>
            </a:lvl3pPr>
            <a:lvl4pPr algn="l">
              <a:defRPr sz="2250" b="1">
                <a:solidFill>
                  <a:srgbClr val="FB923C"/>
                </a:solidFill>
                <a:latin typeface="Apple SD Gothic Neo"/>
                <a:ea typeface="Apple SD Gothic Neo"/>
                <a:cs typeface="Apple SD Gothic Neo"/>
              </a:defRPr>
            </a:lvl4pPr>
            <a:lvl5pPr algn="l">
              <a:defRPr sz="2250" b="1">
                <a:solidFill>
                  <a:srgbClr val="FB923C"/>
                </a:solidFill>
                <a:latin typeface="Apple SD Gothic Neo"/>
                <a:ea typeface="Apple SD Gothic Neo"/>
                <a:cs typeface="Apple SD Gothic Neo"/>
              </a:defRPr>
            </a:lvl5pPr>
            <a:lvl6pPr algn="l">
              <a:defRPr sz="2250" b="1">
                <a:solidFill>
                  <a:srgbClr val="FB923C"/>
                </a:solidFill>
                <a:latin typeface="Apple SD Gothic Neo"/>
                <a:ea typeface="Apple SD Gothic Neo"/>
                <a:cs typeface="Apple SD Gothic Neo"/>
              </a:defRPr>
            </a:lvl6pPr>
            <a:lvl7pPr algn="l">
              <a:defRPr sz="2250" b="1">
                <a:solidFill>
                  <a:srgbClr val="FB923C"/>
                </a:solidFill>
                <a:latin typeface="Apple SD Gothic Neo"/>
                <a:ea typeface="Apple SD Gothic Neo"/>
                <a:cs typeface="Apple SD Gothic Neo"/>
              </a:defRPr>
            </a:lvl7pPr>
            <a:lvl8pPr algn="l">
              <a:defRPr sz="2250" b="1">
                <a:solidFill>
                  <a:srgbClr val="FB923C"/>
                </a:solidFill>
                <a:latin typeface="Apple SD Gothic Neo"/>
                <a:ea typeface="Apple SD Gothic Neo"/>
                <a:cs typeface="Apple SD Gothic Neo"/>
              </a:defRPr>
            </a:lvl8pPr>
            <a:lvl9pPr algn="l">
              <a:defRPr sz="2250" b="1">
                <a:solidFill>
                  <a:srgbClr val="FB923C"/>
                </a:solidFill>
                <a:latin typeface="Apple SD Gothic Neo"/>
                <a:ea typeface="Apple SD Gothic Neo"/>
                <a:cs typeface="Apple SD Gothic Neo"/>
              </a:defRPr>
            </a:lvl9pPr>
          </a:lstStyle>
          <a:p xmlns:a="http://schemas.openxmlformats.org/drawingml/2006/main">
            <a:pPr algn="l">
              <a:defRPr sz="2250" b="1">
                <a:solidFill>
                  <a:srgbClr val="FB923C"/>
                </a:solidFill>
                <a:latin typeface="Apple SD Gothic Neo"/>
                <a:ea typeface="Apple SD Gothic Neo"/>
                <a:cs typeface="Apple SD Gothic Neo"/>
              </a:defRPr>
            </a:pPr>
            <a:r>
              <a:rPr sz="2250" b="1">
                <a:solidFill>
                  <a:srgbClr val="FB923C"/>
                </a:solidFill>
                <a:latin typeface="Apple SD Gothic Neo"/>
                <a:ea typeface="Apple SD Gothic Neo"/>
                <a:cs typeface="Apple SD Gothic Neo"/>
              </a:rPr>
              <a:t>입력</a:t>
            </a:r>
          </a:p>
        </p:txBody>
      </p:sp>
      <p:sp>
        <p:nvSpPr>
          <p:cNvPr id="5" name="text-175">
            <a:extLst xmlns:a="http://schemas.openxmlformats.org/drawingml/2006/main">
              <a:ext uri="{FF2B5EF4-FFF2-40B4-BE49-F238E27FC236}">
                <a16:creationId xmlns:a16="http://schemas.microsoft.com/office/drawing/2014/main" id="{87774848-EACA-4753-9C30-EA53CF8F97A9}"/>
              </a:ext>
            </a:extLst>
          </p:cNvPr>
          <p:cNvSpPr>
            <a:spLocks xmlns:a="http://schemas.openxmlformats.org/drawingml/2006/main" noGrp="1"/>
          </p:cNvSpPr>
          <p:nvPr/>
        </p:nvSpPr>
        <p:spPr>
          <a:xfrm xmlns:a="http://schemas.openxmlformats.org/drawingml/2006/main">
            <a:off x="838200" y="3086100"/>
            <a:ext cx="3060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Kafka value 원문</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 key · topic · partition · offset</a:t>
            </a:r>
          </a:p>
        </p:txBody>
      </p:sp>
      <p:sp>
        <p:nvSpPr>
          <p:cNvPr id="6" name="panel-176">
            <a:extLst xmlns:a="http://schemas.openxmlformats.org/drawingml/2006/main">
              <a:ext uri="{FF2B5EF4-FFF2-40B4-BE49-F238E27FC236}">
                <a16:creationId xmlns:a16="http://schemas.microsoft.com/office/drawing/2014/main" id="{E5574C97-D1FE-42F1-A1AC-327A8EC3BC41}"/>
              </a:ext>
            </a:extLst>
          </p:cNvPr>
          <p:cNvSpPr>
            <a:spLocks xmlns:a="http://schemas.openxmlformats.org/drawingml/2006/main" noGrp="1"/>
          </p:cNvSpPr>
          <p:nvPr/>
        </p:nvSpPr>
        <p:spPr>
          <a:xfrm xmlns:a="http://schemas.openxmlformats.org/drawingml/2006/main">
            <a:off x="4337050" y="1943100"/>
            <a:ext cx="3517900"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7" name="text-177">
            <a:extLst xmlns:a="http://schemas.openxmlformats.org/drawingml/2006/main">
              <a:ext uri="{FF2B5EF4-FFF2-40B4-BE49-F238E27FC236}">
                <a16:creationId xmlns:a16="http://schemas.microsoft.com/office/drawing/2014/main" id="{B4328582-AAA2-4B77-B854-9ECFEEBBC021}"/>
              </a:ext>
            </a:extLst>
          </p:cNvPr>
          <p:cNvSpPr>
            <a:spLocks xmlns:a="http://schemas.openxmlformats.org/drawingml/2006/main" noGrp="1"/>
          </p:cNvSpPr>
          <p:nvPr/>
        </p:nvSpPr>
        <p:spPr>
          <a:xfrm xmlns:a="http://schemas.openxmlformats.org/drawingml/2006/main">
            <a:off x="4565650" y="2209800"/>
            <a:ext cx="3060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D3EE"/>
                </a:solidFill>
                <a:latin typeface="Apple SD Gothic Neo"/>
                <a:ea typeface="Apple SD Gothic Neo"/>
                <a:cs typeface="Apple SD Gothic Neo"/>
              </a:defRPr>
            </a:defPPr>
            <a:lvl1pPr algn="l">
              <a:defRPr sz="2250" b="1">
                <a:solidFill>
                  <a:srgbClr val="22D3EE"/>
                </a:solidFill>
                <a:latin typeface="Apple SD Gothic Neo"/>
                <a:ea typeface="Apple SD Gothic Neo"/>
                <a:cs typeface="Apple SD Gothic Neo"/>
              </a:defRPr>
            </a:lvl1pPr>
            <a:lvl2pPr algn="l">
              <a:defRPr sz="2250" b="1">
                <a:solidFill>
                  <a:srgbClr val="22D3EE"/>
                </a:solidFill>
                <a:latin typeface="Apple SD Gothic Neo"/>
                <a:ea typeface="Apple SD Gothic Neo"/>
                <a:cs typeface="Apple SD Gothic Neo"/>
              </a:defRPr>
            </a:lvl2pPr>
            <a:lvl3pPr algn="l">
              <a:defRPr sz="2250" b="1">
                <a:solidFill>
                  <a:srgbClr val="22D3EE"/>
                </a:solidFill>
                <a:latin typeface="Apple SD Gothic Neo"/>
                <a:ea typeface="Apple SD Gothic Neo"/>
                <a:cs typeface="Apple SD Gothic Neo"/>
              </a:defRPr>
            </a:lvl3pPr>
            <a:lvl4pPr algn="l">
              <a:defRPr sz="2250" b="1">
                <a:solidFill>
                  <a:srgbClr val="22D3EE"/>
                </a:solidFill>
                <a:latin typeface="Apple SD Gothic Neo"/>
                <a:ea typeface="Apple SD Gothic Neo"/>
                <a:cs typeface="Apple SD Gothic Neo"/>
              </a:defRPr>
            </a:lvl4pPr>
            <a:lvl5pPr algn="l">
              <a:defRPr sz="2250" b="1">
                <a:solidFill>
                  <a:srgbClr val="22D3EE"/>
                </a:solidFill>
                <a:latin typeface="Apple SD Gothic Neo"/>
                <a:ea typeface="Apple SD Gothic Neo"/>
                <a:cs typeface="Apple SD Gothic Neo"/>
              </a:defRPr>
            </a:lvl5pPr>
            <a:lvl6pPr algn="l">
              <a:defRPr sz="2250" b="1">
                <a:solidFill>
                  <a:srgbClr val="22D3EE"/>
                </a:solidFill>
                <a:latin typeface="Apple SD Gothic Neo"/>
                <a:ea typeface="Apple SD Gothic Neo"/>
                <a:cs typeface="Apple SD Gothic Neo"/>
              </a:defRPr>
            </a:lvl6pPr>
            <a:lvl7pPr algn="l">
              <a:defRPr sz="2250" b="1">
                <a:solidFill>
                  <a:srgbClr val="22D3EE"/>
                </a:solidFill>
                <a:latin typeface="Apple SD Gothic Neo"/>
                <a:ea typeface="Apple SD Gothic Neo"/>
                <a:cs typeface="Apple SD Gothic Neo"/>
              </a:defRPr>
            </a:lvl7pPr>
            <a:lvl8pPr algn="l">
              <a:defRPr sz="2250" b="1">
                <a:solidFill>
                  <a:srgbClr val="22D3EE"/>
                </a:solidFill>
                <a:latin typeface="Apple SD Gothic Neo"/>
                <a:ea typeface="Apple SD Gothic Neo"/>
                <a:cs typeface="Apple SD Gothic Neo"/>
              </a:defRPr>
            </a:lvl8pPr>
            <a:lvl9pPr algn="l">
              <a:defRPr sz="2250" b="1">
                <a:solidFill>
                  <a:srgbClr val="22D3EE"/>
                </a:solidFill>
                <a:latin typeface="Apple SD Gothic Neo"/>
                <a:ea typeface="Apple SD Gothic Neo"/>
                <a:cs typeface="Apple SD Gothic Neo"/>
              </a:defRPr>
            </a:lvl9pPr>
          </a:lstStyle>
          <a:p xmlns:a="http://schemas.openxmlformats.org/drawingml/2006/main">
            <a:pPr algn="l">
              <a:defRPr sz="2250" b="1">
                <a:solidFill>
                  <a:srgbClr val="22D3EE"/>
                </a:solidFill>
                <a:latin typeface="Apple SD Gothic Neo"/>
                <a:ea typeface="Apple SD Gothic Neo"/>
                <a:cs typeface="Apple SD Gothic Neo"/>
              </a:defRPr>
            </a:pPr>
            <a:r>
              <a:rPr sz="2250" b="1">
                <a:solidFill>
                  <a:srgbClr val="22D3EE"/>
                </a:solidFill>
                <a:latin typeface="Apple SD Gothic Neo"/>
                <a:ea typeface="Apple SD Gothic Neo"/>
                <a:cs typeface="Apple SD Gothic Neo"/>
              </a:rPr>
              <a:t>해석</a:t>
            </a:r>
          </a:p>
        </p:txBody>
      </p:sp>
      <p:sp>
        <p:nvSpPr>
          <p:cNvPr id="8" name="text-178">
            <a:extLst xmlns:a="http://schemas.openxmlformats.org/drawingml/2006/main">
              <a:ext uri="{FF2B5EF4-FFF2-40B4-BE49-F238E27FC236}">
                <a16:creationId xmlns:a16="http://schemas.microsoft.com/office/drawing/2014/main" id="{EC7A8D24-1D03-443E-9281-DAF326930085}"/>
              </a:ext>
            </a:extLst>
          </p:cNvPr>
          <p:cNvSpPr>
            <a:spLocks xmlns:a="http://schemas.openxmlformats.org/drawingml/2006/main" noGrp="1"/>
          </p:cNvSpPr>
          <p:nvPr/>
        </p:nvSpPr>
        <p:spPr>
          <a:xfrm xmlns:a="http://schemas.openxmlformats.org/drawingml/2006/main">
            <a:off x="4565650" y="3086100"/>
            <a:ext cx="3060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JSON 구조와 op 확인</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DELETE는 before에서 PK</a:t>
            </a:r>
          </a:p>
        </p:txBody>
      </p:sp>
      <p:sp>
        <p:nvSpPr>
          <p:cNvPr id="9" name="panel-179">
            <a:extLst xmlns:a="http://schemas.openxmlformats.org/drawingml/2006/main">
              <a:ext uri="{FF2B5EF4-FFF2-40B4-BE49-F238E27FC236}">
                <a16:creationId xmlns:a16="http://schemas.microsoft.com/office/drawing/2014/main" id="{A5716291-B3C9-4614-A5D8-5369D57BD5DA}"/>
              </a:ext>
            </a:extLst>
          </p:cNvPr>
          <p:cNvSpPr>
            <a:spLocks xmlns:a="http://schemas.openxmlformats.org/drawingml/2006/main" noGrp="1"/>
          </p:cNvSpPr>
          <p:nvPr/>
        </p:nvSpPr>
        <p:spPr>
          <a:xfrm xmlns:a="http://schemas.openxmlformats.org/drawingml/2006/main">
            <a:off x="8064500" y="1943100"/>
            <a:ext cx="3517900"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10" name="text-180">
            <a:extLst xmlns:a="http://schemas.openxmlformats.org/drawingml/2006/main">
              <a:ext uri="{FF2B5EF4-FFF2-40B4-BE49-F238E27FC236}">
                <a16:creationId xmlns:a16="http://schemas.microsoft.com/office/drawing/2014/main" id="{9BF6F19D-A776-4E04-94CE-41E824931073}"/>
              </a:ext>
            </a:extLst>
          </p:cNvPr>
          <p:cNvSpPr>
            <a:spLocks xmlns:a="http://schemas.openxmlformats.org/drawingml/2006/main" noGrp="1"/>
          </p:cNvSpPr>
          <p:nvPr/>
        </p:nvSpPr>
        <p:spPr>
          <a:xfrm xmlns:a="http://schemas.openxmlformats.org/drawingml/2006/main">
            <a:off x="8293100" y="2209800"/>
            <a:ext cx="3060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D3EE"/>
                </a:solidFill>
                <a:latin typeface="Apple SD Gothic Neo"/>
                <a:ea typeface="Apple SD Gothic Neo"/>
                <a:cs typeface="Apple SD Gothic Neo"/>
              </a:defRPr>
            </a:defPPr>
            <a:lvl1pPr algn="l">
              <a:defRPr sz="2250" b="1">
                <a:solidFill>
                  <a:srgbClr val="22D3EE"/>
                </a:solidFill>
                <a:latin typeface="Apple SD Gothic Neo"/>
                <a:ea typeface="Apple SD Gothic Neo"/>
                <a:cs typeface="Apple SD Gothic Neo"/>
              </a:defRPr>
            </a:lvl1pPr>
            <a:lvl2pPr algn="l">
              <a:defRPr sz="2250" b="1">
                <a:solidFill>
                  <a:srgbClr val="22D3EE"/>
                </a:solidFill>
                <a:latin typeface="Apple SD Gothic Neo"/>
                <a:ea typeface="Apple SD Gothic Neo"/>
                <a:cs typeface="Apple SD Gothic Neo"/>
              </a:defRPr>
            </a:lvl2pPr>
            <a:lvl3pPr algn="l">
              <a:defRPr sz="2250" b="1">
                <a:solidFill>
                  <a:srgbClr val="22D3EE"/>
                </a:solidFill>
                <a:latin typeface="Apple SD Gothic Neo"/>
                <a:ea typeface="Apple SD Gothic Neo"/>
                <a:cs typeface="Apple SD Gothic Neo"/>
              </a:defRPr>
            </a:lvl3pPr>
            <a:lvl4pPr algn="l">
              <a:defRPr sz="2250" b="1">
                <a:solidFill>
                  <a:srgbClr val="22D3EE"/>
                </a:solidFill>
                <a:latin typeface="Apple SD Gothic Neo"/>
                <a:ea typeface="Apple SD Gothic Neo"/>
                <a:cs typeface="Apple SD Gothic Neo"/>
              </a:defRPr>
            </a:lvl4pPr>
            <a:lvl5pPr algn="l">
              <a:defRPr sz="2250" b="1">
                <a:solidFill>
                  <a:srgbClr val="22D3EE"/>
                </a:solidFill>
                <a:latin typeface="Apple SD Gothic Neo"/>
                <a:ea typeface="Apple SD Gothic Neo"/>
                <a:cs typeface="Apple SD Gothic Neo"/>
              </a:defRPr>
            </a:lvl5pPr>
            <a:lvl6pPr algn="l">
              <a:defRPr sz="2250" b="1">
                <a:solidFill>
                  <a:srgbClr val="22D3EE"/>
                </a:solidFill>
                <a:latin typeface="Apple SD Gothic Neo"/>
                <a:ea typeface="Apple SD Gothic Neo"/>
                <a:cs typeface="Apple SD Gothic Neo"/>
              </a:defRPr>
            </a:lvl6pPr>
            <a:lvl7pPr algn="l">
              <a:defRPr sz="2250" b="1">
                <a:solidFill>
                  <a:srgbClr val="22D3EE"/>
                </a:solidFill>
                <a:latin typeface="Apple SD Gothic Neo"/>
                <a:ea typeface="Apple SD Gothic Neo"/>
                <a:cs typeface="Apple SD Gothic Neo"/>
              </a:defRPr>
            </a:lvl7pPr>
            <a:lvl8pPr algn="l">
              <a:defRPr sz="2250" b="1">
                <a:solidFill>
                  <a:srgbClr val="22D3EE"/>
                </a:solidFill>
                <a:latin typeface="Apple SD Gothic Neo"/>
                <a:ea typeface="Apple SD Gothic Neo"/>
                <a:cs typeface="Apple SD Gothic Neo"/>
              </a:defRPr>
            </a:lvl8pPr>
            <a:lvl9pPr algn="l">
              <a:defRPr sz="2250" b="1">
                <a:solidFill>
                  <a:srgbClr val="22D3EE"/>
                </a:solidFill>
                <a:latin typeface="Apple SD Gothic Neo"/>
                <a:ea typeface="Apple SD Gothic Neo"/>
                <a:cs typeface="Apple SD Gothic Neo"/>
              </a:defRPr>
            </a:lvl9pPr>
          </a:lstStyle>
          <a:p xmlns:a="http://schemas.openxmlformats.org/drawingml/2006/main">
            <a:pPr algn="l">
              <a:defRPr sz="2250" b="1">
                <a:solidFill>
                  <a:srgbClr val="22D3EE"/>
                </a:solidFill>
                <a:latin typeface="Apple SD Gothic Neo"/>
                <a:ea typeface="Apple SD Gothic Neo"/>
                <a:cs typeface="Apple SD Gothic Neo"/>
              </a:defRPr>
            </a:pPr>
            <a:r>
              <a:rPr sz="2250" b="1">
                <a:solidFill>
                  <a:srgbClr val="22D3EE"/>
                </a:solidFill>
                <a:latin typeface="Apple SD Gothic Neo"/>
                <a:ea typeface="Apple SD Gothic Neo"/>
                <a:cs typeface="Apple SD Gothic Neo"/>
              </a:rPr>
              <a:t>출력</a:t>
            </a:r>
          </a:p>
        </p:txBody>
      </p:sp>
      <p:sp>
        <p:nvSpPr>
          <p:cNvPr id="11" name="text-181">
            <a:extLst xmlns:a="http://schemas.openxmlformats.org/drawingml/2006/main">
              <a:ext uri="{FF2B5EF4-FFF2-40B4-BE49-F238E27FC236}">
                <a16:creationId xmlns:a16="http://schemas.microsoft.com/office/drawing/2014/main" id="{E1061825-BE12-4962-9DE5-C33A55F9E326}"/>
              </a:ext>
            </a:extLst>
          </p:cNvPr>
          <p:cNvSpPr>
            <a:spLocks xmlns:a="http://schemas.openxmlformats.org/drawingml/2006/main" noGrp="1"/>
          </p:cNvSpPr>
          <p:nvPr/>
        </p:nvSpPr>
        <p:spPr>
          <a:xfrm xmlns:a="http://schemas.openxmlformats.org/drawingml/2006/main">
            <a:off x="8293100" y="3086100"/>
            <a:ext cx="3060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변경 요약 또는</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tombstone · 오류 분류</a:t>
            </a:r>
          </a:p>
        </p:txBody>
      </p:sp>
      <p:sp>
        <p:nvSpPr>
          <p:cNvPr id="12" name="panel-182">
            <a:extLst xmlns:a="http://schemas.openxmlformats.org/drawingml/2006/main">
              <a:ext uri="{FF2B5EF4-FFF2-40B4-BE49-F238E27FC236}">
                <a16:creationId xmlns:a16="http://schemas.microsoft.com/office/drawing/2014/main" id="{AF85556B-5A1F-4E60-A94D-A1D01CF26922}"/>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3" name="text-183">
            <a:extLst xmlns:a="http://schemas.openxmlformats.org/drawingml/2006/main">
              <a:ext uri="{FF2B5EF4-FFF2-40B4-BE49-F238E27FC236}">
                <a16:creationId xmlns:a16="http://schemas.microsoft.com/office/drawing/2014/main" id="{6BD4AF64-85D9-4692-A11B-A51B005102EC}"/>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원문 적재 파이프라인을 바꾸지 않는 독립적인 해석 도구입니다</a:t>
            </a:r>
          </a:p>
        </p:txBody>
      </p:sp>
      <p:sp>
        <p:nvSpPr>
          <p:cNvPr id="14" name="">
            <a:extLst xmlns:a="http://schemas.openxmlformats.org/drawingml/2006/main">
              <a:ext uri="{FF2B5EF4-FFF2-40B4-BE49-F238E27FC236}">
                <a16:creationId xmlns:a16="http://schemas.microsoft.com/office/drawing/2014/main" id="{3925EC16-C6F6-45A8-930A-7C288C4EA5EE}"/>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184">
            <a:extLst xmlns:a="http://schemas.openxmlformats.org/drawingml/2006/main">
              <a:ext uri="{FF2B5EF4-FFF2-40B4-BE49-F238E27FC236}">
                <a16:creationId xmlns:a16="http://schemas.microsoft.com/office/drawing/2014/main" id="{E5647A3B-A815-4D4F-91AF-0C2CF869D539}"/>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16" name="text-185">
            <a:extLst xmlns:a="http://schemas.openxmlformats.org/drawingml/2006/main">
              <a:ext uri="{FF2B5EF4-FFF2-40B4-BE49-F238E27FC236}">
                <a16:creationId xmlns:a16="http://schemas.microsoft.com/office/drawing/2014/main" id="{DBD07B47-4D5C-4182-B7C4-C4D5BDA4807F}"/>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18</a:t>
            </a:r>
          </a:p>
        </p:txBody>
      </p:sp>
    </p:spTree>
    <p:extLst>
      <p:ext uri="{BB962C8B-B14F-4D97-AF65-F5344CB8AC3E}">
        <p14:creationId xmlns:p14="http://schemas.microsoft.com/office/powerpoint/2010/main" val="901034033"/>
      </p:ext>
    </p:extLst>
  </p:cSld>
</p:sld>
</file>

<file path=ppt/slides/slide19.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1" name="text-186">
            <a:extLst xmlns:a="http://schemas.openxmlformats.org/drawingml/2006/main">
              <a:ext uri="{FF2B5EF4-FFF2-40B4-BE49-F238E27FC236}">
                <a16:creationId xmlns:a16="http://schemas.microsoft.com/office/drawing/2014/main" id="{C45363F3-B553-4005-95D3-44D6202B8D03}"/>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187">
            <a:extLst xmlns:a="http://schemas.openxmlformats.org/drawingml/2006/main">
              <a:ext uri="{FF2B5EF4-FFF2-40B4-BE49-F238E27FC236}">
                <a16:creationId xmlns:a16="http://schemas.microsoft.com/office/drawing/2014/main" id="{C332E376-42D2-4EF1-85AD-7C472BAC9291}"/>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변경 종류에 따라 행을 선택하기</a:t>
            </a:r>
          </a:p>
        </p:txBody>
      </p:sp>
      <p:sp>
        <p:nvSpPr>
          <p:cNvPr id="3" name="text-188">
            <a:extLst xmlns:a="http://schemas.openxmlformats.org/drawingml/2006/main">
              <a:ext uri="{FF2B5EF4-FFF2-40B4-BE49-F238E27FC236}">
                <a16:creationId xmlns:a16="http://schemas.microsoft.com/office/drawing/2014/main" id="{2E3AAF58-DA97-4E06-A9D4-E5F35B5E72D8}"/>
              </a:ext>
            </a:extLst>
          </p:cNvPr>
          <p:cNvSpPr>
            <a:spLocks xmlns:a="http://schemas.openxmlformats.org/drawingml/2006/main" noGrp="1"/>
          </p:cNvSpPr>
          <p:nvPr/>
        </p:nvSpPr>
        <p:spPr>
          <a:xfrm xmlns:a="http://schemas.openxmlformats.org/drawingml/2006/main">
            <a:off x="609600" y="161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Python · event_parser.py의 핵심 분기</a:t>
            </a:r>
          </a:p>
        </p:txBody>
      </p:sp>
      <p:sp>
        <p:nvSpPr>
          <p:cNvPr id="4" name="panel-189">
            <a:extLst xmlns:a="http://schemas.openxmlformats.org/drawingml/2006/main">
              <a:ext uri="{FF2B5EF4-FFF2-40B4-BE49-F238E27FC236}">
                <a16:creationId xmlns:a16="http://schemas.microsoft.com/office/drawing/2014/main" id="{DF2E06CE-A8AF-49C1-AAB0-CDAC5EACE139}"/>
              </a:ext>
            </a:extLst>
          </p:cNvPr>
          <p:cNvSpPr>
            <a:spLocks xmlns:a="http://schemas.openxmlformats.org/drawingml/2006/main" noGrp="1"/>
          </p:cNvSpPr>
          <p:nvPr/>
        </p:nvSpPr>
        <p:spPr>
          <a:xfrm xmlns:a="http://schemas.openxmlformats.org/drawingml/2006/main">
            <a:off x="609600" y="2000250"/>
            <a:ext cx="10972800" cy="3314700"/>
          </a:xfrm>
          <a:prstGeom xmlns:a="http://schemas.openxmlformats.org/drawingml/2006/main" prst="roundRect">
            <a:avLst>
              <a:gd name="adj" fmla="val 2586"/>
            </a:avLst>
          </a:prstGeom>
          <a:solidFill xmlns:a="http://schemas.openxmlformats.org/drawingml/2006/main">
            <a:srgbClr val="0B1220"/>
          </a:solidFill>
          <a:ln xmlns:a="http://schemas.openxmlformats.org/drawingml/2006/main" w="9525">
            <a:solidFill>
              <a:srgbClr val="334155"/>
            </a:solidFill>
          </a:ln>
        </p:spPr>
      </p:sp>
      <p:sp>
        <p:nvSpPr>
          <p:cNvPr id="5" name="text-190">
            <a:extLst xmlns:a="http://schemas.openxmlformats.org/drawingml/2006/main">
              <a:ext uri="{FF2B5EF4-FFF2-40B4-BE49-F238E27FC236}">
                <a16:creationId xmlns:a16="http://schemas.microsoft.com/office/drawing/2014/main" id="{F6C0ADD8-5C21-4D0C-AD3E-556922736986}"/>
              </a:ext>
            </a:extLst>
          </p:cNvPr>
          <p:cNvSpPr>
            <a:spLocks xmlns:a="http://schemas.openxmlformats.org/drawingml/2006/main" noGrp="1"/>
          </p:cNvSpPr>
          <p:nvPr/>
        </p:nvSpPr>
        <p:spPr>
          <a:xfrm xmlns:a="http://schemas.openxmlformats.org/drawingml/2006/main">
            <a:off x="819150" y="2171700"/>
            <a:ext cx="10553700" cy="3009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8FAFC"/>
                </a:solidFill>
                <a:latin typeface="D2Coding"/>
                <a:ea typeface="D2Coding"/>
                <a:cs typeface="D2Coding"/>
              </a:defRPr>
            </a:defPPr>
            <a:lvl1pPr algn="l">
              <a:defRPr sz="1725" b="0">
                <a:solidFill>
                  <a:srgbClr val="F8FAFC"/>
                </a:solidFill>
                <a:latin typeface="D2Coding"/>
                <a:ea typeface="D2Coding"/>
                <a:cs typeface="D2Coding"/>
              </a:defRPr>
            </a:lvl1pPr>
            <a:lvl2pPr algn="l">
              <a:defRPr sz="1725" b="0">
                <a:solidFill>
                  <a:srgbClr val="F8FAFC"/>
                </a:solidFill>
                <a:latin typeface="D2Coding"/>
                <a:ea typeface="D2Coding"/>
                <a:cs typeface="D2Coding"/>
              </a:defRPr>
            </a:lvl2pPr>
            <a:lvl3pPr algn="l">
              <a:defRPr sz="1725" b="0">
                <a:solidFill>
                  <a:srgbClr val="F8FAFC"/>
                </a:solidFill>
                <a:latin typeface="D2Coding"/>
                <a:ea typeface="D2Coding"/>
                <a:cs typeface="D2Coding"/>
              </a:defRPr>
            </a:lvl3pPr>
            <a:lvl4pPr algn="l">
              <a:defRPr sz="1725" b="0">
                <a:solidFill>
                  <a:srgbClr val="F8FAFC"/>
                </a:solidFill>
                <a:latin typeface="D2Coding"/>
                <a:ea typeface="D2Coding"/>
                <a:cs typeface="D2Coding"/>
              </a:defRPr>
            </a:lvl4pPr>
            <a:lvl5pPr algn="l">
              <a:defRPr sz="1725" b="0">
                <a:solidFill>
                  <a:srgbClr val="F8FAFC"/>
                </a:solidFill>
                <a:latin typeface="D2Coding"/>
                <a:ea typeface="D2Coding"/>
                <a:cs typeface="D2Coding"/>
              </a:defRPr>
            </a:lvl5pPr>
            <a:lvl6pPr algn="l">
              <a:defRPr sz="1725" b="0">
                <a:solidFill>
                  <a:srgbClr val="F8FAFC"/>
                </a:solidFill>
                <a:latin typeface="D2Coding"/>
                <a:ea typeface="D2Coding"/>
                <a:cs typeface="D2Coding"/>
              </a:defRPr>
            </a:lvl6pPr>
            <a:lvl7pPr algn="l">
              <a:defRPr sz="1725" b="0">
                <a:solidFill>
                  <a:srgbClr val="F8FAFC"/>
                </a:solidFill>
                <a:latin typeface="D2Coding"/>
                <a:ea typeface="D2Coding"/>
                <a:cs typeface="D2Coding"/>
              </a:defRPr>
            </a:lvl7pPr>
            <a:lvl8pPr algn="l">
              <a:defRPr sz="1725" b="0">
                <a:solidFill>
                  <a:srgbClr val="F8FAFC"/>
                </a:solidFill>
                <a:latin typeface="D2Coding"/>
                <a:ea typeface="D2Coding"/>
                <a:cs typeface="D2Coding"/>
              </a:defRPr>
            </a:lvl8pPr>
            <a:lvl9pPr algn="l">
              <a:defRPr sz="1725" b="0">
                <a:solidFill>
                  <a:srgbClr val="F8FAFC"/>
                </a:solidFill>
                <a:latin typeface="D2Coding"/>
                <a:ea typeface="D2Coding"/>
                <a:cs typeface="D2Coding"/>
              </a:defRPr>
            </a:lvl9pPr>
          </a:lstStyle>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 전체 검증 코드는 event_parser.py에서 확인합니다.</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if value is None:</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    return {'kind': 'tombstone'}</a:t>
            </a:r>
          </a:p>
          <a:p xmlns:a="http://schemas.openxmlformats.org/drawingml/2006/main">
            <a:r>
              <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event = json.loads(value)</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op = event['op']</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row = event.get('before') if op == 'd' else event.get('after')</a:t>
            </a:r>
          </a:p>
          <a:p xmlns:a="http://schemas.openxmlformats.org/drawingml/2006/main">
            <a:r>
              <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 PK와 before/after 금액, 원천/전달 위치를 함께 해석합니다.</a:t>
            </a:r>
          </a:p>
          <a:p xmlns:a="http://schemas.openxmlformats.org/drawingml/2006/main">
            <a:pPr algn="l">
              <a:defRPr sz="1725" b="0">
                <a:solidFill>
                  <a:srgbClr val="F8FAFC"/>
                </a:solidFill>
                <a:latin typeface="D2Coding"/>
                <a:ea typeface="D2Coding"/>
                <a:cs typeface="D2Coding"/>
              </a:defRPr>
            </a:pPr>
            <a:r>
              <a:rPr sz="1725" b="0">
                <a:solidFill>
                  <a:srgbClr val="F8FAFC"/>
                </a:solidFill>
                <a:latin typeface="D2Coding"/>
                <a:ea typeface="D2Coding"/>
                <a:cs typeface="D2Coding"/>
              </a:rPr>
              <a:t># 잘못된 JSON, 지원하지 않는 op, 필요한 행이 없는 경우는 구분합니다.</a:t>
            </a:r>
          </a:p>
        </p:txBody>
      </p:sp>
      <p:sp>
        <p:nvSpPr>
          <p:cNvPr id="6" name="panel-191">
            <a:extLst xmlns:a="http://schemas.openxmlformats.org/drawingml/2006/main">
              <a:ext uri="{FF2B5EF4-FFF2-40B4-BE49-F238E27FC236}">
                <a16:creationId xmlns:a16="http://schemas.microsoft.com/office/drawing/2014/main" id="{894E2FEC-0C3B-469F-B870-115236087491}"/>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7" name="text-192">
            <a:extLst xmlns:a="http://schemas.openxmlformats.org/drawingml/2006/main">
              <a:ext uri="{FF2B5EF4-FFF2-40B4-BE49-F238E27FC236}">
                <a16:creationId xmlns:a16="http://schemas.microsoft.com/office/drawing/2014/main" id="{F09B4147-023C-4E74-9B8A-12F5BE0D9945}"/>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왜 DELETE에서 after를 선택하면 안 될까요?</a:t>
            </a:r>
          </a:p>
        </p:txBody>
      </p:sp>
      <p:sp>
        <p:nvSpPr>
          <p:cNvPr id="8" name="">
            <a:extLst xmlns:a="http://schemas.openxmlformats.org/drawingml/2006/main">
              <a:ext uri="{FF2B5EF4-FFF2-40B4-BE49-F238E27FC236}">
                <a16:creationId xmlns:a16="http://schemas.microsoft.com/office/drawing/2014/main" id="{784D3B55-3BFA-4C2A-A169-84085CDA28EE}"/>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9" name="text-193">
            <a:extLst xmlns:a="http://schemas.openxmlformats.org/drawingml/2006/main">
              <a:ext uri="{FF2B5EF4-FFF2-40B4-BE49-F238E27FC236}">
                <a16:creationId xmlns:a16="http://schemas.microsoft.com/office/drawing/2014/main" id="{236DC752-0E60-4989-8978-5505FB56E22E}"/>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10" name="text-194">
            <a:extLst xmlns:a="http://schemas.openxmlformats.org/drawingml/2006/main">
              <a:ext uri="{FF2B5EF4-FFF2-40B4-BE49-F238E27FC236}">
                <a16:creationId xmlns:a16="http://schemas.microsoft.com/office/drawing/2014/main" id="{BA8048E6-E05D-4A99-80D3-08BD084C9740}"/>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19</a:t>
            </a:r>
          </a:p>
        </p:txBody>
      </p:sp>
    </p:spTree>
    <p:extLst>
      <p:ext uri="{BB962C8B-B14F-4D97-AF65-F5344CB8AC3E}">
        <p14:creationId xmlns:p14="http://schemas.microsoft.com/office/powerpoint/2010/main" val="2124381762"/>
      </p:ext>
    </p:extLst>
  </p:cSld>
</p:sld>
</file>

<file path=ppt/slides/slide20.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195">
            <a:extLst xmlns:a="http://schemas.openxmlformats.org/drawingml/2006/main">
              <a:ext uri="{FF2B5EF4-FFF2-40B4-BE49-F238E27FC236}">
                <a16:creationId xmlns:a16="http://schemas.microsoft.com/office/drawing/2014/main" id="{9C4922D8-184E-4AA4-83EA-22A08DEB0A3D}"/>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196">
            <a:extLst xmlns:a="http://schemas.openxmlformats.org/drawingml/2006/main">
              <a:ext uri="{FF2B5EF4-FFF2-40B4-BE49-F238E27FC236}">
                <a16:creationId xmlns:a16="http://schemas.microsoft.com/office/drawing/2014/main" id="{98120273-81F6-4E55-B5B1-6487E2E8DEE1}"/>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파서 결과를 입력별로 확인</a:t>
            </a:r>
          </a:p>
        </p:txBody>
      </p:sp>
      <p:graphicFrame>
        <p:nvGraphicFramePr>
          <p:cNvPr id="3" name="">
            <a:extLst xmlns:a="http://schemas.openxmlformats.org/drawingml/2006/main">
              <a:ext uri="{FF2B5EF4-FFF2-40B4-BE49-F238E27FC236}">
                <a16:creationId xmlns:a16="http://schemas.microsoft.com/office/drawing/2014/main" id="{8FDAAF0A-8951-4EB9-BD9E-237CF1B97B6B}"/>
              </a:ext>
            </a:extLst>
          </p:cNvPr>
          <p:cNvGraphicFramePr/>
          <p:nvPr/>
        </p:nvGraphicFramePr>
        <p:xfrm>
          <a:off xmlns:a="http://schemas.openxmlformats.org/drawingml/2006/main" x="609600" y="1809750"/>
          <a:ext xmlns:a="http://schemas.openxmlformats.org/drawingml/2006/main" cx="10972800" cy="3333750"/>
        </p:xfrm>
        <a:graphic xmlns:a="http://schemas.openxmlformats.org/drawingml/2006/main">
          <a:graphicData uri="http://schemas.openxmlformats.org/drawingml/2006/table">
            <a:tbl>
              <a:tblPr/>
              <a:tblGrid>
                <a:gridCol w="3219450"/>
                <a:gridCol w="7753350"/>
              </a:tblGrid>
              <a:tr h="555625">
                <a:tc>
                  <a:txBody>
                    <a:bodyPr/>
                    <a:lstStyle/>
                    <a:p>
                      <a:r>
                        <a:rPr sz="1800" b="1">
                          <a:solidFill>
                            <a:srgbClr val="22D3EE"/>
                          </a:solidFill>
                          <a:latin typeface="Apple SD Gothic Neo"/>
                          <a:ea typeface="Apple SD Gothic Neo"/>
                          <a:cs typeface="Apple SD Gothic Neo"/>
                        </a:rPr>
                        <a:t>입력</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00" b="1">
                          <a:solidFill>
                            <a:srgbClr val="22D3EE"/>
                          </a:solidFill>
                          <a:latin typeface="Apple SD Gothic Neo"/>
                          <a:ea typeface="Apple SD Gothic Neo"/>
                          <a:cs typeface="Apple SD Gothic Neo"/>
                        </a:rPr>
                        <a:t>확인할 것</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555625">
                <a:tc>
                  <a:txBody>
                    <a:bodyPr/>
                    <a:lstStyle/>
                    <a:p>
                      <a:r>
                        <a:rPr sz="1800">
                          <a:solidFill>
                            <a:srgbClr val="F8FAFC"/>
                          </a:solidFill>
                          <a:latin typeface="Apple SD Gothic Neo"/>
                          <a:ea typeface="Apple SD Gothic Neo"/>
                          <a:cs typeface="Apple SD Gothic Neo"/>
                        </a:rPr>
                        <a:t>스냅샷 r / 생성 c</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after에서 PK와 현재 값</a:t>
                      </a:r>
                    </a:p>
                  </a:txBody>
                  <a:tcPr marL="152400" marR="152400" marT="95250" marB="95250">
                    <a:lnR w="9525">
                      <a:solidFill>
                        <a:srgbClr val="334155"/>
                      </a:solidFill>
                      <a:prstDash val="solid"/>
                    </a:lnR>
                    <a:lnB w="9525">
                      <a:solidFill>
                        <a:srgbClr val="334155"/>
                      </a:solidFill>
                      <a:prstDash val="solid"/>
                    </a:lnB>
                    <a:solidFill>
                      <a:srgbClr val="1E293B"/>
                    </a:solidFill>
                  </a:tcPr>
                </a:tc>
              </a:tr>
              <a:tr h="555625">
                <a:tc>
                  <a:txBody>
                    <a:bodyPr/>
                    <a:lstStyle/>
                    <a:p>
                      <a:r>
                        <a:rPr sz="1800">
                          <a:solidFill>
                            <a:srgbClr val="F8FAFC"/>
                          </a:solidFill>
                          <a:latin typeface="Apple SD Gothic Neo"/>
                          <a:ea typeface="Apple SD Gothic Neo"/>
                          <a:cs typeface="Apple SD Gothic Neo"/>
                        </a:rPr>
                        <a:t>수정 u</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before → after의 값 변화</a:t>
                      </a:r>
                    </a:p>
                  </a:txBody>
                  <a:tcPr marL="152400" marR="152400" marT="95250" marB="95250">
                    <a:lnR w="9525">
                      <a:solidFill>
                        <a:srgbClr val="334155"/>
                      </a:solidFill>
                      <a:prstDash val="solid"/>
                    </a:lnR>
                    <a:lnB w="9525">
                      <a:solidFill>
                        <a:srgbClr val="334155"/>
                      </a:solidFill>
                      <a:prstDash val="solid"/>
                    </a:lnB>
                    <a:solidFill>
                      <a:srgbClr val="1E293B"/>
                    </a:solidFill>
                  </a:tcPr>
                </a:tc>
              </a:tr>
              <a:tr h="555625">
                <a:tc>
                  <a:txBody>
                    <a:bodyPr/>
                    <a:lstStyle/>
                    <a:p>
                      <a:r>
                        <a:rPr sz="1800">
                          <a:solidFill>
                            <a:srgbClr val="F8FAFC"/>
                          </a:solidFill>
                          <a:latin typeface="Apple SD Gothic Neo"/>
                          <a:ea typeface="Apple SD Gothic Neo"/>
                          <a:cs typeface="Apple SD Gothic Neo"/>
                        </a:rPr>
                        <a:t>삭제 d</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before에서 PK, after=null 유지</a:t>
                      </a:r>
                    </a:p>
                  </a:txBody>
                  <a:tcPr marL="152400" marR="152400" marT="95250" marB="95250">
                    <a:lnR w="9525">
                      <a:solidFill>
                        <a:srgbClr val="334155"/>
                      </a:solidFill>
                      <a:prstDash val="solid"/>
                    </a:lnR>
                    <a:lnB w="9525">
                      <a:solidFill>
                        <a:srgbClr val="334155"/>
                      </a:solidFill>
                      <a:prstDash val="solid"/>
                    </a:lnB>
                    <a:solidFill>
                      <a:srgbClr val="1E293B"/>
                    </a:solidFill>
                  </a:tcPr>
                </a:tc>
              </a:tr>
              <a:tr h="555625">
                <a:tc>
                  <a:txBody>
                    <a:bodyPr/>
                    <a:lstStyle/>
                    <a:p>
                      <a:r>
                        <a:rPr sz="1800">
                          <a:solidFill>
                            <a:srgbClr val="F8FAFC"/>
                          </a:solidFill>
                          <a:latin typeface="Apple SD Gothic Neo"/>
                          <a:ea typeface="Apple SD Gothic Neo"/>
                          <a:cs typeface="Apple SD Gothic Neo"/>
                        </a:rPr>
                        <a:t>wire value=null</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tombstone으로 구분</a:t>
                      </a:r>
                    </a:p>
                  </a:txBody>
                  <a:tcPr marL="152400" marR="152400" marT="95250" marB="95250">
                    <a:lnR w="9525">
                      <a:solidFill>
                        <a:srgbClr val="334155"/>
                      </a:solidFill>
                      <a:prstDash val="solid"/>
                    </a:lnR>
                    <a:lnB w="9525">
                      <a:solidFill>
                        <a:srgbClr val="334155"/>
                      </a:solidFill>
                      <a:prstDash val="solid"/>
                    </a:lnB>
                    <a:solidFill>
                      <a:srgbClr val="1E293B"/>
                    </a:solidFill>
                  </a:tcPr>
                </a:tc>
              </a:tr>
              <a:tr h="555625">
                <a:tc>
                  <a:txBody>
                    <a:bodyPr/>
                    <a:lstStyle/>
                    <a:p>
                      <a:r>
                        <a:rPr sz="1800">
                          <a:solidFill>
                            <a:srgbClr val="F8FAFC"/>
                          </a:solidFill>
                          <a:latin typeface="Apple SD Gothic Neo"/>
                          <a:ea typeface="Apple SD Gothic Neo"/>
                          <a:cs typeface="Apple SD Gothic Neo"/>
                        </a:rPr>
                        <a:t>잘못된 JSON / 구조</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오류로 분류하고 정상 이벤트와 구분</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4" name="panel-197">
            <a:extLst xmlns:a="http://schemas.openxmlformats.org/drawingml/2006/main">
              <a:ext uri="{FF2B5EF4-FFF2-40B4-BE49-F238E27FC236}">
                <a16:creationId xmlns:a16="http://schemas.microsoft.com/office/drawing/2014/main" id="{B2754BF0-24FD-4E43-91D6-74DB89BD8263}"/>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5" name="text-198">
            <a:extLst xmlns:a="http://schemas.openxmlformats.org/drawingml/2006/main">
              <a:ext uri="{FF2B5EF4-FFF2-40B4-BE49-F238E27FC236}">
                <a16:creationId xmlns:a16="http://schemas.microsoft.com/office/drawing/2014/main" id="{4C541CD9-2816-4328-BD06-0DAF225033EC}"/>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이어서 새 환불을 실행하고 실제 메시지와 비교합니다</a:t>
            </a:r>
          </a:p>
        </p:txBody>
      </p:sp>
      <p:sp>
        <p:nvSpPr>
          <p:cNvPr id="6" name="">
            <a:extLst xmlns:a="http://schemas.openxmlformats.org/drawingml/2006/main">
              <a:ext uri="{FF2B5EF4-FFF2-40B4-BE49-F238E27FC236}">
                <a16:creationId xmlns:a16="http://schemas.microsoft.com/office/drawing/2014/main" id="{8759853C-B691-41F3-9032-40AA92359A8F}"/>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199">
            <a:extLst xmlns:a="http://schemas.openxmlformats.org/drawingml/2006/main">
              <a:ext uri="{FF2B5EF4-FFF2-40B4-BE49-F238E27FC236}">
                <a16:creationId xmlns:a16="http://schemas.microsoft.com/office/drawing/2014/main" id="{6A6AB27C-1DDB-473B-8E54-61F7CE43209E}"/>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8" name="text-200">
            <a:extLst xmlns:a="http://schemas.openxmlformats.org/drawingml/2006/main">
              <a:ext uri="{FF2B5EF4-FFF2-40B4-BE49-F238E27FC236}">
                <a16:creationId xmlns:a16="http://schemas.microsoft.com/office/drawing/2014/main" id="{B15E9A73-E11A-4E01-BF88-AA8FFA14A6A6}"/>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20</a:t>
            </a:r>
          </a:p>
        </p:txBody>
      </p:sp>
    </p:spTree>
    <p:extLst>
      <p:ext uri="{BB962C8B-B14F-4D97-AF65-F5344CB8AC3E}">
        <p14:creationId xmlns:p14="http://schemas.microsoft.com/office/powerpoint/2010/main" val="1347659318"/>
      </p:ext>
    </p:extLst>
  </p:cSld>
</p:sld>
</file>

<file path=ppt/slides/slide21.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201">
            <a:extLst xmlns:a="http://schemas.openxmlformats.org/drawingml/2006/main">
              <a:ext uri="{FF2B5EF4-FFF2-40B4-BE49-F238E27FC236}">
                <a16:creationId xmlns:a16="http://schemas.microsoft.com/office/drawing/2014/main" id="{5CD9C622-931D-4F37-ACAB-DF750B21A6B8}"/>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202">
            <a:extLst xmlns:a="http://schemas.openxmlformats.org/drawingml/2006/main">
              <a:ext uri="{FF2B5EF4-FFF2-40B4-BE49-F238E27FC236}">
                <a16:creationId xmlns:a16="http://schemas.microsoft.com/office/drawing/2014/main" id="{517C7D29-F2CE-418F-A323-948D18617DEC}"/>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Kafka key · value · 수집 위치</a:t>
            </a:r>
          </a:p>
        </p:txBody>
      </p:sp>
      <p:sp>
        <p:nvSpPr>
          <p:cNvPr id="3" name="panel-203">
            <a:extLst xmlns:a="http://schemas.openxmlformats.org/drawingml/2006/main">
              <a:ext uri="{FF2B5EF4-FFF2-40B4-BE49-F238E27FC236}">
                <a16:creationId xmlns:a16="http://schemas.microsoft.com/office/drawing/2014/main" id="{D512ABB7-A664-4E5F-B010-3DFA7A66C507}"/>
              </a:ext>
            </a:extLst>
          </p:cNvPr>
          <p:cNvSpPr>
            <a:spLocks xmlns:a="http://schemas.openxmlformats.org/drawingml/2006/main" noGrp="1"/>
          </p:cNvSpPr>
          <p:nvPr/>
        </p:nvSpPr>
        <p:spPr>
          <a:xfrm xmlns:a="http://schemas.openxmlformats.org/drawingml/2006/main">
            <a:off x="609600" y="1943100"/>
            <a:ext cx="3517900"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4" name="text-204">
            <a:extLst xmlns:a="http://schemas.openxmlformats.org/drawingml/2006/main">
              <a:ext uri="{FF2B5EF4-FFF2-40B4-BE49-F238E27FC236}">
                <a16:creationId xmlns:a16="http://schemas.microsoft.com/office/drawing/2014/main" id="{1BCCDE8A-EBA3-4616-B66B-D83F49A5D45B}"/>
              </a:ext>
            </a:extLst>
          </p:cNvPr>
          <p:cNvSpPr>
            <a:spLocks xmlns:a="http://schemas.openxmlformats.org/drawingml/2006/main" noGrp="1"/>
          </p:cNvSpPr>
          <p:nvPr/>
        </p:nvSpPr>
        <p:spPr>
          <a:xfrm xmlns:a="http://schemas.openxmlformats.org/drawingml/2006/main">
            <a:off x="838200" y="2209800"/>
            <a:ext cx="3060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B923C"/>
                </a:solidFill>
                <a:latin typeface="Apple SD Gothic Neo"/>
                <a:ea typeface="Apple SD Gothic Neo"/>
                <a:cs typeface="Apple SD Gothic Neo"/>
              </a:defRPr>
            </a:defPPr>
            <a:lvl1pPr algn="l">
              <a:defRPr sz="2250" b="1">
                <a:solidFill>
                  <a:srgbClr val="FB923C"/>
                </a:solidFill>
                <a:latin typeface="Apple SD Gothic Neo"/>
                <a:ea typeface="Apple SD Gothic Neo"/>
                <a:cs typeface="Apple SD Gothic Neo"/>
              </a:defRPr>
            </a:lvl1pPr>
            <a:lvl2pPr algn="l">
              <a:defRPr sz="2250" b="1">
                <a:solidFill>
                  <a:srgbClr val="FB923C"/>
                </a:solidFill>
                <a:latin typeface="Apple SD Gothic Neo"/>
                <a:ea typeface="Apple SD Gothic Neo"/>
                <a:cs typeface="Apple SD Gothic Neo"/>
              </a:defRPr>
            </a:lvl2pPr>
            <a:lvl3pPr algn="l">
              <a:defRPr sz="2250" b="1">
                <a:solidFill>
                  <a:srgbClr val="FB923C"/>
                </a:solidFill>
                <a:latin typeface="Apple SD Gothic Neo"/>
                <a:ea typeface="Apple SD Gothic Neo"/>
                <a:cs typeface="Apple SD Gothic Neo"/>
              </a:defRPr>
            </a:lvl3pPr>
            <a:lvl4pPr algn="l">
              <a:defRPr sz="2250" b="1">
                <a:solidFill>
                  <a:srgbClr val="FB923C"/>
                </a:solidFill>
                <a:latin typeface="Apple SD Gothic Neo"/>
                <a:ea typeface="Apple SD Gothic Neo"/>
                <a:cs typeface="Apple SD Gothic Neo"/>
              </a:defRPr>
            </a:lvl4pPr>
            <a:lvl5pPr algn="l">
              <a:defRPr sz="2250" b="1">
                <a:solidFill>
                  <a:srgbClr val="FB923C"/>
                </a:solidFill>
                <a:latin typeface="Apple SD Gothic Neo"/>
                <a:ea typeface="Apple SD Gothic Neo"/>
                <a:cs typeface="Apple SD Gothic Neo"/>
              </a:defRPr>
            </a:lvl5pPr>
            <a:lvl6pPr algn="l">
              <a:defRPr sz="2250" b="1">
                <a:solidFill>
                  <a:srgbClr val="FB923C"/>
                </a:solidFill>
                <a:latin typeface="Apple SD Gothic Neo"/>
                <a:ea typeface="Apple SD Gothic Neo"/>
                <a:cs typeface="Apple SD Gothic Neo"/>
              </a:defRPr>
            </a:lvl6pPr>
            <a:lvl7pPr algn="l">
              <a:defRPr sz="2250" b="1">
                <a:solidFill>
                  <a:srgbClr val="FB923C"/>
                </a:solidFill>
                <a:latin typeface="Apple SD Gothic Neo"/>
                <a:ea typeface="Apple SD Gothic Neo"/>
                <a:cs typeface="Apple SD Gothic Neo"/>
              </a:defRPr>
            </a:lvl7pPr>
            <a:lvl8pPr algn="l">
              <a:defRPr sz="2250" b="1">
                <a:solidFill>
                  <a:srgbClr val="FB923C"/>
                </a:solidFill>
                <a:latin typeface="Apple SD Gothic Neo"/>
                <a:ea typeface="Apple SD Gothic Neo"/>
                <a:cs typeface="Apple SD Gothic Neo"/>
              </a:defRPr>
            </a:lvl8pPr>
            <a:lvl9pPr algn="l">
              <a:defRPr sz="2250" b="1">
                <a:solidFill>
                  <a:srgbClr val="FB923C"/>
                </a:solidFill>
                <a:latin typeface="Apple SD Gothic Neo"/>
                <a:ea typeface="Apple SD Gothic Neo"/>
                <a:cs typeface="Apple SD Gothic Neo"/>
              </a:defRPr>
            </a:lvl9pPr>
          </a:lstStyle>
          <a:p xmlns:a="http://schemas.openxmlformats.org/drawingml/2006/main">
            <a:pPr algn="l">
              <a:defRPr sz="2250" b="1">
                <a:solidFill>
                  <a:srgbClr val="FB923C"/>
                </a:solidFill>
                <a:latin typeface="Apple SD Gothic Neo"/>
                <a:ea typeface="Apple SD Gothic Neo"/>
                <a:cs typeface="Apple SD Gothic Neo"/>
              </a:defRPr>
            </a:pPr>
            <a:r>
              <a:rPr sz="2250" b="1">
                <a:solidFill>
                  <a:srgbClr val="FB923C"/>
                </a:solidFill>
                <a:latin typeface="Apple SD Gothic Neo"/>
                <a:ea typeface="Apple SD Gothic Neo"/>
                <a:cs typeface="Apple SD Gothic Neo"/>
              </a:rPr>
              <a:t>key</a:t>
            </a:r>
          </a:p>
        </p:txBody>
      </p:sp>
      <p:sp>
        <p:nvSpPr>
          <p:cNvPr id="5" name="text-205">
            <a:extLst xmlns:a="http://schemas.openxmlformats.org/drawingml/2006/main">
              <a:ext uri="{FF2B5EF4-FFF2-40B4-BE49-F238E27FC236}">
                <a16:creationId xmlns:a16="http://schemas.microsoft.com/office/drawing/2014/main" id="{A1E8967B-1EFA-4746-B499-67BFD3EAF420}"/>
              </a:ext>
            </a:extLst>
          </p:cNvPr>
          <p:cNvSpPr>
            <a:spLocks xmlns:a="http://schemas.openxmlformats.org/drawingml/2006/main" noGrp="1"/>
          </p:cNvSpPr>
          <p:nvPr/>
        </p:nvSpPr>
        <p:spPr>
          <a:xfrm xmlns:a="http://schemas.openxmlformats.org/drawingml/2006/main">
            <a:off x="838200" y="3086100"/>
            <a:ext cx="3060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{"refund_id": "...-r1"}</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같은 원천 행을 식별</a:t>
            </a:r>
          </a:p>
        </p:txBody>
      </p:sp>
      <p:sp>
        <p:nvSpPr>
          <p:cNvPr id="6" name="panel-206">
            <a:extLst xmlns:a="http://schemas.openxmlformats.org/drawingml/2006/main">
              <a:ext uri="{FF2B5EF4-FFF2-40B4-BE49-F238E27FC236}">
                <a16:creationId xmlns:a16="http://schemas.microsoft.com/office/drawing/2014/main" id="{D1728FC3-F6EB-48AE-B6AD-9BA04B29D541}"/>
              </a:ext>
            </a:extLst>
          </p:cNvPr>
          <p:cNvSpPr>
            <a:spLocks xmlns:a="http://schemas.openxmlformats.org/drawingml/2006/main" noGrp="1"/>
          </p:cNvSpPr>
          <p:nvPr/>
        </p:nvSpPr>
        <p:spPr>
          <a:xfrm xmlns:a="http://schemas.openxmlformats.org/drawingml/2006/main">
            <a:off x="4337050" y="1943100"/>
            <a:ext cx="3517900"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7" name="text-207">
            <a:extLst xmlns:a="http://schemas.openxmlformats.org/drawingml/2006/main">
              <a:ext uri="{FF2B5EF4-FFF2-40B4-BE49-F238E27FC236}">
                <a16:creationId xmlns:a16="http://schemas.microsoft.com/office/drawing/2014/main" id="{B557386D-E09E-44AF-A986-32DA22C5BEF1}"/>
              </a:ext>
            </a:extLst>
          </p:cNvPr>
          <p:cNvSpPr>
            <a:spLocks xmlns:a="http://schemas.openxmlformats.org/drawingml/2006/main" noGrp="1"/>
          </p:cNvSpPr>
          <p:nvPr/>
        </p:nvSpPr>
        <p:spPr>
          <a:xfrm xmlns:a="http://schemas.openxmlformats.org/drawingml/2006/main">
            <a:off x="4565650" y="2209800"/>
            <a:ext cx="3060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D3EE"/>
                </a:solidFill>
                <a:latin typeface="Apple SD Gothic Neo"/>
                <a:ea typeface="Apple SD Gothic Neo"/>
                <a:cs typeface="Apple SD Gothic Neo"/>
              </a:defRPr>
            </a:defPPr>
            <a:lvl1pPr algn="l">
              <a:defRPr sz="2250" b="1">
                <a:solidFill>
                  <a:srgbClr val="22D3EE"/>
                </a:solidFill>
                <a:latin typeface="Apple SD Gothic Neo"/>
                <a:ea typeface="Apple SD Gothic Neo"/>
                <a:cs typeface="Apple SD Gothic Neo"/>
              </a:defRPr>
            </a:lvl1pPr>
            <a:lvl2pPr algn="l">
              <a:defRPr sz="2250" b="1">
                <a:solidFill>
                  <a:srgbClr val="22D3EE"/>
                </a:solidFill>
                <a:latin typeface="Apple SD Gothic Neo"/>
                <a:ea typeface="Apple SD Gothic Neo"/>
                <a:cs typeface="Apple SD Gothic Neo"/>
              </a:defRPr>
            </a:lvl2pPr>
            <a:lvl3pPr algn="l">
              <a:defRPr sz="2250" b="1">
                <a:solidFill>
                  <a:srgbClr val="22D3EE"/>
                </a:solidFill>
                <a:latin typeface="Apple SD Gothic Neo"/>
                <a:ea typeface="Apple SD Gothic Neo"/>
                <a:cs typeface="Apple SD Gothic Neo"/>
              </a:defRPr>
            </a:lvl3pPr>
            <a:lvl4pPr algn="l">
              <a:defRPr sz="2250" b="1">
                <a:solidFill>
                  <a:srgbClr val="22D3EE"/>
                </a:solidFill>
                <a:latin typeface="Apple SD Gothic Neo"/>
                <a:ea typeface="Apple SD Gothic Neo"/>
                <a:cs typeface="Apple SD Gothic Neo"/>
              </a:defRPr>
            </a:lvl4pPr>
            <a:lvl5pPr algn="l">
              <a:defRPr sz="2250" b="1">
                <a:solidFill>
                  <a:srgbClr val="22D3EE"/>
                </a:solidFill>
                <a:latin typeface="Apple SD Gothic Neo"/>
                <a:ea typeface="Apple SD Gothic Neo"/>
                <a:cs typeface="Apple SD Gothic Neo"/>
              </a:defRPr>
            </a:lvl5pPr>
            <a:lvl6pPr algn="l">
              <a:defRPr sz="2250" b="1">
                <a:solidFill>
                  <a:srgbClr val="22D3EE"/>
                </a:solidFill>
                <a:latin typeface="Apple SD Gothic Neo"/>
                <a:ea typeface="Apple SD Gothic Neo"/>
                <a:cs typeface="Apple SD Gothic Neo"/>
              </a:defRPr>
            </a:lvl6pPr>
            <a:lvl7pPr algn="l">
              <a:defRPr sz="2250" b="1">
                <a:solidFill>
                  <a:srgbClr val="22D3EE"/>
                </a:solidFill>
                <a:latin typeface="Apple SD Gothic Neo"/>
                <a:ea typeface="Apple SD Gothic Neo"/>
                <a:cs typeface="Apple SD Gothic Neo"/>
              </a:defRPr>
            </a:lvl7pPr>
            <a:lvl8pPr algn="l">
              <a:defRPr sz="2250" b="1">
                <a:solidFill>
                  <a:srgbClr val="22D3EE"/>
                </a:solidFill>
                <a:latin typeface="Apple SD Gothic Neo"/>
                <a:ea typeface="Apple SD Gothic Neo"/>
                <a:cs typeface="Apple SD Gothic Neo"/>
              </a:defRPr>
            </a:lvl8pPr>
            <a:lvl9pPr algn="l">
              <a:defRPr sz="2250" b="1">
                <a:solidFill>
                  <a:srgbClr val="22D3EE"/>
                </a:solidFill>
                <a:latin typeface="Apple SD Gothic Neo"/>
                <a:ea typeface="Apple SD Gothic Neo"/>
                <a:cs typeface="Apple SD Gothic Neo"/>
              </a:defRPr>
            </a:lvl9pPr>
          </a:lstStyle>
          <a:p xmlns:a="http://schemas.openxmlformats.org/drawingml/2006/main">
            <a:pPr algn="l">
              <a:defRPr sz="2250" b="1">
                <a:solidFill>
                  <a:srgbClr val="22D3EE"/>
                </a:solidFill>
                <a:latin typeface="Apple SD Gothic Neo"/>
                <a:ea typeface="Apple SD Gothic Neo"/>
                <a:cs typeface="Apple SD Gothic Neo"/>
              </a:defRPr>
            </a:pPr>
            <a:r>
              <a:rPr sz="2250" b="1">
                <a:solidFill>
                  <a:srgbClr val="22D3EE"/>
                </a:solidFill>
                <a:latin typeface="Apple SD Gothic Neo"/>
                <a:ea typeface="Apple SD Gothic Neo"/>
                <a:cs typeface="Apple SD Gothic Neo"/>
              </a:rPr>
              <a:t>value</a:t>
            </a:r>
          </a:p>
        </p:txBody>
      </p:sp>
      <p:sp>
        <p:nvSpPr>
          <p:cNvPr id="8" name="text-208">
            <a:extLst xmlns:a="http://schemas.openxmlformats.org/drawingml/2006/main">
              <a:ext uri="{FF2B5EF4-FFF2-40B4-BE49-F238E27FC236}">
                <a16:creationId xmlns:a16="http://schemas.microsoft.com/office/drawing/2014/main" id="{88F8E345-E9CA-42BA-B169-4905165E5580}"/>
              </a:ext>
            </a:extLst>
          </p:cNvPr>
          <p:cNvSpPr>
            <a:spLocks xmlns:a="http://schemas.openxmlformats.org/drawingml/2006/main" noGrp="1"/>
          </p:cNvSpPr>
          <p:nvPr/>
        </p:nvSpPr>
        <p:spPr>
          <a:xfrm xmlns:a="http://schemas.openxmlformats.org/drawingml/2006/main">
            <a:off x="4565650" y="3086100"/>
            <a:ext cx="3060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op · before · after · source</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변경 내용과 원천 정보</a:t>
            </a:r>
          </a:p>
        </p:txBody>
      </p:sp>
      <p:sp>
        <p:nvSpPr>
          <p:cNvPr id="9" name="panel-209">
            <a:extLst xmlns:a="http://schemas.openxmlformats.org/drawingml/2006/main">
              <a:ext uri="{FF2B5EF4-FFF2-40B4-BE49-F238E27FC236}">
                <a16:creationId xmlns:a16="http://schemas.microsoft.com/office/drawing/2014/main" id="{581A51B7-CE5D-4756-B856-F4CBFF61E9F8}"/>
              </a:ext>
            </a:extLst>
          </p:cNvPr>
          <p:cNvSpPr>
            <a:spLocks xmlns:a="http://schemas.openxmlformats.org/drawingml/2006/main" noGrp="1"/>
          </p:cNvSpPr>
          <p:nvPr/>
        </p:nvSpPr>
        <p:spPr>
          <a:xfrm xmlns:a="http://schemas.openxmlformats.org/drawingml/2006/main">
            <a:off x="8064500" y="1943100"/>
            <a:ext cx="3517900"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10" name="text-210">
            <a:extLst xmlns:a="http://schemas.openxmlformats.org/drawingml/2006/main">
              <a:ext uri="{FF2B5EF4-FFF2-40B4-BE49-F238E27FC236}">
                <a16:creationId xmlns:a16="http://schemas.microsoft.com/office/drawing/2014/main" id="{A2733DDC-882D-4178-A520-C0EA204F8F65}"/>
              </a:ext>
            </a:extLst>
          </p:cNvPr>
          <p:cNvSpPr>
            <a:spLocks xmlns:a="http://schemas.openxmlformats.org/drawingml/2006/main" noGrp="1"/>
          </p:cNvSpPr>
          <p:nvPr/>
        </p:nvSpPr>
        <p:spPr>
          <a:xfrm xmlns:a="http://schemas.openxmlformats.org/drawingml/2006/main">
            <a:off x="8293100" y="2209800"/>
            <a:ext cx="3060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D3EE"/>
                </a:solidFill>
                <a:latin typeface="Apple SD Gothic Neo"/>
                <a:ea typeface="Apple SD Gothic Neo"/>
                <a:cs typeface="Apple SD Gothic Neo"/>
              </a:defRPr>
            </a:defPPr>
            <a:lvl1pPr algn="l">
              <a:defRPr sz="2250" b="1">
                <a:solidFill>
                  <a:srgbClr val="22D3EE"/>
                </a:solidFill>
                <a:latin typeface="Apple SD Gothic Neo"/>
                <a:ea typeface="Apple SD Gothic Neo"/>
                <a:cs typeface="Apple SD Gothic Neo"/>
              </a:defRPr>
            </a:lvl1pPr>
            <a:lvl2pPr algn="l">
              <a:defRPr sz="2250" b="1">
                <a:solidFill>
                  <a:srgbClr val="22D3EE"/>
                </a:solidFill>
                <a:latin typeface="Apple SD Gothic Neo"/>
                <a:ea typeface="Apple SD Gothic Neo"/>
                <a:cs typeface="Apple SD Gothic Neo"/>
              </a:defRPr>
            </a:lvl2pPr>
            <a:lvl3pPr algn="l">
              <a:defRPr sz="2250" b="1">
                <a:solidFill>
                  <a:srgbClr val="22D3EE"/>
                </a:solidFill>
                <a:latin typeface="Apple SD Gothic Neo"/>
                <a:ea typeface="Apple SD Gothic Neo"/>
                <a:cs typeface="Apple SD Gothic Neo"/>
              </a:defRPr>
            </a:lvl3pPr>
            <a:lvl4pPr algn="l">
              <a:defRPr sz="2250" b="1">
                <a:solidFill>
                  <a:srgbClr val="22D3EE"/>
                </a:solidFill>
                <a:latin typeface="Apple SD Gothic Neo"/>
                <a:ea typeface="Apple SD Gothic Neo"/>
                <a:cs typeface="Apple SD Gothic Neo"/>
              </a:defRPr>
            </a:lvl4pPr>
            <a:lvl5pPr algn="l">
              <a:defRPr sz="2250" b="1">
                <a:solidFill>
                  <a:srgbClr val="22D3EE"/>
                </a:solidFill>
                <a:latin typeface="Apple SD Gothic Neo"/>
                <a:ea typeface="Apple SD Gothic Neo"/>
                <a:cs typeface="Apple SD Gothic Neo"/>
              </a:defRPr>
            </a:lvl5pPr>
            <a:lvl6pPr algn="l">
              <a:defRPr sz="2250" b="1">
                <a:solidFill>
                  <a:srgbClr val="22D3EE"/>
                </a:solidFill>
                <a:latin typeface="Apple SD Gothic Neo"/>
                <a:ea typeface="Apple SD Gothic Neo"/>
                <a:cs typeface="Apple SD Gothic Neo"/>
              </a:defRPr>
            </a:lvl6pPr>
            <a:lvl7pPr algn="l">
              <a:defRPr sz="2250" b="1">
                <a:solidFill>
                  <a:srgbClr val="22D3EE"/>
                </a:solidFill>
                <a:latin typeface="Apple SD Gothic Neo"/>
                <a:ea typeface="Apple SD Gothic Neo"/>
                <a:cs typeface="Apple SD Gothic Neo"/>
              </a:defRPr>
            </a:lvl7pPr>
            <a:lvl8pPr algn="l">
              <a:defRPr sz="2250" b="1">
                <a:solidFill>
                  <a:srgbClr val="22D3EE"/>
                </a:solidFill>
                <a:latin typeface="Apple SD Gothic Neo"/>
                <a:ea typeface="Apple SD Gothic Neo"/>
                <a:cs typeface="Apple SD Gothic Neo"/>
              </a:defRPr>
            </a:lvl8pPr>
            <a:lvl9pPr algn="l">
              <a:defRPr sz="2250" b="1">
                <a:solidFill>
                  <a:srgbClr val="22D3EE"/>
                </a:solidFill>
                <a:latin typeface="Apple SD Gothic Neo"/>
                <a:ea typeface="Apple SD Gothic Neo"/>
                <a:cs typeface="Apple SD Gothic Neo"/>
              </a:defRPr>
            </a:lvl9pPr>
          </a:lstStyle>
          <a:p xmlns:a="http://schemas.openxmlformats.org/drawingml/2006/main">
            <a:pPr algn="l">
              <a:defRPr sz="2250" b="1">
                <a:solidFill>
                  <a:srgbClr val="22D3EE"/>
                </a:solidFill>
                <a:latin typeface="Apple SD Gothic Neo"/>
                <a:ea typeface="Apple SD Gothic Neo"/>
                <a:cs typeface="Apple SD Gothic Neo"/>
              </a:defRPr>
            </a:pPr>
            <a:r>
              <a:rPr sz="2250" b="1">
                <a:solidFill>
                  <a:srgbClr val="22D3EE"/>
                </a:solidFill>
                <a:latin typeface="Apple SD Gothic Neo"/>
                <a:ea typeface="Apple SD Gothic Neo"/>
                <a:cs typeface="Apple SD Gothic Neo"/>
              </a:rPr>
              <a:t>수집 위치</a:t>
            </a:r>
          </a:p>
        </p:txBody>
      </p:sp>
      <p:sp>
        <p:nvSpPr>
          <p:cNvPr id="11" name="text-211">
            <a:extLst xmlns:a="http://schemas.openxmlformats.org/drawingml/2006/main">
              <a:ext uri="{FF2B5EF4-FFF2-40B4-BE49-F238E27FC236}">
                <a16:creationId xmlns:a16="http://schemas.microsoft.com/office/drawing/2014/main" id="{1A93AEFC-478C-4C54-9359-26EB40631607}"/>
              </a:ext>
            </a:extLst>
          </p:cNvPr>
          <p:cNvSpPr>
            <a:spLocks xmlns:a="http://schemas.openxmlformats.org/drawingml/2006/main" noGrp="1"/>
          </p:cNvSpPr>
          <p:nvPr/>
        </p:nvSpPr>
        <p:spPr>
          <a:xfrm xmlns:a="http://schemas.openxmlformats.org/drawingml/2006/main">
            <a:off x="8293100" y="3086100"/>
            <a:ext cx="3060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topic · partition · offset</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Kafka 레코드의 위치</a:t>
            </a:r>
          </a:p>
        </p:txBody>
      </p:sp>
      <p:sp>
        <p:nvSpPr>
          <p:cNvPr id="12" name="panel-212">
            <a:extLst xmlns:a="http://schemas.openxmlformats.org/drawingml/2006/main">
              <a:ext uri="{FF2B5EF4-FFF2-40B4-BE49-F238E27FC236}">
                <a16:creationId xmlns:a16="http://schemas.microsoft.com/office/drawing/2014/main" id="{69E936FF-41DE-4F80-9993-49A9EE54CEDF}"/>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3" name="text-213">
            <a:extLst xmlns:a="http://schemas.openxmlformats.org/drawingml/2006/main">
              <a:ext uri="{FF2B5EF4-FFF2-40B4-BE49-F238E27FC236}">
                <a16:creationId xmlns:a16="http://schemas.microsoft.com/office/drawing/2014/main" id="{7C467C97-30E1-4288-965C-B3664F72BCE3}"/>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Bronze는 value 원문과 위치를 저장합니다. key는 별도 컬럼이 없습니다</a:t>
            </a:r>
          </a:p>
        </p:txBody>
      </p:sp>
      <p:sp>
        <p:nvSpPr>
          <p:cNvPr id="14" name="">
            <a:extLst xmlns:a="http://schemas.openxmlformats.org/drawingml/2006/main">
              <a:ext uri="{FF2B5EF4-FFF2-40B4-BE49-F238E27FC236}">
                <a16:creationId xmlns:a16="http://schemas.microsoft.com/office/drawing/2014/main" id="{E6BE115C-7107-4E21-91AF-89DF941DB922}"/>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14">
            <a:extLst xmlns:a="http://schemas.openxmlformats.org/drawingml/2006/main">
              <a:ext uri="{FF2B5EF4-FFF2-40B4-BE49-F238E27FC236}">
                <a16:creationId xmlns:a16="http://schemas.microsoft.com/office/drawing/2014/main" id="{2B43581D-3E9F-41FD-8CE7-C98EE7140F45}"/>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16" name="text-215">
            <a:extLst xmlns:a="http://schemas.openxmlformats.org/drawingml/2006/main">
              <a:ext uri="{FF2B5EF4-FFF2-40B4-BE49-F238E27FC236}">
                <a16:creationId xmlns:a16="http://schemas.microsoft.com/office/drawing/2014/main" id="{45C47B33-D33A-46A7-8085-867EAAA3B933}"/>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21</a:t>
            </a:r>
          </a:p>
        </p:txBody>
      </p:sp>
    </p:spTree>
    <p:extLst>
      <p:ext uri="{BB962C8B-B14F-4D97-AF65-F5344CB8AC3E}">
        <p14:creationId xmlns:p14="http://schemas.microsoft.com/office/powerpoint/2010/main" val="304150137"/>
      </p:ext>
    </p:extLst>
  </p:cSld>
</p:sld>
</file>

<file path=ppt/slides/slide22.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4" name="text-216">
            <a:extLst xmlns:a="http://schemas.openxmlformats.org/drawingml/2006/main">
              <a:ext uri="{FF2B5EF4-FFF2-40B4-BE49-F238E27FC236}">
                <a16:creationId xmlns:a16="http://schemas.microsoft.com/office/drawing/2014/main" id="{BEE36A36-A18A-4175-B90F-37ED988526E9}"/>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217">
            <a:extLst xmlns:a="http://schemas.openxmlformats.org/drawingml/2006/main">
              <a:ext uri="{FF2B5EF4-FFF2-40B4-BE49-F238E27FC236}">
                <a16:creationId xmlns:a16="http://schemas.microsoft.com/office/drawing/2014/main" id="{F3CD2C1D-EAD3-44CA-8960-841AE322061C}"/>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DELETE와 tombstone은 다릅니다</a:t>
            </a:r>
          </a:p>
        </p:txBody>
      </p:sp>
      <p:sp>
        <p:nvSpPr>
          <p:cNvPr id="3" name="panel-218">
            <a:extLst xmlns:a="http://schemas.openxmlformats.org/drawingml/2006/main">
              <a:ext uri="{FF2B5EF4-FFF2-40B4-BE49-F238E27FC236}">
                <a16:creationId xmlns:a16="http://schemas.microsoft.com/office/drawing/2014/main" id="{92AFC05E-155A-45CE-B050-17FE09FCB6A0}"/>
              </a:ext>
            </a:extLst>
          </p:cNvPr>
          <p:cNvSpPr>
            <a:spLocks xmlns:a="http://schemas.openxmlformats.org/drawingml/2006/main" noGrp="1"/>
          </p:cNvSpPr>
          <p:nvPr/>
        </p:nvSpPr>
        <p:spPr>
          <a:xfrm xmlns:a="http://schemas.openxmlformats.org/drawingml/2006/main">
            <a:off x="609600" y="1943100"/>
            <a:ext cx="5381625"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4" name="text-219">
            <a:extLst xmlns:a="http://schemas.openxmlformats.org/drawingml/2006/main">
              <a:ext uri="{FF2B5EF4-FFF2-40B4-BE49-F238E27FC236}">
                <a16:creationId xmlns:a16="http://schemas.microsoft.com/office/drawing/2014/main" id="{985E4EF8-558C-431B-910C-5092ED3F2B05}"/>
              </a:ext>
            </a:extLst>
          </p:cNvPr>
          <p:cNvSpPr>
            <a:spLocks xmlns:a="http://schemas.openxmlformats.org/drawingml/2006/main" noGrp="1"/>
          </p:cNvSpPr>
          <p:nvPr/>
        </p:nvSpPr>
        <p:spPr>
          <a:xfrm xmlns:a="http://schemas.openxmlformats.org/drawingml/2006/main">
            <a:off x="838200" y="2209800"/>
            <a:ext cx="49244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B923C"/>
                </a:solidFill>
                <a:latin typeface="Apple SD Gothic Neo"/>
                <a:ea typeface="Apple SD Gothic Neo"/>
                <a:cs typeface="Apple SD Gothic Neo"/>
              </a:defRPr>
            </a:defPPr>
            <a:lvl1pPr algn="l">
              <a:defRPr sz="2250" b="1">
                <a:solidFill>
                  <a:srgbClr val="FB923C"/>
                </a:solidFill>
                <a:latin typeface="Apple SD Gothic Neo"/>
                <a:ea typeface="Apple SD Gothic Neo"/>
                <a:cs typeface="Apple SD Gothic Neo"/>
              </a:defRPr>
            </a:lvl1pPr>
            <a:lvl2pPr algn="l">
              <a:defRPr sz="2250" b="1">
                <a:solidFill>
                  <a:srgbClr val="FB923C"/>
                </a:solidFill>
                <a:latin typeface="Apple SD Gothic Neo"/>
                <a:ea typeface="Apple SD Gothic Neo"/>
                <a:cs typeface="Apple SD Gothic Neo"/>
              </a:defRPr>
            </a:lvl2pPr>
            <a:lvl3pPr algn="l">
              <a:defRPr sz="2250" b="1">
                <a:solidFill>
                  <a:srgbClr val="FB923C"/>
                </a:solidFill>
                <a:latin typeface="Apple SD Gothic Neo"/>
                <a:ea typeface="Apple SD Gothic Neo"/>
                <a:cs typeface="Apple SD Gothic Neo"/>
              </a:defRPr>
            </a:lvl3pPr>
            <a:lvl4pPr algn="l">
              <a:defRPr sz="2250" b="1">
                <a:solidFill>
                  <a:srgbClr val="FB923C"/>
                </a:solidFill>
                <a:latin typeface="Apple SD Gothic Neo"/>
                <a:ea typeface="Apple SD Gothic Neo"/>
                <a:cs typeface="Apple SD Gothic Neo"/>
              </a:defRPr>
            </a:lvl4pPr>
            <a:lvl5pPr algn="l">
              <a:defRPr sz="2250" b="1">
                <a:solidFill>
                  <a:srgbClr val="FB923C"/>
                </a:solidFill>
                <a:latin typeface="Apple SD Gothic Neo"/>
                <a:ea typeface="Apple SD Gothic Neo"/>
                <a:cs typeface="Apple SD Gothic Neo"/>
              </a:defRPr>
            </a:lvl5pPr>
            <a:lvl6pPr algn="l">
              <a:defRPr sz="2250" b="1">
                <a:solidFill>
                  <a:srgbClr val="FB923C"/>
                </a:solidFill>
                <a:latin typeface="Apple SD Gothic Neo"/>
                <a:ea typeface="Apple SD Gothic Neo"/>
                <a:cs typeface="Apple SD Gothic Neo"/>
              </a:defRPr>
            </a:lvl6pPr>
            <a:lvl7pPr algn="l">
              <a:defRPr sz="2250" b="1">
                <a:solidFill>
                  <a:srgbClr val="FB923C"/>
                </a:solidFill>
                <a:latin typeface="Apple SD Gothic Neo"/>
                <a:ea typeface="Apple SD Gothic Neo"/>
                <a:cs typeface="Apple SD Gothic Neo"/>
              </a:defRPr>
            </a:lvl7pPr>
            <a:lvl8pPr algn="l">
              <a:defRPr sz="2250" b="1">
                <a:solidFill>
                  <a:srgbClr val="FB923C"/>
                </a:solidFill>
                <a:latin typeface="Apple SD Gothic Neo"/>
                <a:ea typeface="Apple SD Gothic Neo"/>
                <a:cs typeface="Apple SD Gothic Neo"/>
              </a:defRPr>
            </a:lvl8pPr>
            <a:lvl9pPr algn="l">
              <a:defRPr sz="2250" b="1">
                <a:solidFill>
                  <a:srgbClr val="FB923C"/>
                </a:solidFill>
                <a:latin typeface="Apple SD Gothic Neo"/>
                <a:ea typeface="Apple SD Gothic Neo"/>
                <a:cs typeface="Apple SD Gothic Neo"/>
              </a:defRPr>
            </a:lvl9pPr>
          </a:lstStyle>
          <a:p xmlns:a="http://schemas.openxmlformats.org/drawingml/2006/main">
            <a:pPr algn="l">
              <a:defRPr sz="2250" b="1">
                <a:solidFill>
                  <a:srgbClr val="FB923C"/>
                </a:solidFill>
                <a:latin typeface="Apple SD Gothic Neo"/>
                <a:ea typeface="Apple SD Gothic Neo"/>
                <a:cs typeface="Apple SD Gothic Neo"/>
              </a:defRPr>
            </a:pPr>
            <a:r>
              <a:rPr sz="2250" b="1">
                <a:solidFill>
                  <a:srgbClr val="FB923C"/>
                </a:solidFill>
                <a:latin typeface="Apple SD Gothic Neo"/>
                <a:ea typeface="Apple SD Gothic Neo"/>
                <a:cs typeface="Apple SD Gothic Neo"/>
              </a:rPr>
              <a:t>삭제 이벤트</a:t>
            </a:r>
          </a:p>
        </p:txBody>
      </p:sp>
      <p:sp>
        <p:nvSpPr>
          <p:cNvPr id="5" name="text-220">
            <a:extLst xmlns:a="http://schemas.openxmlformats.org/drawingml/2006/main">
              <a:ext uri="{FF2B5EF4-FFF2-40B4-BE49-F238E27FC236}">
                <a16:creationId xmlns:a16="http://schemas.microsoft.com/office/drawing/2014/main" id="{8773025D-9C9E-4EAC-9EB7-589098419B7B}"/>
              </a:ext>
            </a:extLst>
          </p:cNvPr>
          <p:cNvSpPr>
            <a:spLocks xmlns:a="http://schemas.openxmlformats.org/drawingml/2006/main" noGrp="1"/>
          </p:cNvSpPr>
          <p:nvPr/>
        </p:nvSpPr>
        <p:spPr>
          <a:xfrm xmlns:a="http://schemas.openxmlformats.org/drawingml/2006/main">
            <a:off x="838200" y="3086100"/>
            <a:ext cx="49244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value는 JSON 객체</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op=d</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before=삭제 전 행</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after=null</a:t>
            </a:r>
          </a:p>
        </p:txBody>
      </p:sp>
      <p:sp>
        <p:nvSpPr>
          <p:cNvPr id="6" name="panel-221">
            <a:extLst xmlns:a="http://schemas.openxmlformats.org/drawingml/2006/main">
              <a:ext uri="{FF2B5EF4-FFF2-40B4-BE49-F238E27FC236}">
                <a16:creationId xmlns:a16="http://schemas.microsoft.com/office/drawing/2014/main" id="{F483F0AD-5C28-46A0-B994-1438A4AB6A6D}"/>
              </a:ext>
            </a:extLst>
          </p:cNvPr>
          <p:cNvSpPr>
            <a:spLocks xmlns:a="http://schemas.openxmlformats.org/drawingml/2006/main" noGrp="1"/>
          </p:cNvSpPr>
          <p:nvPr/>
        </p:nvSpPr>
        <p:spPr>
          <a:xfrm xmlns:a="http://schemas.openxmlformats.org/drawingml/2006/main">
            <a:off x="6200775" y="1943100"/>
            <a:ext cx="5381625"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7" name="text-222">
            <a:extLst xmlns:a="http://schemas.openxmlformats.org/drawingml/2006/main">
              <a:ext uri="{FF2B5EF4-FFF2-40B4-BE49-F238E27FC236}">
                <a16:creationId xmlns:a16="http://schemas.microsoft.com/office/drawing/2014/main" id="{86678BB0-2080-461B-924F-192F0E0885F1}"/>
              </a:ext>
            </a:extLst>
          </p:cNvPr>
          <p:cNvSpPr>
            <a:spLocks xmlns:a="http://schemas.openxmlformats.org/drawingml/2006/main" noGrp="1"/>
          </p:cNvSpPr>
          <p:nvPr/>
        </p:nvSpPr>
        <p:spPr>
          <a:xfrm xmlns:a="http://schemas.openxmlformats.org/drawingml/2006/main">
            <a:off x="6429375" y="2209800"/>
            <a:ext cx="49244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D3EE"/>
                </a:solidFill>
                <a:latin typeface="Apple SD Gothic Neo"/>
                <a:ea typeface="Apple SD Gothic Neo"/>
                <a:cs typeface="Apple SD Gothic Neo"/>
              </a:defRPr>
            </a:defPPr>
            <a:lvl1pPr algn="l">
              <a:defRPr sz="2250" b="1">
                <a:solidFill>
                  <a:srgbClr val="22D3EE"/>
                </a:solidFill>
                <a:latin typeface="Apple SD Gothic Neo"/>
                <a:ea typeface="Apple SD Gothic Neo"/>
                <a:cs typeface="Apple SD Gothic Neo"/>
              </a:defRPr>
            </a:lvl1pPr>
            <a:lvl2pPr algn="l">
              <a:defRPr sz="2250" b="1">
                <a:solidFill>
                  <a:srgbClr val="22D3EE"/>
                </a:solidFill>
                <a:latin typeface="Apple SD Gothic Neo"/>
                <a:ea typeface="Apple SD Gothic Neo"/>
                <a:cs typeface="Apple SD Gothic Neo"/>
              </a:defRPr>
            </a:lvl2pPr>
            <a:lvl3pPr algn="l">
              <a:defRPr sz="2250" b="1">
                <a:solidFill>
                  <a:srgbClr val="22D3EE"/>
                </a:solidFill>
                <a:latin typeface="Apple SD Gothic Neo"/>
                <a:ea typeface="Apple SD Gothic Neo"/>
                <a:cs typeface="Apple SD Gothic Neo"/>
              </a:defRPr>
            </a:lvl3pPr>
            <a:lvl4pPr algn="l">
              <a:defRPr sz="2250" b="1">
                <a:solidFill>
                  <a:srgbClr val="22D3EE"/>
                </a:solidFill>
                <a:latin typeface="Apple SD Gothic Neo"/>
                <a:ea typeface="Apple SD Gothic Neo"/>
                <a:cs typeface="Apple SD Gothic Neo"/>
              </a:defRPr>
            </a:lvl4pPr>
            <a:lvl5pPr algn="l">
              <a:defRPr sz="2250" b="1">
                <a:solidFill>
                  <a:srgbClr val="22D3EE"/>
                </a:solidFill>
                <a:latin typeface="Apple SD Gothic Neo"/>
                <a:ea typeface="Apple SD Gothic Neo"/>
                <a:cs typeface="Apple SD Gothic Neo"/>
              </a:defRPr>
            </a:lvl5pPr>
            <a:lvl6pPr algn="l">
              <a:defRPr sz="2250" b="1">
                <a:solidFill>
                  <a:srgbClr val="22D3EE"/>
                </a:solidFill>
                <a:latin typeface="Apple SD Gothic Neo"/>
                <a:ea typeface="Apple SD Gothic Neo"/>
                <a:cs typeface="Apple SD Gothic Neo"/>
              </a:defRPr>
            </a:lvl6pPr>
            <a:lvl7pPr algn="l">
              <a:defRPr sz="2250" b="1">
                <a:solidFill>
                  <a:srgbClr val="22D3EE"/>
                </a:solidFill>
                <a:latin typeface="Apple SD Gothic Neo"/>
                <a:ea typeface="Apple SD Gothic Neo"/>
                <a:cs typeface="Apple SD Gothic Neo"/>
              </a:defRPr>
            </a:lvl7pPr>
            <a:lvl8pPr algn="l">
              <a:defRPr sz="2250" b="1">
                <a:solidFill>
                  <a:srgbClr val="22D3EE"/>
                </a:solidFill>
                <a:latin typeface="Apple SD Gothic Neo"/>
                <a:ea typeface="Apple SD Gothic Neo"/>
                <a:cs typeface="Apple SD Gothic Neo"/>
              </a:defRPr>
            </a:lvl8pPr>
            <a:lvl9pPr algn="l">
              <a:defRPr sz="2250" b="1">
                <a:solidFill>
                  <a:srgbClr val="22D3EE"/>
                </a:solidFill>
                <a:latin typeface="Apple SD Gothic Neo"/>
                <a:ea typeface="Apple SD Gothic Neo"/>
                <a:cs typeface="Apple SD Gothic Neo"/>
              </a:defRPr>
            </a:lvl9pPr>
          </a:lstStyle>
          <a:p xmlns:a="http://schemas.openxmlformats.org/drawingml/2006/main">
            <a:pPr algn="l">
              <a:defRPr sz="2250" b="1">
                <a:solidFill>
                  <a:srgbClr val="22D3EE"/>
                </a:solidFill>
                <a:latin typeface="Apple SD Gothic Neo"/>
                <a:ea typeface="Apple SD Gothic Neo"/>
                <a:cs typeface="Apple SD Gothic Neo"/>
              </a:defRPr>
            </a:pPr>
            <a:r>
              <a:rPr sz="2250" b="1">
                <a:solidFill>
                  <a:srgbClr val="22D3EE"/>
                </a:solidFill>
                <a:latin typeface="Apple SD Gothic Neo"/>
                <a:ea typeface="Apple SD Gothic Neo"/>
                <a:cs typeface="Apple SD Gothic Neo"/>
              </a:rPr>
              <a:t>tombstone</a:t>
            </a:r>
          </a:p>
        </p:txBody>
      </p:sp>
      <p:sp>
        <p:nvSpPr>
          <p:cNvPr id="8" name="text-223">
            <a:extLst xmlns:a="http://schemas.openxmlformats.org/drawingml/2006/main">
              <a:ext uri="{FF2B5EF4-FFF2-40B4-BE49-F238E27FC236}">
                <a16:creationId xmlns:a16="http://schemas.microsoft.com/office/drawing/2014/main" id="{49A57845-9433-45CE-A87D-7070ED341FF7}"/>
              </a:ext>
            </a:extLst>
          </p:cNvPr>
          <p:cNvSpPr>
            <a:spLocks xmlns:a="http://schemas.openxmlformats.org/drawingml/2006/main" noGrp="1"/>
          </p:cNvSpPr>
          <p:nvPr/>
        </p:nvSpPr>
        <p:spPr>
          <a:xfrm xmlns:a="http://schemas.openxmlformats.org/drawingml/2006/main">
            <a:off x="6429375" y="3086100"/>
            <a:ext cx="49244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key는 그대로</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wire value=null</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이번 Bronze에서는 제외</a:t>
            </a:r>
          </a:p>
        </p:txBody>
      </p:sp>
      <p:sp>
        <p:nvSpPr>
          <p:cNvPr id="9" name="panel-224">
            <a:extLst xmlns:a="http://schemas.openxmlformats.org/drawingml/2006/main">
              <a:ext uri="{FF2B5EF4-FFF2-40B4-BE49-F238E27FC236}">
                <a16:creationId xmlns:a16="http://schemas.microsoft.com/office/drawing/2014/main" id="{D231E374-ED7E-40A1-90F3-3A865AA1981C}"/>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0" name="text-225">
            <a:extLst xmlns:a="http://schemas.openxmlformats.org/drawingml/2006/main">
              <a:ext uri="{FF2B5EF4-FFF2-40B4-BE49-F238E27FC236}">
                <a16:creationId xmlns:a16="http://schemas.microsoft.com/office/drawing/2014/main" id="{EBB6F536-5F18-4F02-B003-16A0A3CC47C7}"/>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Kafka 메시지 수와 Bronze 행 수를 그대로 같다고 비교하지 않습니다</a:t>
            </a:r>
          </a:p>
        </p:txBody>
      </p:sp>
      <p:sp>
        <p:nvSpPr>
          <p:cNvPr id="11" name="">
            <a:extLst xmlns:a="http://schemas.openxmlformats.org/drawingml/2006/main">
              <a:ext uri="{FF2B5EF4-FFF2-40B4-BE49-F238E27FC236}">
                <a16:creationId xmlns:a16="http://schemas.microsoft.com/office/drawing/2014/main" id="{51C1DA7D-6D24-4705-BECF-C29B841B5AE5}"/>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2" name="text-226">
            <a:extLst xmlns:a="http://schemas.openxmlformats.org/drawingml/2006/main">
              <a:ext uri="{FF2B5EF4-FFF2-40B4-BE49-F238E27FC236}">
                <a16:creationId xmlns:a16="http://schemas.microsoft.com/office/drawing/2014/main" id="{1EA9EA9E-1811-4C89-B375-2587843FE269}"/>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13" name="text-227">
            <a:extLst xmlns:a="http://schemas.openxmlformats.org/drawingml/2006/main">
              <a:ext uri="{FF2B5EF4-FFF2-40B4-BE49-F238E27FC236}">
                <a16:creationId xmlns:a16="http://schemas.microsoft.com/office/drawing/2014/main" id="{5A673288-7123-404B-B360-F8FBE9EF0D36}"/>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22</a:t>
            </a:r>
          </a:p>
        </p:txBody>
      </p:sp>
    </p:spTree>
    <p:extLst>
      <p:ext uri="{BB962C8B-B14F-4D97-AF65-F5344CB8AC3E}">
        <p14:creationId xmlns:p14="http://schemas.microsoft.com/office/powerpoint/2010/main" val="132892555"/>
      </p:ext>
    </p:extLst>
  </p:cSld>
</p:sld>
</file>

<file path=ppt/slides/slide23.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228">
            <a:extLst xmlns:a="http://schemas.openxmlformats.org/drawingml/2006/main">
              <a:ext uri="{FF2B5EF4-FFF2-40B4-BE49-F238E27FC236}">
                <a16:creationId xmlns:a16="http://schemas.microsoft.com/office/drawing/2014/main" id="{552E214F-22BE-46A4-AC85-436D4D1AA1C1}"/>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229">
            <a:extLst xmlns:a="http://schemas.openxmlformats.org/drawingml/2006/main">
              <a:ext uri="{FF2B5EF4-FFF2-40B4-BE49-F238E27FC236}">
                <a16:creationId xmlns:a16="http://schemas.microsoft.com/office/drawing/2014/main" id="{57B20D7A-AE9F-41D5-AA84-201C59C55A20}"/>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새 환불을 실행하기 전에 예측</a:t>
            </a:r>
          </a:p>
        </p:txBody>
      </p:sp>
      <p:graphicFrame>
        <p:nvGraphicFramePr>
          <p:cNvPr id="3" name="">
            <a:extLst xmlns:a="http://schemas.openxmlformats.org/drawingml/2006/main">
              <a:ext uri="{FF2B5EF4-FFF2-40B4-BE49-F238E27FC236}">
                <a16:creationId xmlns:a16="http://schemas.microsoft.com/office/drawing/2014/main" id="{E06E3D6D-B036-498A-B80D-4896B0B9C1A1}"/>
              </a:ext>
            </a:extLst>
          </p:cNvPr>
          <p:cNvGraphicFramePr/>
          <p:nvPr/>
        </p:nvGraphicFramePr>
        <p:xfrm>
          <a:off xmlns:a="http://schemas.openxmlformats.org/drawingml/2006/main" x="609600" y="1809750"/>
          <a:ext xmlns:a="http://schemas.openxmlformats.org/drawingml/2006/main" cx="10972800" cy="3333750"/>
        </p:xfrm>
        <a:graphic xmlns:a="http://schemas.openxmlformats.org/drawingml/2006/main">
          <a:graphicData uri="http://schemas.openxmlformats.org/drawingml/2006/table">
            <a:tbl>
              <a:tblPr/>
              <a:tblGrid>
                <a:gridCol w="2476500"/>
                <a:gridCol w="2476500"/>
                <a:gridCol w="3000375"/>
                <a:gridCol w="3019425"/>
              </a:tblGrid>
              <a:tr h="833438">
                <a:tc>
                  <a:txBody>
                    <a:bodyPr/>
                    <a:lstStyle/>
                    <a:p>
                      <a:r>
                        <a:rPr sz="1800" b="1">
                          <a:solidFill>
                            <a:srgbClr val="22D3EE"/>
                          </a:solidFill>
                          <a:latin typeface="Apple SD Gothic Neo"/>
                          <a:ea typeface="Apple SD Gothic Neo"/>
                          <a:cs typeface="Apple SD Gothic Neo"/>
                        </a:rPr>
                        <a:t>변경</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00" b="1">
                          <a:solidFill>
                            <a:srgbClr val="22D3EE"/>
                          </a:solidFill>
                          <a:latin typeface="Apple SD Gothic Neo"/>
                          <a:ea typeface="Apple SD Gothic Neo"/>
                          <a:cs typeface="Apple SD Gothic Neo"/>
                        </a:rPr>
                        <a:t>원천 행 수</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00" b="1">
                          <a:solidFill>
                            <a:srgbClr val="22D3EE"/>
                          </a:solidFill>
                          <a:latin typeface="Apple SD Gothic Neo"/>
                          <a:ea typeface="Apple SD Gothic Neo"/>
                          <a:cs typeface="Apple SD Gothic Neo"/>
                        </a:rPr>
                        <a:t>before.amount</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00" b="1">
                          <a:solidFill>
                            <a:srgbClr val="22D3EE"/>
                          </a:solidFill>
                          <a:latin typeface="Apple SD Gothic Neo"/>
                          <a:ea typeface="Apple SD Gothic Neo"/>
                          <a:cs typeface="Apple SD Gothic Neo"/>
                        </a:rPr>
                        <a:t>after.amount</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833438">
                <a:tc>
                  <a:txBody>
                    <a:bodyPr/>
                    <a:lstStyle/>
                    <a:p>
                      <a:r>
                        <a:rPr sz="1800">
                          <a:solidFill>
                            <a:srgbClr val="F8FAFC"/>
                          </a:solidFill>
                          <a:latin typeface="Apple SD Gothic Neo"/>
                          <a:ea typeface="Apple SD Gothic Neo"/>
                          <a:cs typeface="Apple SD Gothic Neo"/>
                        </a:rPr>
                        <a:t>INSERT 20,000</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a:t>
                      </a:r>
                    </a:p>
                  </a:txBody>
                  <a:tcPr marL="152400" marR="152400" marT="95250" marB="95250">
                    <a:lnR w="9525">
                      <a:solidFill>
                        <a:srgbClr val="334155"/>
                      </a:solidFill>
                      <a:prstDash val="solid"/>
                    </a:lnR>
                    <a:lnB w="9525">
                      <a:solidFill>
                        <a:srgbClr val="334155"/>
                      </a:solidFill>
                      <a:prstDash val="solid"/>
                    </a:lnB>
                    <a:solidFill>
                      <a:srgbClr val="1E293B"/>
                    </a:solidFill>
                  </a:tcPr>
                </a:tc>
              </a:tr>
              <a:tr h="833438">
                <a:tc>
                  <a:txBody>
                    <a:bodyPr/>
                    <a:lstStyle/>
                    <a:p>
                      <a:r>
                        <a:rPr sz="1800">
                          <a:solidFill>
                            <a:srgbClr val="F8FAFC"/>
                          </a:solidFill>
                          <a:latin typeface="Apple SD Gothic Neo"/>
                          <a:ea typeface="Apple SD Gothic Neo"/>
                          <a:cs typeface="Apple SD Gothic Neo"/>
                        </a:rPr>
                        <a:t>UPDATE 30,000</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a:t>
                      </a:r>
                    </a:p>
                  </a:txBody>
                  <a:tcPr marL="152400" marR="152400" marT="95250" marB="95250">
                    <a:lnR w="9525">
                      <a:solidFill>
                        <a:srgbClr val="334155"/>
                      </a:solidFill>
                      <a:prstDash val="solid"/>
                    </a:lnR>
                    <a:lnB w="9525">
                      <a:solidFill>
                        <a:srgbClr val="334155"/>
                      </a:solidFill>
                      <a:prstDash val="solid"/>
                    </a:lnB>
                    <a:solidFill>
                      <a:srgbClr val="1E293B"/>
                    </a:solidFill>
                  </a:tcPr>
                </a:tc>
              </a:tr>
              <a:tr h="833438">
                <a:tc>
                  <a:txBody>
                    <a:bodyPr/>
                    <a:lstStyle/>
                    <a:p>
                      <a:r>
                        <a:rPr sz="1800">
                          <a:solidFill>
                            <a:srgbClr val="F8FAFC"/>
                          </a:solidFill>
                          <a:latin typeface="Apple SD Gothic Neo"/>
                          <a:ea typeface="Apple SD Gothic Neo"/>
                          <a:cs typeface="Apple SD Gothic Neo"/>
                        </a:rPr>
                        <a:t>DELETE</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4" name="panel-230">
            <a:extLst xmlns:a="http://schemas.openxmlformats.org/drawingml/2006/main">
              <a:ext uri="{FF2B5EF4-FFF2-40B4-BE49-F238E27FC236}">
                <a16:creationId xmlns:a16="http://schemas.microsoft.com/office/drawing/2014/main" id="{36913D3E-CEEB-4B8C-81F5-D62842203656}"/>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5" name="text-231">
            <a:extLst xmlns:a="http://schemas.openxmlformats.org/drawingml/2006/main">
              <a:ext uri="{FF2B5EF4-FFF2-40B4-BE49-F238E27FC236}">
                <a16:creationId xmlns:a16="http://schemas.microsoft.com/office/drawing/2014/main" id="{6CC541A7-67BD-4D45-8A00-B1F6CF936E5C}"/>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예측을 적고 실제 key · op · 값 · 위치와 비교합니다</a:t>
            </a:r>
          </a:p>
        </p:txBody>
      </p:sp>
      <p:sp>
        <p:nvSpPr>
          <p:cNvPr id="6" name="">
            <a:extLst xmlns:a="http://schemas.openxmlformats.org/drawingml/2006/main">
              <a:ext uri="{FF2B5EF4-FFF2-40B4-BE49-F238E27FC236}">
                <a16:creationId xmlns:a16="http://schemas.microsoft.com/office/drawing/2014/main" id="{13B876C1-94C5-48AB-95B7-ACDC90806F7C}"/>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232">
            <a:extLst xmlns:a="http://schemas.openxmlformats.org/drawingml/2006/main">
              <a:ext uri="{FF2B5EF4-FFF2-40B4-BE49-F238E27FC236}">
                <a16:creationId xmlns:a16="http://schemas.microsoft.com/office/drawing/2014/main" id="{8E3B74D8-7846-4453-8CB7-E3C95A322F3C}"/>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8" name="text-233">
            <a:extLst xmlns:a="http://schemas.openxmlformats.org/drawingml/2006/main">
              <a:ext uri="{FF2B5EF4-FFF2-40B4-BE49-F238E27FC236}">
                <a16:creationId xmlns:a16="http://schemas.microsoft.com/office/drawing/2014/main" id="{D2624F27-B1E1-4A6D-885F-05FF03738D69}"/>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23</a:t>
            </a:r>
          </a:p>
        </p:txBody>
      </p:sp>
    </p:spTree>
    <p:extLst>
      <p:ext uri="{BB962C8B-B14F-4D97-AF65-F5344CB8AC3E}">
        <p14:creationId xmlns:p14="http://schemas.microsoft.com/office/powerpoint/2010/main" val="1951672770"/>
      </p:ext>
    </p:extLst>
  </p:cSld>
</p:sld>
</file>

<file path=ppt/slides/slide24.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23" name="text-234">
            <a:extLst xmlns:a="http://schemas.openxmlformats.org/drawingml/2006/main">
              <a:ext uri="{FF2B5EF4-FFF2-40B4-BE49-F238E27FC236}">
                <a16:creationId xmlns:a16="http://schemas.microsoft.com/office/drawing/2014/main" id="{BECC0EBB-D4CC-4FA4-88E8-E0D49FB01863}"/>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235">
            <a:extLst xmlns:a="http://schemas.openxmlformats.org/drawingml/2006/main">
              <a:ext uri="{FF2B5EF4-FFF2-40B4-BE49-F238E27FC236}">
                <a16:creationId xmlns:a16="http://schemas.microsoft.com/office/drawing/2014/main" id="{4B64920B-2522-4638-9870-8523C980C70C}"/>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원천 변경부터 Bronze 조회까지 대조</a:t>
            </a:r>
          </a:p>
        </p:txBody>
      </p:sp>
      <p:sp>
        <p:nvSpPr>
          <p:cNvPr id="3" name="panel-236">
            <a:extLst xmlns:a="http://schemas.openxmlformats.org/drawingml/2006/main">
              <a:ext uri="{FF2B5EF4-FFF2-40B4-BE49-F238E27FC236}">
                <a16:creationId xmlns:a16="http://schemas.microsoft.com/office/drawing/2014/main" id="{8FD1B685-E748-461F-AF75-CE500A2142F5}"/>
              </a:ext>
            </a:extLst>
          </p:cNvPr>
          <p:cNvSpPr>
            <a:spLocks xmlns:a="http://schemas.openxmlformats.org/drawingml/2006/main" noGrp="1"/>
          </p:cNvSpPr>
          <p:nvPr/>
        </p:nvSpPr>
        <p:spPr>
          <a:xfrm xmlns:a="http://schemas.openxmlformats.org/drawingml/2006/main">
            <a:off x="609600" y="2362200"/>
            <a:ext cx="2536031" cy="1771650"/>
          </a:xfrm>
          <a:prstGeom xmlns:a="http://schemas.openxmlformats.org/drawingml/2006/main" prst="roundRect">
            <a:avLst>
              <a:gd name="adj" fmla="val 4839"/>
            </a:avLst>
          </a:prstGeom>
          <a:solidFill xmlns:a="http://schemas.openxmlformats.org/drawingml/2006/main">
            <a:srgbClr val="1E293B"/>
          </a:solidFill>
          <a:ln xmlns:a="http://schemas.openxmlformats.org/drawingml/2006/main" w="9525">
            <a:solidFill>
              <a:srgbClr val="334155"/>
            </a:solidFill>
          </a:ln>
        </p:spPr>
      </p:sp>
      <p:sp>
        <p:nvSpPr>
          <p:cNvPr id="4" name="text-237">
            <a:extLst xmlns:a="http://schemas.openxmlformats.org/drawingml/2006/main">
              <a:ext uri="{FF2B5EF4-FFF2-40B4-BE49-F238E27FC236}">
                <a16:creationId xmlns:a16="http://schemas.microsoft.com/office/drawing/2014/main" id="{4004FE94-EB86-4E1B-BFF8-F381A47835EC}"/>
              </a:ext>
            </a:extLst>
          </p:cNvPr>
          <p:cNvSpPr>
            <a:spLocks xmlns:a="http://schemas.openxmlformats.org/drawingml/2006/main" noGrp="1"/>
          </p:cNvSpPr>
          <p:nvPr/>
        </p:nvSpPr>
        <p:spPr>
          <a:xfrm xmlns:a="http://schemas.openxmlformats.org/drawingml/2006/main">
            <a:off x="752475" y="2638425"/>
            <a:ext cx="2250281"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250" b="1">
                <a:solidFill>
                  <a:srgbClr val="F8FAFC"/>
                </a:solidFill>
                <a:latin typeface="Apple SD Gothic Neo"/>
                <a:ea typeface="Apple SD Gothic Neo"/>
                <a:cs typeface="Apple SD Gothic Neo"/>
              </a:defRPr>
            </a:defPPr>
            <a:lvl1pPr algn="ctr">
              <a:defRPr sz="2250" b="1">
                <a:solidFill>
                  <a:srgbClr val="F8FAFC"/>
                </a:solidFill>
                <a:latin typeface="Apple SD Gothic Neo"/>
                <a:ea typeface="Apple SD Gothic Neo"/>
                <a:cs typeface="Apple SD Gothic Neo"/>
              </a:defRPr>
            </a:lvl1pPr>
            <a:lvl2pPr algn="ctr">
              <a:defRPr sz="2250" b="1">
                <a:solidFill>
                  <a:srgbClr val="F8FAFC"/>
                </a:solidFill>
                <a:latin typeface="Apple SD Gothic Neo"/>
                <a:ea typeface="Apple SD Gothic Neo"/>
                <a:cs typeface="Apple SD Gothic Neo"/>
              </a:defRPr>
            </a:lvl2pPr>
            <a:lvl3pPr algn="ctr">
              <a:defRPr sz="2250" b="1">
                <a:solidFill>
                  <a:srgbClr val="F8FAFC"/>
                </a:solidFill>
                <a:latin typeface="Apple SD Gothic Neo"/>
                <a:ea typeface="Apple SD Gothic Neo"/>
                <a:cs typeface="Apple SD Gothic Neo"/>
              </a:defRPr>
            </a:lvl3pPr>
            <a:lvl4pPr algn="ctr">
              <a:defRPr sz="2250" b="1">
                <a:solidFill>
                  <a:srgbClr val="F8FAFC"/>
                </a:solidFill>
                <a:latin typeface="Apple SD Gothic Neo"/>
                <a:ea typeface="Apple SD Gothic Neo"/>
                <a:cs typeface="Apple SD Gothic Neo"/>
              </a:defRPr>
            </a:lvl4pPr>
            <a:lvl5pPr algn="ctr">
              <a:defRPr sz="2250" b="1">
                <a:solidFill>
                  <a:srgbClr val="F8FAFC"/>
                </a:solidFill>
                <a:latin typeface="Apple SD Gothic Neo"/>
                <a:ea typeface="Apple SD Gothic Neo"/>
                <a:cs typeface="Apple SD Gothic Neo"/>
              </a:defRPr>
            </a:lvl5pPr>
            <a:lvl6pPr algn="ctr">
              <a:defRPr sz="2250" b="1">
                <a:solidFill>
                  <a:srgbClr val="F8FAFC"/>
                </a:solidFill>
                <a:latin typeface="Apple SD Gothic Neo"/>
                <a:ea typeface="Apple SD Gothic Neo"/>
                <a:cs typeface="Apple SD Gothic Neo"/>
              </a:defRPr>
            </a:lvl6pPr>
            <a:lvl7pPr algn="ctr">
              <a:defRPr sz="2250" b="1">
                <a:solidFill>
                  <a:srgbClr val="F8FAFC"/>
                </a:solidFill>
                <a:latin typeface="Apple SD Gothic Neo"/>
                <a:ea typeface="Apple SD Gothic Neo"/>
                <a:cs typeface="Apple SD Gothic Neo"/>
              </a:defRPr>
            </a:lvl7pPr>
            <a:lvl8pPr algn="ctr">
              <a:defRPr sz="2250" b="1">
                <a:solidFill>
                  <a:srgbClr val="F8FAFC"/>
                </a:solidFill>
                <a:latin typeface="Apple SD Gothic Neo"/>
                <a:ea typeface="Apple SD Gothic Neo"/>
                <a:cs typeface="Apple SD Gothic Neo"/>
              </a:defRPr>
            </a:lvl8pPr>
            <a:lvl9pPr algn="ctr">
              <a:defRPr sz="2250" b="1">
                <a:solidFill>
                  <a:srgbClr val="F8FAFC"/>
                </a:solidFill>
                <a:latin typeface="Apple SD Gothic Neo"/>
                <a:ea typeface="Apple SD Gothic Neo"/>
                <a:cs typeface="Apple SD Gothic Neo"/>
              </a:defRPr>
            </a:lvl9pPr>
          </a:lstStyle>
          <a:p xmlns:a="http://schemas.openxmlformats.org/drawingml/2006/main">
            <a:pPr algn="ctr">
              <a:defRPr sz="2250" b="1">
                <a:solidFill>
                  <a:srgbClr val="F8FAFC"/>
                </a:solidFill>
                <a:latin typeface="Apple SD Gothic Neo"/>
                <a:ea typeface="Apple SD Gothic Neo"/>
                <a:cs typeface="Apple SD Gothic Neo"/>
              </a:defRPr>
            </a:pPr>
            <a:r>
              <a:rPr sz="2250" b="1">
                <a:solidFill>
                  <a:srgbClr val="F8FAFC"/>
                </a:solidFill>
                <a:latin typeface="Apple SD Gothic Neo"/>
                <a:ea typeface="Apple SD Gothic Neo"/>
                <a:cs typeface="Apple SD Gothic Neo"/>
              </a:rPr>
              <a:t>원천 변경</a:t>
            </a:r>
          </a:p>
        </p:txBody>
      </p:sp>
      <p:sp>
        <p:nvSpPr>
          <p:cNvPr id="5" name="text-238">
            <a:extLst xmlns:a="http://schemas.openxmlformats.org/drawingml/2006/main">
              <a:ext uri="{FF2B5EF4-FFF2-40B4-BE49-F238E27FC236}">
                <a16:creationId xmlns:a16="http://schemas.microsoft.com/office/drawing/2014/main" id="{67890AED-EE82-486C-B564-B2D04CC56FAC}"/>
              </a:ext>
            </a:extLst>
          </p:cNvPr>
          <p:cNvSpPr>
            <a:spLocks xmlns:a="http://schemas.openxmlformats.org/drawingml/2006/main" noGrp="1"/>
          </p:cNvSpPr>
          <p:nvPr/>
        </p:nvSpPr>
        <p:spPr>
          <a:xfrm xmlns:a="http://schemas.openxmlformats.org/drawingml/2006/main">
            <a:off x="742950" y="3457575"/>
            <a:ext cx="226933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A7B5CA"/>
                </a:solidFill>
                <a:latin typeface="Apple SD Gothic Neo"/>
                <a:ea typeface="Apple SD Gothic Neo"/>
                <a:cs typeface="Apple SD Gothic Neo"/>
              </a:defRPr>
            </a:defPPr>
            <a:lvl1pPr algn="ctr">
              <a:defRPr sz="1725" b="0">
                <a:solidFill>
                  <a:srgbClr val="A7B5CA"/>
                </a:solidFill>
                <a:latin typeface="Apple SD Gothic Neo"/>
                <a:ea typeface="Apple SD Gothic Neo"/>
                <a:cs typeface="Apple SD Gothic Neo"/>
              </a:defRPr>
            </a:lvl1pPr>
            <a:lvl2pPr algn="ctr">
              <a:defRPr sz="1725" b="0">
                <a:solidFill>
                  <a:srgbClr val="A7B5CA"/>
                </a:solidFill>
                <a:latin typeface="Apple SD Gothic Neo"/>
                <a:ea typeface="Apple SD Gothic Neo"/>
                <a:cs typeface="Apple SD Gothic Neo"/>
              </a:defRPr>
            </a:lvl2pPr>
            <a:lvl3pPr algn="ctr">
              <a:defRPr sz="1725" b="0">
                <a:solidFill>
                  <a:srgbClr val="A7B5CA"/>
                </a:solidFill>
                <a:latin typeface="Apple SD Gothic Neo"/>
                <a:ea typeface="Apple SD Gothic Neo"/>
                <a:cs typeface="Apple SD Gothic Neo"/>
              </a:defRPr>
            </a:lvl3pPr>
            <a:lvl4pPr algn="ctr">
              <a:defRPr sz="1725" b="0">
                <a:solidFill>
                  <a:srgbClr val="A7B5CA"/>
                </a:solidFill>
                <a:latin typeface="Apple SD Gothic Neo"/>
                <a:ea typeface="Apple SD Gothic Neo"/>
                <a:cs typeface="Apple SD Gothic Neo"/>
              </a:defRPr>
            </a:lvl4pPr>
            <a:lvl5pPr algn="ctr">
              <a:defRPr sz="1725" b="0">
                <a:solidFill>
                  <a:srgbClr val="A7B5CA"/>
                </a:solidFill>
                <a:latin typeface="Apple SD Gothic Neo"/>
                <a:ea typeface="Apple SD Gothic Neo"/>
                <a:cs typeface="Apple SD Gothic Neo"/>
              </a:defRPr>
            </a:lvl5pPr>
            <a:lvl6pPr algn="ctr">
              <a:defRPr sz="1725" b="0">
                <a:solidFill>
                  <a:srgbClr val="A7B5CA"/>
                </a:solidFill>
                <a:latin typeface="Apple SD Gothic Neo"/>
                <a:ea typeface="Apple SD Gothic Neo"/>
                <a:cs typeface="Apple SD Gothic Neo"/>
              </a:defRPr>
            </a:lvl6pPr>
            <a:lvl7pPr algn="ctr">
              <a:defRPr sz="1725" b="0">
                <a:solidFill>
                  <a:srgbClr val="A7B5CA"/>
                </a:solidFill>
                <a:latin typeface="Apple SD Gothic Neo"/>
                <a:ea typeface="Apple SD Gothic Neo"/>
                <a:cs typeface="Apple SD Gothic Neo"/>
              </a:defRPr>
            </a:lvl7pPr>
            <a:lvl8pPr algn="ctr">
              <a:defRPr sz="1725" b="0">
                <a:solidFill>
                  <a:srgbClr val="A7B5CA"/>
                </a:solidFill>
                <a:latin typeface="Apple SD Gothic Neo"/>
                <a:ea typeface="Apple SD Gothic Neo"/>
                <a:cs typeface="Apple SD Gothic Neo"/>
              </a:defRPr>
            </a:lvl8pPr>
            <a:lvl9pPr algn="ctr">
              <a:defRPr sz="1725" b="0">
                <a:solidFill>
                  <a:srgbClr val="A7B5CA"/>
                </a:solidFill>
                <a:latin typeface="Apple SD Gothic Neo"/>
                <a:ea typeface="Apple SD Gothic Neo"/>
                <a:cs typeface="Apple SD Gothic Neo"/>
              </a:defRPr>
            </a:lvl9pPr>
          </a:lstStyle>
          <a:p xmlns:a="http://schemas.openxmlformats.org/drawingml/2006/main">
            <a:pPr algn="ctr">
              <a:defRPr sz="1725" b="0">
                <a:solidFill>
                  <a:srgbClr val="A7B5CA"/>
                </a:solidFill>
                <a:latin typeface="Apple SD Gothic Neo"/>
                <a:ea typeface="Apple SD Gothic Neo"/>
                <a:cs typeface="Apple SD Gothic Neo"/>
              </a:defRPr>
            </a:pPr>
            <a:r>
              <a:rPr sz="1725" b="0">
                <a:solidFill>
                  <a:srgbClr val="A7B5CA"/>
                </a:solidFill>
                <a:latin typeface="Apple SD Gothic Neo"/>
                <a:ea typeface="Apple SD Gothic Neo"/>
                <a:cs typeface="Apple SD Gothic Neo"/>
              </a:rPr>
              <a:t>환불 c → u → d</a:t>
            </a:r>
          </a:p>
        </p:txBody>
      </p:sp>
      <p:sp>
        <p:nvSpPr>
          <p:cNvPr id="6" name="">
            <a:extLst xmlns:a="http://schemas.openxmlformats.org/drawingml/2006/main">
              <a:ext uri="{FF2B5EF4-FFF2-40B4-BE49-F238E27FC236}">
                <a16:creationId xmlns:a16="http://schemas.microsoft.com/office/drawing/2014/main" id="{395DD94A-B453-4077-919D-E088F6F33D1C}"/>
              </a:ext>
            </a:extLst>
          </p:cNvPr>
          <p:cNvSpPr>
            <a:spLocks xmlns:a="http://schemas.openxmlformats.org/drawingml/2006/main" noGrp="1"/>
          </p:cNvSpPr>
          <p:nvPr/>
        </p:nvSpPr>
        <p:spPr>
          <a:xfrm xmlns:a="http://schemas.openxmlformats.org/drawingml/2006/main">
            <a:off x="3183731" y="3124200"/>
            <a:ext cx="200025" cy="19050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7" name="panel-239">
            <a:extLst xmlns:a="http://schemas.openxmlformats.org/drawingml/2006/main">
              <a:ext uri="{FF2B5EF4-FFF2-40B4-BE49-F238E27FC236}">
                <a16:creationId xmlns:a16="http://schemas.microsoft.com/office/drawing/2014/main" id="{31B7467C-A4A1-4773-A018-15E317B5F5B3}"/>
              </a:ext>
            </a:extLst>
          </p:cNvPr>
          <p:cNvSpPr>
            <a:spLocks xmlns:a="http://schemas.openxmlformats.org/drawingml/2006/main" noGrp="1"/>
          </p:cNvSpPr>
          <p:nvPr/>
        </p:nvSpPr>
        <p:spPr>
          <a:xfrm xmlns:a="http://schemas.openxmlformats.org/drawingml/2006/main">
            <a:off x="3421856" y="2362200"/>
            <a:ext cx="2536031" cy="1771650"/>
          </a:xfrm>
          <a:prstGeom xmlns:a="http://schemas.openxmlformats.org/drawingml/2006/main" prst="roundRect">
            <a:avLst>
              <a:gd name="adj" fmla="val 4839"/>
            </a:avLst>
          </a:prstGeom>
          <a:solidFill xmlns:a="http://schemas.openxmlformats.org/drawingml/2006/main">
            <a:srgbClr val="1E293B"/>
          </a:solidFill>
          <a:ln xmlns:a="http://schemas.openxmlformats.org/drawingml/2006/main" w="9525">
            <a:solidFill>
              <a:srgbClr val="334155"/>
            </a:solidFill>
          </a:ln>
        </p:spPr>
      </p:sp>
      <p:sp>
        <p:nvSpPr>
          <p:cNvPr id="8" name="text-240">
            <a:extLst xmlns:a="http://schemas.openxmlformats.org/drawingml/2006/main">
              <a:ext uri="{FF2B5EF4-FFF2-40B4-BE49-F238E27FC236}">
                <a16:creationId xmlns:a16="http://schemas.microsoft.com/office/drawing/2014/main" id="{7C0CF634-5784-4201-8EEB-6E94546EEBA4}"/>
              </a:ext>
            </a:extLst>
          </p:cNvPr>
          <p:cNvSpPr>
            <a:spLocks xmlns:a="http://schemas.openxmlformats.org/drawingml/2006/main" noGrp="1"/>
          </p:cNvSpPr>
          <p:nvPr/>
        </p:nvSpPr>
        <p:spPr>
          <a:xfrm xmlns:a="http://schemas.openxmlformats.org/drawingml/2006/main">
            <a:off x="3564731" y="2638425"/>
            <a:ext cx="2250281"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250" b="1">
                <a:solidFill>
                  <a:srgbClr val="F8FAFC"/>
                </a:solidFill>
                <a:latin typeface="Apple SD Gothic Neo"/>
                <a:ea typeface="Apple SD Gothic Neo"/>
                <a:cs typeface="Apple SD Gothic Neo"/>
              </a:defRPr>
            </a:defPPr>
            <a:lvl1pPr algn="ctr">
              <a:defRPr sz="2250" b="1">
                <a:solidFill>
                  <a:srgbClr val="F8FAFC"/>
                </a:solidFill>
                <a:latin typeface="Apple SD Gothic Neo"/>
                <a:ea typeface="Apple SD Gothic Neo"/>
                <a:cs typeface="Apple SD Gothic Neo"/>
              </a:defRPr>
            </a:lvl1pPr>
            <a:lvl2pPr algn="ctr">
              <a:defRPr sz="2250" b="1">
                <a:solidFill>
                  <a:srgbClr val="F8FAFC"/>
                </a:solidFill>
                <a:latin typeface="Apple SD Gothic Neo"/>
                <a:ea typeface="Apple SD Gothic Neo"/>
                <a:cs typeface="Apple SD Gothic Neo"/>
              </a:defRPr>
            </a:lvl2pPr>
            <a:lvl3pPr algn="ctr">
              <a:defRPr sz="2250" b="1">
                <a:solidFill>
                  <a:srgbClr val="F8FAFC"/>
                </a:solidFill>
                <a:latin typeface="Apple SD Gothic Neo"/>
                <a:ea typeface="Apple SD Gothic Neo"/>
                <a:cs typeface="Apple SD Gothic Neo"/>
              </a:defRPr>
            </a:lvl3pPr>
            <a:lvl4pPr algn="ctr">
              <a:defRPr sz="2250" b="1">
                <a:solidFill>
                  <a:srgbClr val="F8FAFC"/>
                </a:solidFill>
                <a:latin typeface="Apple SD Gothic Neo"/>
                <a:ea typeface="Apple SD Gothic Neo"/>
                <a:cs typeface="Apple SD Gothic Neo"/>
              </a:defRPr>
            </a:lvl4pPr>
            <a:lvl5pPr algn="ctr">
              <a:defRPr sz="2250" b="1">
                <a:solidFill>
                  <a:srgbClr val="F8FAFC"/>
                </a:solidFill>
                <a:latin typeface="Apple SD Gothic Neo"/>
                <a:ea typeface="Apple SD Gothic Neo"/>
                <a:cs typeface="Apple SD Gothic Neo"/>
              </a:defRPr>
            </a:lvl5pPr>
            <a:lvl6pPr algn="ctr">
              <a:defRPr sz="2250" b="1">
                <a:solidFill>
                  <a:srgbClr val="F8FAFC"/>
                </a:solidFill>
                <a:latin typeface="Apple SD Gothic Neo"/>
                <a:ea typeface="Apple SD Gothic Neo"/>
                <a:cs typeface="Apple SD Gothic Neo"/>
              </a:defRPr>
            </a:lvl6pPr>
            <a:lvl7pPr algn="ctr">
              <a:defRPr sz="2250" b="1">
                <a:solidFill>
                  <a:srgbClr val="F8FAFC"/>
                </a:solidFill>
                <a:latin typeface="Apple SD Gothic Neo"/>
                <a:ea typeface="Apple SD Gothic Neo"/>
                <a:cs typeface="Apple SD Gothic Neo"/>
              </a:defRPr>
            </a:lvl7pPr>
            <a:lvl8pPr algn="ctr">
              <a:defRPr sz="2250" b="1">
                <a:solidFill>
                  <a:srgbClr val="F8FAFC"/>
                </a:solidFill>
                <a:latin typeface="Apple SD Gothic Neo"/>
                <a:ea typeface="Apple SD Gothic Neo"/>
                <a:cs typeface="Apple SD Gothic Neo"/>
              </a:defRPr>
            </a:lvl8pPr>
            <a:lvl9pPr algn="ctr">
              <a:defRPr sz="2250" b="1">
                <a:solidFill>
                  <a:srgbClr val="F8FAFC"/>
                </a:solidFill>
                <a:latin typeface="Apple SD Gothic Neo"/>
                <a:ea typeface="Apple SD Gothic Neo"/>
                <a:cs typeface="Apple SD Gothic Neo"/>
              </a:defRPr>
            </a:lvl9pPr>
          </a:lstStyle>
          <a:p xmlns:a="http://schemas.openxmlformats.org/drawingml/2006/main">
            <a:pPr algn="ctr">
              <a:defRPr sz="2250" b="1">
                <a:solidFill>
                  <a:srgbClr val="F8FAFC"/>
                </a:solidFill>
                <a:latin typeface="Apple SD Gothic Neo"/>
                <a:ea typeface="Apple SD Gothic Neo"/>
                <a:cs typeface="Apple SD Gothic Neo"/>
              </a:defRPr>
            </a:pPr>
            <a:r>
              <a:rPr sz="2250" b="1">
                <a:solidFill>
                  <a:srgbClr val="F8FAFC"/>
                </a:solidFill>
                <a:latin typeface="Apple SD Gothic Neo"/>
                <a:ea typeface="Apple SD Gothic Neo"/>
                <a:cs typeface="Apple SD Gothic Neo"/>
              </a:rPr>
              <a:t>원천 SELECT</a:t>
            </a:r>
          </a:p>
        </p:txBody>
      </p:sp>
      <p:sp>
        <p:nvSpPr>
          <p:cNvPr id="9" name="text-241">
            <a:extLst xmlns:a="http://schemas.openxmlformats.org/drawingml/2006/main">
              <a:ext uri="{FF2B5EF4-FFF2-40B4-BE49-F238E27FC236}">
                <a16:creationId xmlns:a16="http://schemas.microsoft.com/office/drawing/2014/main" id="{34875EF2-1416-43EB-8570-DB1DF1C4CEF6}"/>
              </a:ext>
            </a:extLst>
          </p:cNvPr>
          <p:cNvSpPr>
            <a:spLocks xmlns:a="http://schemas.openxmlformats.org/drawingml/2006/main" noGrp="1"/>
          </p:cNvSpPr>
          <p:nvPr/>
        </p:nvSpPr>
        <p:spPr>
          <a:xfrm xmlns:a="http://schemas.openxmlformats.org/drawingml/2006/main">
            <a:off x="3555206" y="3457575"/>
            <a:ext cx="226933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A7B5CA"/>
                </a:solidFill>
                <a:latin typeface="Apple SD Gothic Neo"/>
                <a:ea typeface="Apple SD Gothic Neo"/>
                <a:cs typeface="Apple SD Gothic Neo"/>
              </a:defRPr>
            </a:defPPr>
            <a:lvl1pPr algn="ctr">
              <a:defRPr sz="1725" b="0">
                <a:solidFill>
                  <a:srgbClr val="A7B5CA"/>
                </a:solidFill>
                <a:latin typeface="Apple SD Gothic Neo"/>
                <a:ea typeface="Apple SD Gothic Neo"/>
                <a:cs typeface="Apple SD Gothic Neo"/>
              </a:defRPr>
            </a:lvl1pPr>
            <a:lvl2pPr algn="ctr">
              <a:defRPr sz="1725" b="0">
                <a:solidFill>
                  <a:srgbClr val="A7B5CA"/>
                </a:solidFill>
                <a:latin typeface="Apple SD Gothic Neo"/>
                <a:ea typeface="Apple SD Gothic Neo"/>
                <a:cs typeface="Apple SD Gothic Neo"/>
              </a:defRPr>
            </a:lvl2pPr>
            <a:lvl3pPr algn="ctr">
              <a:defRPr sz="1725" b="0">
                <a:solidFill>
                  <a:srgbClr val="A7B5CA"/>
                </a:solidFill>
                <a:latin typeface="Apple SD Gothic Neo"/>
                <a:ea typeface="Apple SD Gothic Neo"/>
                <a:cs typeface="Apple SD Gothic Neo"/>
              </a:defRPr>
            </a:lvl3pPr>
            <a:lvl4pPr algn="ctr">
              <a:defRPr sz="1725" b="0">
                <a:solidFill>
                  <a:srgbClr val="A7B5CA"/>
                </a:solidFill>
                <a:latin typeface="Apple SD Gothic Neo"/>
                <a:ea typeface="Apple SD Gothic Neo"/>
                <a:cs typeface="Apple SD Gothic Neo"/>
              </a:defRPr>
            </a:lvl4pPr>
            <a:lvl5pPr algn="ctr">
              <a:defRPr sz="1725" b="0">
                <a:solidFill>
                  <a:srgbClr val="A7B5CA"/>
                </a:solidFill>
                <a:latin typeface="Apple SD Gothic Neo"/>
                <a:ea typeface="Apple SD Gothic Neo"/>
                <a:cs typeface="Apple SD Gothic Neo"/>
              </a:defRPr>
            </a:lvl5pPr>
            <a:lvl6pPr algn="ctr">
              <a:defRPr sz="1725" b="0">
                <a:solidFill>
                  <a:srgbClr val="A7B5CA"/>
                </a:solidFill>
                <a:latin typeface="Apple SD Gothic Neo"/>
                <a:ea typeface="Apple SD Gothic Neo"/>
                <a:cs typeface="Apple SD Gothic Neo"/>
              </a:defRPr>
            </a:lvl6pPr>
            <a:lvl7pPr algn="ctr">
              <a:defRPr sz="1725" b="0">
                <a:solidFill>
                  <a:srgbClr val="A7B5CA"/>
                </a:solidFill>
                <a:latin typeface="Apple SD Gothic Neo"/>
                <a:ea typeface="Apple SD Gothic Neo"/>
                <a:cs typeface="Apple SD Gothic Neo"/>
              </a:defRPr>
            </a:lvl7pPr>
            <a:lvl8pPr algn="ctr">
              <a:defRPr sz="1725" b="0">
                <a:solidFill>
                  <a:srgbClr val="A7B5CA"/>
                </a:solidFill>
                <a:latin typeface="Apple SD Gothic Neo"/>
                <a:ea typeface="Apple SD Gothic Neo"/>
                <a:cs typeface="Apple SD Gothic Neo"/>
              </a:defRPr>
            </a:lvl8pPr>
            <a:lvl9pPr algn="ctr">
              <a:defRPr sz="1725" b="0">
                <a:solidFill>
                  <a:srgbClr val="A7B5CA"/>
                </a:solidFill>
                <a:latin typeface="Apple SD Gothic Neo"/>
                <a:ea typeface="Apple SD Gothic Neo"/>
                <a:cs typeface="Apple SD Gothic Neo"/>
              </a:defRPr>
            </a:lvl9pPr>
          </a:lstStyle>
          <a:p xmlns:a="http://schemas.openxmlformats.org/drawingml/2006/main">
            <a:pPr algn="ctr">
              <a:defRPr sz="1725" b="0">
                <a:solidFill>
                  <a:srgbClr val="A7B5CA"/>
                </a:solidFill>
                <a:latin typeface="Apple SD Gothic Neo"/>
                <a:ea typeface="Apple SD Gothic Neo"/>
                <a:cs typeface="Apple SD Gothic Neo"/>
              </a:defRPr>
            </a:pPr>
            <a:r>
              <a:rPr sz="1725" b="0">
                <a:solidFill>
                  <a:srgbClr val="A7B5CA"/>
                </a:solidFill>
                <a:latin typeface="Apple SD Gothic Neo"/>
                <a:ea typeface="Apple SD Gothic Neo"/>
                <a:cs typeface="Apple SD Gothic Neo"/>
              </a:rPr>
              <a:t>현재 행 확인</a:t>
            </a:r>
          </a:p>
        </p:txBody>
      </p:sp>
      <p:sp>
        <p:nvSpPr>
          <p:cNvPr id="10" name="">
            <a:extLst xmlns:a="http://schemas.openxmlformats.org/drawingml/2006/main">
              <a:ext uri="{FF2B5EF4-FFF2-40B4-BE49-F238E27FC236}">
                <a16:creationId xmlns:a16="http://schemas.microsoft.com/office/drawing/2014/main" id="{38CE5F97-719A-41AC-A68B-3C73A3A33057}"/>
              </a:ext>
            </a:extLst>
          </p:cNvPr>
          <p:cNvSpPr>
            <a:spLocks xmlns:a="http://schemas.openxmlformats.org/drawingml/2006/main" noGrp="1"/>
          </p:cNvSpPr>
          <p:nvPr/>
        </p:nvSpPr>
        <p:spPr>
          <a:xfrm xmlns:a="http://schemas.openxmlformats.org/drawingml/2006/main">
            <a:off x="5995988" y="3124200"/>
            <a:ext cx="200025" cy="19050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11" name="panel-242">
            <a:extLst xmlns:a="http://schemas.openxmlformats.org/drawingml/2006/main">
              <a:ext uri="{FF2B5EF4-FFF2-40B4-BE49-F238E27FC236}">
                <a16:creationId xmlns:a16="http://schemas.microsoft.com/office/drawing/2014/main" id="{EB8486B2-1B3E-44D0-8527-C25EF724039B}"/>
              </a:ext>
            </a:extLst>
          </p:cNvPr>
          <p:cNvSpPr>
            <a:spLocks xmlns:a="http://schemas.openxmlformats.org/drawingml/2006/main" noGrp="1"/>
          </p:cNvSpPr>
          <p:nvPr/>
        </p:nvSpPr>
        <p:spPr>
          <a:xfrm xmlns:a="http://schemas.openxmlformats.org/drawingml/2006/main">
            <a:off x="6234113" y="2362200"/>
            <a:ext cx="2536031" cy="1771650"/>
          </a:xfrm>
          <a:prstGeom xmlns:a="http://schemas.openxmlformats.org/drawingml/2006/main" prst="roundRect">
            <a:avLst>
              <a:gd name="adj" fmla="val 4839"/>
            </a:avLst>
          </a:prstGeom>
          <a:solidFill xmlns:a="http://schemas.openxmlformats.org/drawingml/2006/main">
            <a:srgbClr val="1E293B"/>
          </a:solidFill>
          <a:ln xmlns:a="http://schemas.openxmlformats.org/drawingml/2006/main" w="9525">
            <a:solidFill>
              <a:srgbClr val="334155"/>
            </a:solidFill>
          </a:ln>
        </p:spPr>
      </p:sp>
      <p:sp>
        <p:nvSpPr>
          <p:cNvPr id="12" name="text-243">
            <a:extLst xmlns:a="http://schemas.openxmlformats.org/drawingml/2006/main">
              <a:ext uri="{FF2B5EF4-FFF2-40B4-BE49-F238E27FC236}">
                <a16:creationId xmlns:a16="http://schemas.microsoft.com/office/drawing/2014/main" id="{FE28DFC1-AD30-4BF5-9764-3B936E80C832}"/>
              </a:ext>
            </a:extLst>
          </p:cNvPr>
          <p:cNvSpPr>
            <a:spLocks xmlns:a="http://schemas.openxmlformats.org/drawingml/2006/main" noGrp="1"/>
          </p:cNvSpPr>
          <p:nvPr/>
        </p:nvSpPr>
        <p:spPr>
          <a:xfrm xmlns:a="http://schemas.openxmlformats.org/drawingml/2006/main">
            <a:off x="6376988" y="2638425"/>
            <a:ext cx="2250281"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250" b="1">
                <a:solidFill>
                  <a:srgbClr val="F8FAFC"/>
                </a:solidFill>
                <a:latin typeface="Apple SD Gothic Neo"/>
                <a:ea typeface="Apple SD Gothic Neo"/>
                <a:cs typeface="Apple SD Gothic Neo"/>
              </a:defRPr>
            </a:defPPr>
            <a:lvl1pPr algn="ctr">
              <a:defRPr sz="2250" b="1">
                <a:solidFill>
                  <a:srgbClr val="F8FAFC"/>
                </a:solidFill>
                <a:latin typeface="Apple SD Gothic Neo"/>
                <a:ea typeface="Apple SD Gothic Neo"/>
                <a:cs typeface="Apple SD Gothic Neo"/>
              </a:defRPr>
            </a:lvl1pPr>
            <a:lvl2pPr algn="ctr">
              <a:defRPr sz="2250" b="1">
                <a:solidFill>
                  <a:srgbClr val="F8FAFC"/>
                </a:solidFill>
                <a:latin typeface="Apple SD Gothic Neo"/>
                <a:ea typeface="Apple SD Gothic Neo"/>
                <a:cs typeface="Apple SD Gothic Neo"/>
              </a:defRPr>
            </a:lvl2pPr>
            <a:lvl3pPr algn="ctr">
              <a:defRPr sz="2250" b="1">
                <a:solidFill>
                  <a:srgbClr val="F8FAFC"/>
                </a:solidFill>
                <a:latin typeface="Apple SD Gothic Neo"/>
                <a:ea typeface="Apple SD Gothic Neo"/>
                <a:cs typeface="Apple SD Gothic Neo"/>
              </a:defRPr>
            </a:lvl3pPr>
            <a:lvl4pPr algn="ctr">
              <a:defRPr sz="2250" b="1">
                <a:solidFill>
                  <a:srgbClr val="F8FAFC"/>
                </a:solidFill>
                <a:latin typeface="Apple SD Gothic Neo"/>
                <a:ea typeface="Apple SD Gothic Neo"/>
                <a:cs typeface="Apple SD Gothic Neo"/>
              </a:defRPr>
            </a:lvl4pPr>
            <a:lvl5pPr algn="ctr">
              <a:defRPr sz="2250" b="1">
                <a:solidFill>
                  <a:srgbClr val="F8FAFC"/>
                </a:solidFill>
                <a:latin typeface="Apple SD Gothic Neo"/>
                <a:ea typeface="Apple SD Gothic Neo"/>
                <a:cs typeface="Apple SD Gothic Neo"/>
              </a:defRPr>
            </a:lvl5pPr>
            <a:lvl6pPr algn="ctr">
              <a:defRPr sz="2250" b="1">
                <a:solidFill>
                  <a:srgbClr val="F8FAFC"/>
                </a:solidFill>
                <a:latin typeface="Apple SD Gothic Neo"/>
                <a:ea typeface="Apple SD Gothic Neo"/>
                <a:cs typeface="Apple SD Gothic Neo"/>
              </a:defRPr>
            </a:lvl6pPr>
            <a:lvl7pPr algn="ctr">
              <a:defRPr sz="2250" b="1">
                <a:solidFill>
                  <a:srgbClr val="F8FAFC"/>
                </a:solidFill>
                <a:latin typeface="Apple SD Gothic Neo"/>
                <a:ea typeface="Apple SD Gothic Neo"/>
                <a:cs typeface="Apple SD Gothic Neo"/>
              </a:defRPr>
            </a:lvl7pPr>
            <a:lvl8pPr algn="ctr">
              <a:defRPr sz="2250" b="1">
                <a:solidFill>
                  <a:srgbClr val="F8FAFC"/>
                </a:solidFill>
                <a:latin typeface="Apple SD Gothic Neo"/>
                <a:ea typeface="Apple SD Gothic Neo"/>
                <a:cs typeface="Apple SD Gothic Neo"/>
              </a:defRPr>
            </a:lvl8pPr>
            <a:lvl9pPr algn="ctr">
              <a:defRPr sz="2250" b="1">
                <a:solidFill>
                  <a:srgbClr val="F8FAFC"/>
                </a:solidFill>
                <a:latin typeface="Apple SD Gothic Neo"/>
                <a:ea typeface="Apple SD Gothic Neo"/>
                <a:cs typeface="Apple SD Gothic Neo"/>
              </a:defRPr>
            </a:lvl9pPr>
          </a:lstStyle>
          <a:p xmlns:a="http://schemas.openxmlformats.org/drawingml/2006/main">
            <a:pPr algn="ctr">
              <a:defRPr sz="2250" b="1">
                <a:solidFill>
                  <a:srgbClr val="F8FAFC"/>
                </a:solidFill>
                <a:latin typeface="Apple SD Gothic Neo"/>
                <a:ea typeface="Apple SD Gothic Neo"/>
                <a:cs typeface="Apple SD Gothic Neo"/>
              </a:defRPr>
            </a:pPr>
            <a:r>
              <a:rPr sz="2250" b="1">
                <a:solidFill>
                  <a:srgbClr val="F8FAFC"/>
                </a:solidFill>
                <a:latin typeface="Apple SD Gothic Neo"/>
                <a:ea typeface="Apple SD Gothic Neo"/>
                <a:cs typeface="Apple SD Gothic Neo"/>
              </a:rPr>
              <a:t>Kafka 확인</a:t>
            </a:r>
          </a:p>
        </p:txBody>
      </p:sp>
      <p:sp>
        <p:nvSpPr>
          <p:cNvPr id="13" name="text-244">
            <a:extLst xmlns:a="http://schemas.openxmlformats.org/drawingml/2006/main">
              <a:ext uri="{FF2B5EF4-FFF2-40B4-BE49-F238E27FC236}">
                <a16:creationId xmlns:a16="http://schemas.microsoft.com/office/drawing/2014/main" id="{8E653F5B-5EB8-4AFF-B8BD-7828788C98F1}"/>
              </a:ext>
            </a:extLst>
          </p:cNvPr>
          <p:cNvSpPr>
            <a:spLocks xmlns:a="http://schemas.openxmlformats.org/drawingml/2006/main" noGrp="1"/>
          </p:cNvSpPr>
          <p:nvPr/>
        </p:nvSpPr>
        <p:spPr>
          <a:xfrm xmlns:a="http://schemas.openxmlformats.org/drawingml/2006/main">
            <a:off x="6367463" y="3457575"/>
            <a:ext cx="226933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A7B5CA"/>
                </a:solidFill>
                <a:latin typeface="Apple SD Gothic Neo"/>
                <a:ea typeface="Apple SD Gothic Neo"/>
                <a:cs typeface="Apple SD Gothic Neo"/>
              </a:defRPr>
            </a:defPPr>
            <a:lvl1pPr algn="ctr">
              <a:defRPr sz="1725" b="0">
                <a:solidFill>
                  <a:srgbClr val="A7B5CA"/>
                </a:solidFill>
                <a:latin typeface="Apple SD Gothic Neo"/>
                <a:ea typeface="Apple SD Gothic Neo"/>
                <a:cs typeface="Apple SD Gothic Neo"/>
              </a:defRPr>
            </a:lvl1pPr>
            <a:lvl2pPr algn="ctr">
              <a:defRPr sz="1725" b="0">
                <a:solidFill>
                  <a:srgbClr val="A7B5CA"/>
                </a:solidFill>
                <a:latin typeface="Apple SD Gothic Neo"/>
                <a:ea typeface="Apple SD Gothic Neo"/>
                <a:cs typeface="Apple SD Gothic Neo"/>
              </a:defRPr>
            </a:lvl2pPr>
            <a:lvl3pPr algn="ctr">
              <a:defRPr sz="1725" b="0">
                <a:solidFill>
                  <a:srgbClr val="A7B5CA"/>
                </a:solidFill>
                <a:latin typeface="Apple SD Gothic Neo"/>
                <a:ea typeface="Apple SD Gothic Neo"/>
                <a:cs typeface="Apple SD Gothic Neo"/>
              </a:defRPr>
            </a:lvl3pPr>
            <a:lvl4pPr algn="ctr">
              <a:defRPr sz="1725" b="0">
                <a:solidFill>
                  <a:srgbClr val="A7B5CA"/>
                </a:solidFill>
                <a:latin typeface="Apple SD Gothic Neo"/>
                <a:ea typeface="Apple SD Gothic Neo"/>
                <a:cs typeface="Apple SD Gothic Neo"/>
              </a:defRPr>
            </a:lvl4pPr>
            <a:lvl5pPr algn="ctr">
              <a:defRPr sz="1725" b="0">
                <a:solidFill>
                  <a:srgbClr val="A7B5CA"/>
                </a:solidFill>
                <a:latin typeface="Apple SD Gothic Neo"/>
                <a:ea typeface="Apple SD Gothic Neo"/>
                <a:cs typeface="Apple SD Gothic Neo"/>
              </a:defRPr>
            </a:lvl5pPr>
            <a:lvl6pPr algn="ctr">
              <a:defRPr sz="1725" b="0">
                <a:solidFill>
                  <a:srgbClr val="A7B5CA"/>
                </a:solidFill>
                <a:latin typeface="Apple SD Gothic Neo"/>
                <a:ea typeface="Apple SD Gothic Neo"/>
                <a:cs typeface="Apple SD Gothic Neo"/>
              </a:defRPr>
            </a:lvl6pPr>
            <a:lvl7pPr algn="ctr">
              <a:defRPr sz="1725" b="0">
                <a:solidFill>
                  <a:srgbClr val="A7B5CA"/>
                </a:solidFill>
                <a:latin typeface="Apple SD Gothic Neo"/>
                <a:ea typeface="Apple SD Gothic Neo"/>
                <a:cs typeface="Apple SD Gothic Neo"/>
              </a:defRPr>
            </a:lvl7pPr>
            <a:lvl8pPr algn="ctr">
              <a:defRPr sz="1725" b="0">
                <a:solidFill>
                  <a:srgbClr val="A7B5CA"/>
                </a:solidFill>
                <a:latin typeface="Apple SD Gothic Neo"/>
                <a:ea typeface="Apple SD Gothic Neo"/>
                <a:cs typeface="Apple SD Gothic Neo"/>
              </a:defRPr>
            </a:lvl8pPr>
            <a:lvl9pPr algn="ctr">
              <a:defRPr sz="1725" b="0">
                <a:solidFill>
                  <a:srgbClr val="A7B5CA"/>
                </a:solidFill>
                <a:latin typeface="Apple SD Gothic Neo"/>
                <a:ea typeface="Apple SD Gothic Neo"/>
                <a:cs typeface="Apple SD Gothic Neo"/>
              </a:defRPr>
            </a:lvl9pPr>
          </a:lstStyle>
          <a:p xmlns:a="http://schemas.openxmlformats.org/drawingml/2006/main">
            <a:pPr algn="ctr">
              <a:defRPr sz="1725" b="0">
                <a:solidFill>
                  <a:srgbClr val="A7B5CA"/>
                </a:solidFill>
                <a:latin typeface="Apple SD Gothic Neo"/>
                <a:ea typeface="Apple SD Gothic Neo"/>
                <a:cs typeface="Apple SD Gothic Neo"/>
              </a:defRPr>
            </a:pPr>
            <a:r>
              <a:rPr sz="1725" b="0">
                <a:solidFill>
                  <a:srgbClr val="A7B5CA"/>
                </a:solidFill>
                <a:latin typeface="Apple SD Gothic Neo"/>
                <a:ea typeface="Apple SD Gothic Neo"/>
                <a:cs typeface="Apple SD Gothic Neo"/>
              </a:rPr>
              <a:t>key · value · 위치</a:t>
            </a:r>
          </a:p>
        </p:txBody>
      </p:sp>
      <p:sp>
        <p:nvSpPr>
          <p:cNvPr id="14" name="">
            <a:extLst xmlns:a="http://schemas.openxmlformats.org/drawingml/2006/main">
              <a:ext uri="{FF2B5EF4-FFF2-40B4-BE49-F238E27FC236}">
                <a16:creationId xmlns:a16="http://schemas.microsoft.com/office/drawing/2014/main" id="{BCB5A379-4494-4826-9443-7FF33A8FF144}"/>
              </a:ext>
            </a:extLst>
          </p:cNvPr>
          <p:cNvSpPr>
            <a:spLocks xmlns:a="http://schemas.openxmlformats.org/drawingml/2006/main" noGrp="1"/>
          </p:cNvSpPr>
          <p:nvPr/>
        </p:nvSpPr>
        <p:spPr>
          <a:xfrm xmlns:a="http://schemas.openxmlformats.org/drawingml/2006/main">
            <a:off x="8808244" y="3124200"/>
            <a:ext cx="200025" cy="19050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15" name="panel-245">
            <a:extLst xmlns:a="http://schemas.openxmlformats.org/drawingml/2006/main">
              <a:ext uri="{FF2B5EF4-FFF2-40B4-BE49-F238E27FC236}">
                <a16:creationId xmlns:a16="http://schemas.microsoft.com/office/drawing/2014/main" id="{059BFDBE-F712-4EA2-ACEF-B20112FA36AF}"/>
              </a:ext>
            </a:extLst>
          </p:cNvPr>
          <p:cNvSpPr>
            <a:spLocks xmlns:a="http://schemas.openxmlformats.org/drawingml/2006/main" noGrp="1"/>
          </p:cNvSpPr>
          <p:nvPr/>
        </p:nvSpPr>
        <p:spPr>
          <a:xfrm xmlns:a="http://schemas.openxmlformats.org/drawingml/2006/main">
            <a:off x="9046369" y="2362200"/>
            <a:ext cx="2536031" cy="1771650"/>
          </a:xfrm>
          <a:prstGeom xmlns:a="http://schemas.openxmlformats.org/drawingml/2006/main" prst="roundRect">
            <a:avLst>
              <a:gd name="adj" fmla="val 4839"/>
            </a:avLst>
          </a:prstGeom>
          <a:solidFill xmlns:a="http://schemas.openxmlformats.org/drawingml/2006/main">
            <a:srgbClr val="1E293B"/>
          </a:solidFill>
          <a:ln xmlns:a="http://schemas.openxmlformats.org/drawingml/2006/main" w="9525">
            <a:solidFill>
              <a:srgbClr val="22D3EE"/>
            </a:solidFill>
          </a:ln>
        </p:spPr>
      </p:sp>
      <p:sp>
        <p:nvSpPr>
          <p:cNvPr id="16" name="text-246">
            <a:extLst xmlns:a="http://schemas.openxmlformats.org/drawingml/2006/main">
              <a:ext uri="{FF2B5EF4-FFF2-40B4-BE49-F238E27FC236}">
                <a16:creationId xmlns:a16="http://schemas.microsoft.com/office/drawing/2014/main" id="{2416BABA-53D9-4A82-A2F4-75C95C0BFF76}"/>
              </a:ext>
            </a:extLst>
          </p:cNvPr>
          <p:cNvSpPr>
            <a:spLocks xmlns:a="http://schemas.openxmlformats.org/drawingml/2006/main" noGrp="1"/>
          </p:cNvSpPr>
          <p:nvPr/>
        </p:nvSpPr>
        <p:spPr>
          <a:xfrm xmlns:a="http://schemas.openxmlformats.org/drawingml/2006/main">
            <a:off x="9189244" y="2638425"/>
            <a:ext cx="2250281"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250" b="1">
                <a:solidFill>
                  <a:srgbClr val="22D3EE"/>
                </a:solidFill>
                <a:latin typeface="Apple SD Gothic Neo"/>
                <a:ea typeface="Apple SD Gothic Neo"/>
                <a:cs typeface="Apple SD Gothic Neo"/>
              </a:defRPr>
            </a:defPPr>
            <a:lvl1pPr algn="ctr">
              <a:defRPr sz="2250" b="1">
                <a:solidFill>
                  <a:srgbClr val="22D3EE"/>
                </a:solidFill>
                <a:latin typeface="Apple SD Gothic Neo"/>
                <a:ea typeface="Apple SD Gothic Neo"/>
                <a:cs typeface="Apple SD Gothic Neo"/>
              </a:defRPr>
            </a:lvl1pPr>
            <a:lvl2pPr algn="ctr">
              <a:defRPr sz="2250" b="1">
                <a:solidFill>
                  <a:srgbClr val="22D3EE"/>
                </a:solidFill>
                <a:latin typeface="Apple SD Gothic Neo"/>
                <a:ea typeface="Apple SD Gothic Neo"/>
                <a:cs typeface="Apple SD Gothic Neo"/>
              </a:defRPr>
            </a:lvl2pPr>
            <a:lvl3pPr algn="ctr">
              <a:defRPr sz="2250" b="1">
                <a:solidFill>
                  <a:srgbClr val="22D3EE"/>
                </a:solidFill>
                <a:latin typeface="Apple SD Gothic Neo"/>
                <a:ea typeface="Apple SD Gothic Neo"/>
                <a:cs typeface="Apple SD Gothic Neo"/>
              </a:defRPr>
            </a:lvl3pPr>
            <a:lvl4pPr algn="ctr">
              <a:defRPr sz="2250" b="1">
                <a:solidFill>
                  <a:srgbClr val="22D3EE"/>
                </a:solidFill>
                <a:latin typeface="Apple SD Gothic Neo"/>
                <a:ea typeface="Apple SD Gothic Neo"/>
                <a:cs typeface="Apple SD Gothic Neo"/>
              </a:defRPr>
            </a:lvl4pPr>
            <a:lvl5pPr algn="ctr">
              <a:defRPr sz="2250" b="1">
                <a:solidFill>
                  <a:srgbClr val="22D3EE"/>
                </a:solidFill>
                <a:latin typeface="Apple SD Gothic Neo"/>
                <a:ea typeface="Apple SD Gothic Neo"/>
                <a:cs typeface="Apple SD Gothic Neo"/>
              </a:defRPr>
            </a:lvl5pPr>
            <a:lvl6pPr algn="ctr">
              <a:defRPr sz="2250" b="1">
                <a:solidFill>
                  <a:srgbClr val="22D3EE"/>
                </a:solidFill>
                <a:latin typeface="Apple SD Gothic Neo"/>
                <a:ea typeface="Apple SD Gothic Neo"/>
                <a:cs typeface="Apple SD Gothic Neo"/>
              </a:defRPr>
            </a:lvl6pPr>
            <a:lvl7pPr algn="ctr">
              <a:defRPr sz="2250" b="1">
                <a:solidFill>
                  <a:srgbClr val="22D3EE"/>
                </a:solidFill>
                <a:latin typeface="Apple SD Gothic Neo"/>
                <a:ea typeface="Apple SD Gothic Neo"/>
                <a:cs typeface="Apple SD Gothic Neo"/>
              </a:defRPr>
            </a:lvl7pPr>
            <a:lvl8pPr algn="ctr">
              <a:defRPr sz="2250" b="1">
                <a:solidFill>
                  <a:srgbClr val="22D3EE"/>
                </a:solidFill>
                <a:latin typeface="Apple SD Gothic Neo"/>
                <a:ea typeface="Apple SD Gothic Neo"/>
                <a:cs typeface="Apple SD Gothic Neo"/>
              </a:defRPr>
            </a:lvl8pPr>
            <a:lvl9pPr algn="ctr">
              <a:defRPr sz="2250" b="1">
                <a:solidFill>
                  <a:srgbClr val="22D3EE"/>
                </a:solidFill>
                <a:latin typeface="Apple SD Gothic Neo"/>
                <a:ea typeface="Apple SD Gothic Neo"/>
                <a:cs typeface="Apple SD Gothic Neo"/>
              </a:defRPr>
            </a:lvl9pPr>
          </a:lstStyle>
          <a:p xmlns:a="http://schemas.openxmlformats.org/drawingml/2006/main">
            <a:pPr algn="ctr">
              <a:defRPr sz="2250" b="1">
                <a:solidFill>
                  <a:srgbClr val="22D3EE"/>
                </a:solidFill>
                <a:latin typeface="Apple SD Gothic Neo"/>
                <a:ea typeface="Apple SD Gothic Neo"/>
                <a:cs typeface="Apple SD Gothic Neo"/>
              </a:defRPr>
            </a:pPr>
            <a:r>
              <a:rPr sz="2250" b="1">
                <a:solidFill>
                  <a:srgbClr val="22D3EE"/>
                </a:solidFill>
                <a:latin typeface="Apple SD Gothic Neo"/>
                <a:ea typeface="Apple SD Gothic Neo"/>
                <a:cs typeface="Apple SD Gothic Neo"/>
              </a:rPr>
              <a:t>Bronze 확인</a:t>
            </a:r>
          </a:p>
        </p:txBody>
      </p:sp>
      <p:sp>
        <p:nvSpPr>
          <p:cNvPr id="17" name="text-247">
            <a:extLst xmlns:a="http://schemas.openxmlformats.org/drawingml/2006/main">
              <a:ext uri="{FF2B5EF4-FFF2-40B4-BE49-F238E27FC236}">
                <a16:creationId xmlns:a16="http://schemas.microsoft.com/office/drawing/2014/main" id="{ABB3AB43-03DC-4CBE-9203-037978AB7B20}"/>
              </a:ext>
            </a:extLst>
          </p:cNvPr>
          <p:cNvSpPr>
            <a:spLocks xmlns:a="http://schemas.openxmlformats.org/drawingml/2006/main" noGrp="1"/>
          </p:cNvSpPr>
          <p:nvPr/>
        </p:nvSpPr>
        <p:spPr>
          <a:xfrm xmlns:a="http://schemas.openxmlformats.org/drawingml/2006/main">
            <a:off x="9179719" y="3457575"/>
            <a:ext cx="226933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A7B5CA"/>
                </a:solidFill>
                <a:latin typeface="Apple SD Gothic Neo"/>
                <a:ea typeface="Apple SD Gothic Neo"/>
                <a:cs typeface="Apple SD Gothic Neo"/>
              </a:defRPr>
            </a:defPPr>
            <a:lvl1pPr algn="ctr">
              <a:defRPr sz="1725" b="0">
                <a:solidFill>
                  <a:srgbClr val="A7B5CA"/>
                </a:solidFill>
                <a:latin typeface="Apple SD Gothic Neo"/>
                <a:ea typeface="Apple SD Gothic Neo"/>
                <a:cs typeface="Apple SD Gothic Neo"/>
              </a:defRPr>
            </a:lvl1pPr>
            <a:lvl2pPr algn="ctr">
              <a:defRPr sz="1725" b="0">
                <a:solidFill>
                  <a:srgbClr val="A7B5CA"/>
                </a:solidFill>
                <a:latin typeface="Apple SD Gothic Neo"/>
                <a:ea typeface="Apple SD Gothic Neo"/>
                <a:cs typeface="Apple SD Gothic Neo"/>
              </a:defRPr>
            </a:lvl2pPr>
            <a:lvl3pPr algn="ctr">
              <a:defRPr sz="1725" b="0">
                <a:solidFill>
                  <a:srgbClr val="A7B5CA"/>
                </a:solidFill>
                <a:latin typeface="Apple SD Gothic Neo"/>
                <a:ea typeface="Apple SD Gothic Neo"/>
                <a:cs typeface="Apple SD Gothic Neo"/>
              </a:defRPr>
            </a:lvl3pPr>
            <a:lvl4pPr algn="ctr">
              <a:defRPr sz="1725" b="0">
                <a:solidFill>
                  <a:srgbClr val="A7B5CA"/>
                </a:solidFill>
                <a:latin typeface="Apple SD Gothic Neo"/>
                <a:ea typeface="Apple SD Gothic Neo"/>
                <a:cs typeface="Apple SD Gothic Neo"/>
              </a:defRPr>
            </a:lvl4pPr>
            <a:lvl5pPr algn="ctr">
              <a:defRPr sz="1725" b="0">
                <a:solidFill>
                  <a:srgbClr val="A7B5CA"/>
                </a:solidFill>
                <a:latin typeface="Apple SD Gothic Neo"/>
                <a:ea typeface="Apple SD Gothic Neo"/>
                <a:cs typeface="Apple SD Gothic Neo"/>
              </a:defRPr>
            </a:lvl5pPr>
            <a:lvl6pPr algn="ctr">
              <a:defRPr sz="1725" b="0">
                <a:solidFill>
                  <a:srgbClr val="A7B5CA"/>
                </a:solidFill>
                <a:latin typeface="Apple SD Gothic Neo"/>
                <a:ea typeface="Apple SD Gothic Neo"/>
                <a:cs typeface="Apple SD Gothic Neo"/>
              </a:defRPr>
            </a:lvl6pPr>
            <a:lvl7pPr algn="ctr">
              <a:defRPr sz="1725" b="0">
                <a:solidFill>
                  <a:srgbClr val="A7B5CA"/>
                </a:solidFill>
                <a:latin typeface="Apple SD Gothic Neo"/>
                <a:ea typeface="Apple SD Gothic Neo"/>
                <a:cs typeface="Apple SD Gothic Neo"/>
              </a:defRPr>
            </a:lvl7pPr>
            <a:lvl8pPr algn="ctr">
              <a:defRPr sz="1725" b="0">
                <a:solidFill>
                  <a:srgbClr val="A7B5CA"/>
                </a:solidFill>
                <a:latin typeface="Apple SD Gothic Neo"/>
                <a:ea typeface="Apple SD Gothic Neo"/>
                <a:cs typeface="Apple SD Gothic Neo"/>
              </a:defRPr>
            </a:lvl8pPr>
            <a:lvl9pPr algn="ctr">
              <a:defRPr sz="1725" b="0">
                <a:solidFill>
                  <a:srgbClr val="A7B5CA"/>
                </a:solidFill>
                <a:latin typeface="Apple SD Gothic Neo"/>
                <a:ea typeface="Apple SD Gothic Neo"/>
                <a:cs typeface="Apple SD Gothic Neo"/>
              </a:defRPr>
            </a:lvl9pPr>
          </a:lstStyle>
          <a:p xmlns:a="http://schemas.openxmlformats.org/drawingml/2006/main">
            <a:pPr algn="ctr">
              <a:defRPr sz="1725" b="0">
                <a:solidFill>
                  <a:srgbClr val="A7B5CA"/>
                </a:solidFill>
                <a:latin typeface="Apple SD Gothic Neo"/>
                <a:ea typeface="Apple SD Gothic Neo"/>
                <a:cs typeface="Apple SD Gothic Neo"/>
              </a:defRPr>
            </a:pPr>
            <a:r>
              <a:rPr sz="1725" b="0">
                <a:solidFill>
                  <a:srgbClr val="A7B5CA"/>
                </a:solidFill>
                <a:latin typeface="Apple SD Gothic Neo"/>
                <a:ea typeface="Apple SD Gothic Neo"/>
                <a:cs typeface="Apple SD Gothic Neo"/>
              </a:rPr>
              <a:t>같은 위치와 내용</a:t>
            </a:r>
          </a:p>
        </p:txBody>
      </p:sp>
      <p:sp>
        <p:nvSpPr>
          <p:cNvPr id="18" name="panel-248">
            <a:extLst xmlns:a="http://schemas.openxmlformats.org/drawingml/2006/main">
              <a:ext uri="{FF2B5EF4-FFF2-40B4-BE49-F238E27FC236}">
                <a16:creationId xmlns:a16="http://schemas.microsoft.com/office/drawing/2014/main" id="{4F3055FE-368B-4F41-8B59-5E1199C96BC1}"/>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9" name="text-249">
            <a:extLst xmlns:a="http://schemas.openxmlformats.org/drawingml/2006/main">
              <a:ext uri="{FF2B5EF4-FFF2-40B4-BE49-F238E27FC236}">
                <a16:creationId xmlns:a16="http://schemas.microsoft.com/office/drawing/2014/main" id="{274CED35-8572-494E-B11B-67DBAC5391D9}"/>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변경 직후 비어 있으면 도착·commit·조회 시점을 구분해 기다립니다</a:t>
            </a:r>
          </a:p>
        </p:txBody>
      </p:sp>
      <p:sp>
        <p:nvSpPr>
          <p:cNvPr id="20" name="">
            <a:extLst xmlns:a="http://schemas.openxmlformats.org/drawingml/2006/main">
              <a:ext uri="{FF2B5EF4-FFF2-40B4-BE49-F238E27FC236}">
                <a16:creationId xmlns:a16="http://schemas.microsoft.com/office/drawing/2014/main" id="{44BF39D4-5A41-4C88-8E32-613B4D0DD48F}"/>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21" name="text-250">
            <a:extLst xmlns:a="http://schemas.openxmlformats.org/drawingml/2006/main">
              <a:ext uri="{FF2B5EF4-FFF2-40B4-BE49-F238E27FC236}">
                <a16:creationId xmlns:a16="http://schemas.microsoft.com/office/drawing/2014/main" id="{F1505DF8-F56E-443E-BB42-507DBD290BAE}"/>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22" name="text-251">
            <a:extLst xmlns:a="http://schemas.openxmlformats.org/drawingml/2006/main">
              <a:ext uri="{FF2B5EF4-FFF2-40B4-BE49-F238E27FC236}">
                <a16:creationId xmlns:a16="http://schemas.microsoft.com/office/drawing/2014/main" id="{D9E663EB-AF7B-47F4-BF59-EC83688ADCC2}"/>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24</a:t>
            </a:r>
          </a:p>
        </p:txBody>
      </p:sp>
    </p:spTree>
    <p:extLst>
      <p:ext uri="{BB962C8B-B14F-4D97-AF65-F5344CB8AC3E}">
        <p14:creationId xmlns:p14="http://schemas.microsoft.com/office/powerpoint/2010/main" val="1653126177"/>
      </p:ext>
    </p:extLst>
  </p:cSld>
</p:sld>
</file>

<file path=ppt/slides/slide25.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252">
            <a:extLst xmlns:a="http://schemas.openxmlformats.org/drawingml/2006/main">
              <a:ext uri="{FF2B5EF4-FFF2-40B4-BE49-F238E27FC236}">
                <a16:creationId xmlns:a16="http://schemas.microsoft.com/office/drawing/2014/main" id="{864F1134-9EC6-416F-B892-E6FCDEBAE321}"/>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253">
            <a:extLst xmlns:a="http://schemas.openxmlformats.org/drawingml/2006/main">
              <a:ext uri="{FF2B5EF4-FFF2-40B4-BE49-F238E27FC236}">
                <a16:creationId xmlns:a16="http://schemas.microsoft.com/office/drawing/2014/main" id="{1F084A51-3D22-4663-BEC4-136BBD3463BA}"/>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수집이 안 보일 때 확인할 구간</a:t>
            </a:r>
          </a:p>
        </p:txBody>
      </p:sp>
      <p:graphicFrame>
        <p:nvGraphicFramePr>
          <p:cNvPr id="3" name="">
            <a:extLst xmlns:a="http://schemas.openxmlformats.org/drawingml/2006/main">
              <a:ext uri="{FF2B5EF4-FFF2-40B4-BE49-F238E27FC236}">
                <a16:creationId xmlns:a16="http://schemas.microsoft.com/office/drawing/2014/main" id="{49458DE0-42F4-4966-8E33-AE6055056528}"/>
              </a:ext>
            </a:extLst>
          </p:cNvPr>
          <p:cNvGraphicFramePr/>
          <p:nvPr/>
        </p:nvGraphicFramePr>
        <p:xfrm>
          <a:off xmlns:a="http://schemas.openxmlformats.org/drawingml/2006/main" x="609600" y="1809750"/>
          <a:ext xmlns:a="http://schemas.openxmlformats.org/drawingml/2006/main" cx="10972800" cy="3333750"/>
        </p:xfrm>
        <a:graphic xmlns:a="http://schemas.openxmlformats.org/drawingml/2006/main">
          <a:graphicData uri="http://schemas.openxmlformats.org/drawingml/2006/table">
            <a:tbl>
              <a:tblPr/>
              <a:tblGrid>
                <a:gridCol w="3219450"/>
                <a:gridCol w="7753350"/>
              </a:tblGrid>
              <a:tr h="666750">
                <a:tc>
                  <a:txBody>
                    <a:bodyPr/>
                    <a:lstStyle/>
                    <a:p>
                      <a:r>
                        <a:rPr sz="1800" b="1">
                          <a:solidFill>
                            <a:srgbClr val="22D3EE"/>
                          </a:solidFill>
                          <a:latin typeface="Apple SD Gothic Neo"/>
                          <a:ea typeface="Apple SD Gothic Neo"/>
                          <a:cs typeface="Apple SD Gothic Neo"/>
                        </a:rPr>
                        <a:t>관찰</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00" b="1">
                          <a:solidFill>
                            <a:srgbClr val="22D3EE"/>
                          </a:solidFill>
                          <a:latin typeface="Apple SD Gothic Neo"/>
                          <a:ea typeface="Apple SD Gothic Neo"/>
                          <a:cs typeface="Apple SD Gothic Neo"/>
                        </a:rPr>
                        <a:t>먼저 확인할 것</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666750">
                <a:tc>
                  <a:txBody>
                    <a:bodyPr/>
                    <a:lstStyle/>
                    <a:p>
                      <a:r>
                        <a:rPr sz="1800">
                          <a:solidFill>
                            <a:srgbClr val="F8FAFC"/>
                          </a:solidFill>
                          <a:latin typeface="Apple SD Gothic Neo"/>
                          <a:ea typeface="Apple SD Gothic Neo"/>
                          <a:cs typeface="Apple SD Gothic Neo"/>
                        </a:rPr>
                        <a:t>원천 행만 바뀜</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commit · publication · include list · connector/task</a:t>
                      </a:r>
                    </a:p>
                  </a:txBody>
                  <a:tcPr marL="152400" marR="152400" marT="95250" marB="95250">
                    <a:lnR w="9525">
                      <a:solidFill>
                        <a:srgbClr val="334155"/>
                      </a:solidFill>
                      <a:prstDash val="solid"/>
                    </a:lnR>
                    <a:lnB w="9525">
                      <a:solidFill>
                        <a:srgbClr val="334155"/>
                      </a:solidFill>
                      <a:prstDash val="solid"/>
                    </a:lnB>
                    <a:solidFill>
                      <a:srgbClr val="1E293B"/>
                    </a:solidFill>
                  </a:tcPr>
                </a:tc>
              </a:tr>
              <a:tr h="666750">
                <a:tc>
                  <a:txBody>
                    <a:bodyPr/>
                    <a:lstStyle/>
                    <a:p>
                      <a:r>
                        <a:rPr sz="1800">
                          <a:solidFill>
                            <a:srgbClr val="F8FAFC"/>
                          </a:solidFill>
                          <a:latin typeface="Apple SD Gothic Neo"/>
                          <a:ea typeface="Apple SD Gothic Neo"/>
                          <a:cs typeface="Apple SD Gothic Neo"/>
                        </a:rPr>
                        <a:t>Kafka에는 있고 Bronze에는 없음</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topic 패턴 · Flink 처리 · checkpoint · sink commit</a:t>
                      </a:r>
                    </a:p>
                  </a:txBody>
                  <a:tcPr marL="152400" marR="152400" marT="95250" marB="95250">
                    <a:lnR w="9525">
                      <a:solidFill>
                        <a:srgbClr val="334155"/>
                      </a:solidFill>
                      <a:prstDash val="solid"/>
                    </a:lnR>
                    <a:lnB w="9525">
                      <a:solidFill>
                        <a:srgbClr val="334155"/>
                      </a:solidFill>
                      <a:prstDash val="solid"/>
                    </a:lnB>
                    <a:solidFill>
                      <a:srgbClr val="1E293B"/>
                    </a:solidFill>
                  </a:tcPr>
                </a:tc>
              </a:tr>
              <a:tr h="666750">
                <a:tc>
                  <a:txBody>
                    <a:bodyPr/>
                    <a:lstStyle/>
                    <a:p>
                      <a:r>
                        <a:rPr sz="1800">
                          <a:solidFill>
                            <a:srgbClr val="F8FAFC"/>
                          </a:solidFill>
                          <a:latin typeface="Apple SD Gothic Neo"/>
                          <a:ea typeface="Apple SD Gothic Neo"/>
                          <a:cs typeface="Apple SD Gothic Neo"/>
                        </a:rPr>
                        <a:t>Bronze SQL과 파일이 다르게 보임</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현재 파일 참조 · snapshot · 같은 키와 위치</a:t>
                      </a:r>
                    </a:p>
                  </a:txBody>
                  <a:tcPr marL="152400" marR="152400" marT="95250" marB="95250">
                    <a:lnR w="9525">
                      <a:solidFill>
                        <a:srgbClr val="334155"/>
                      </a:solidFill>
                      <a:prstDash val="solid"/>
                    </a:lnR>
                    <a:lnB w="9525">
                      <a:solidFill>
                        <a:srgbClr val="334155"/>
                      </a:solidFill>
                      <a:prstDash val="solid"/>
                    </a:lnB>
                    <a:solidFill>
                      <a:srgbClr val="1E293B"/>
                    </a:solidFill>
                  </a:tcPr>
                </a:tc>
              </a:tr>
              <a:tr h="666750">
                <a:tc>
                  <a:txBody>
                    <a:bodyPr/>
                    <a:lstStyle/>
                    <a:p>
                      <a:r>
                        <a:rPr sz="1800">
                          <a:solidFill>
                            <a:srgbClr val="F8FAFC"/>
                          </a:solidFill>
                          <a:latin typeface="Apple SD Gothic Neo"/>
                          <a:ea typeface="Apple SD Gothic Neo"/>
                          <a:cs typeface="Apple SD Gothic Neo"/>
                        </a:rPr>
                        <a:t>변경이 중복처럼 보임</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같은 PK의 다른 변경인지, 같은 전달 위치의 반복인지</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4" name="panel-254">
            <a:extLst xmlns:a="http://schemas.openxmlformats.org/drawingml/2006/main">
              <a:ext uri="{FF2B5EF4-FFF2-40B4-BE49-F238E27FC236}">
                <a16:creationId xmlns:a16="http://schemas.microsoft.com/office/drawing/2014/main" id="{AF19E4A6-A01B-4A31-BBA0-DD5F525EA060}"/>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5" name="text-255">
            <a:extLst xmlns:a="http://schemas.openxmlformats.org/drawingml/2006/main">
              <a:ext uri="{FF2B5EF4-FFF2-40B4-BE49-F238E27FC236}">
                <a16:creationId xmlns:a16="http://schemas.microsoft.com/office/drawing/2014/main" id="{E761CC4A-9481-476F-87ED-D1985EA6864D}"/>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“안 된다” 대신 마지막으로 확인한 지점을 말합니다</a:t>
            </a:r>
          </a:p>
        </p:txBody>
      </p:sp>
      <p:sp>
        <p:nvSpPr>
          <p:cNvPr id="6" name="">
            <a:extLst xmlns:a="http://schemas.openxmlformats.org/drawingml/2006/main">
              <a:ext uri="{FF2B5EF4-FFF2-40B4-BE49-F238E27FC236}">
                <a16:creationId xmlns:a16="http://schemas.microsoft.com/office/drawing/2014/main" id="{A2F5C665-E04A-4489-AB08-E964C43AFF49}"/>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256">
            <a:extLst xmlns:a="http://schemas.openxmlformats.org/drawingml/2006/main">
              <a:ext uri="{FF2B5EF4-FFF2-40B4-BE49-F238E27FC236}">
                <a16:creationId xmlns:a16="http://schemas.microsoft.com/office/drawing/2014/main" id="{F58A1512-AFDD-439B-9A68-E91BFDEC33DF}"/>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8" name="text-257">
            <a:extLst xmlns:a="http://schemas.openxmlformats.org/drawingml/2006/main">
              <a:ext uri="{FF2B5EF4-FFF2-40B4-BE49-F238E27FC236}">
                <a16:creationId xmlns:a16="http://schemas.microsoft.com/office/drawing/2014/main" id="{EF4157C5-3D2D-47DF-A7DA-3D8F187460B2}"/>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25</a:t>
            </a:r>
          </a:p>
        </p:txBody>
      </p:sp>
    </p:spTree>
    <p:extLst>
      <p:ext uri="{BB962C8B-B14F-4D97-AF65-F5344CB8AC3E}">
        <p14:creationId xmlns:p14="http://schemas.microsoft.com/office/powerpoint/2010/main" val="1451340928"/>
      </p:ext>
    </p:extLst>
  </p:cSld>
</p:sld>
</file>

<file path=ppt/slides/slide26.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258">
            <a:extLst xmlns:a="http://schemas.openxmlformats.org/drawingml/2006/main">
              <a:ext uri="{FF2B5EF4-FFF2-40B4-BE49-F238E27FC236}">
                <a16:creationId xmlns:a16="http://schemas.microsoft.com/office/drawing/2014/main" id="{1261A884-6B81-4A0C-9F07-D34436DD1EE9}"/>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259">
            <a:extLst xmlns:a="http://schemas.openxmlformats.org/drawingml/2006/main">
              <a:ext uri="{FF2B5EF4-FFF2-40B4-BE49-F238E27FC236}">
                <a16:creationId xmlns:a16="http://schemas.microsoft.com/office/drawing/2014/main" id="{4D3C6008-1D41-44F0-B569-B9D297D986C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오늘 확인한 증거</a:t>
            </a:r>
          </a:p>
        </p:txBody>
      </p:sp>
      <p:sp>
        <p:nvSpPr>
          <p:cNvPr id="3" name="panel-260">
            <a:extLst xmlns:a="http://schemas.openxmlformats.org/drawingml/2006/main">
              <a:ext uri="{FF2B5EF4-FFF2-40B4-BE49-F238E27FC236}">
                <a16:creationId xmlns:a16="http://schemas.microsoft.com/office/drawing/2014/main" id="{1852A160-0876-4DD1-ADB2-00D2ECB46E40}"/>
              </a:ext>
            </a:extLst>
          </p:cNvPr>
          <p:cNvSpPr>
            <a:spLocks xmlns:a="http://schemas.openxmlformats.org/drawingml/2006/main" noGrp="1"/>
          </p:cNvSpPr>
          <p:nvPr/>
        </p:nvSpPr>
        <p:spPr>
          <a:xfrm xmlns:a="http://schemas.openxmlformats.org/drawingml/2006/main">
            <a:off x="609600" y="1943100"/>
            <a:ext cx="3517900"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4" name="text-261">
            <a:extLst xmlns:a="http://schemas.openxmlformats.org/drawingml/2006/main">
              <a:ext uri="{FF2B5EF4-FFF2-40B4-BE49-F238E27FC236}">
                <a16:creationId xmlns:a16="http://schemas.microsoft.com/office/drawing/2014/main" id="{CFA6D6D3-1424-4657-B3B4-5B35A3E4BB64}"/>
              </a:ext>
            </a:extLst>
          </p:cNvPr>
          <p:cNvSpPr>
            <a:spLocks xmlns:a="http://schemas.openxmlformats.org/drawingml/2006/main" noGrp="1"/>
          </p:cNvSpPr>
          <p:nvPr/>
        </p:nvSpPr>
        <p:spPr>
          <a:xfrm xmlns:a="http://schemas.openxmlformats.org/drawingml/2006/main">
            <a:off x="838200" y="2209800"/>
            <a:ext cx="3060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B923C"/>
                </a:solidFill>
                <a:latin typeface="Apple SD Gothic Neo"/>
                <a:ea typeface="Apple SD Gothic Neo"/>
                <a:cs typeface="Apple SD Gothic Neo"/>
              </a:defRPr>
            </a:defPPr>
            <a:lvl1pPr algn="l">
              <a:defRPr sz="2250" b="1">
                <a:solidFill>
                  <a:srgbClr val="FB923C"/>
                </a:solidFill>
                <a:latin typeface="Apple SD Gothic Neo"/>
                <a:ea typeface="Apple SD Gothic Neo"/>
                <a:cs typeface="Apple SD Gothic Neo"/>
              </a:defRPr>
            </a:lvl1pPr>
            <a:lvl2pPr algn="l">
              <a:defRPr sz="2250" b="1">
                <a:solidFill>
                  <a:srgbClr val="FB923C"/>
                </a:solidFill>
                <a:latin typeface="Apple SD Gothic Neo"/>
                <a:ea typeface="Apple SD Gothic Neo"/>
                <a:cs typeface="Apple SD Gothic Neo"/>
              </a:defRPr>
            </a:lvl2pPr>
            <a:lvl3pPr algn="l">
              <a:defRPr sz="2250" b="1">
                <a:solidFill>
                  <a:srgbClr val="FB923C"/>
                </a:solidFill>
                <a:latin typeface="Apple SD Gothic Neo"/>
                <a:ea typeface="Apple SD Gothic Neo"/>
                <a:cs typeface="Apple SD Gothic Neo"/>
              </a:defRPr>
            </a:lvl3pPr>
            <a:lvl4pPr algn="l">
              <a:defRPr sz="2250" b="1">
                <a:solidFill>
                  <a:srgbClr val="FB923C"/>
                </a:solidFill>
                <a:latin typeface="Apple SD Gothic Neo"/>
                <a:ea typeface="Apple SD Gothic Neo"/>
                <a:cs typeface="Apple SD Gothic Neo"/>
              </a:defRPr>
            </a:lvl4pPr>
            <a:lvl5pPr algn="l">
              <a:defRPr sz="2250" b="1">
                <a:solidFill>
                  <a:srgbClr val="FB923C"/>
                </a:solidFill>
                <a:latin typeface="Apple SD Gothic Neo"/>
                <a:ea typeface="Apple SD Gothic Neo"/>
                <a:cs typeface="Apple SD Gothic Neo"/>
              </a:defRPr>
            </a:lvl5pPr>
            <a:lvl6pPr algn="l">
              <a:defRPr sz="2250" b="1">
                <a:solidFill>
                  <a:srgbClr val="FB923C"/>
                </a:solidFill>
                <a:latin typeface="Apple SD Gothic Neo"/>
                <a:ea typeface="Apple SD Gothic Neo"/>
                <a:cs typeface="Apple SD Gothic Neo"/>
              </a:defRPr>
            </a:lvl6pPr>
            <a:lvl7pPr algn="l">
              <a:defRPr sz="2250" b="1">
                <a:solidFill>
                  <a:srgbClr val="FB923C"/>
                </a:solidFill>
                <a:latin typeface="Apple SD Gothic Neo"/>
                <a:ea typeface="Apple SD Gothic Neo"/>
                <a:cs typeface="Apple SD Gothic Neo"/>
              </a:defRPr>
            </a:lvl7pPr>
            <a:lvl8pPr algn="l">
              <a:defRPr sz="2250" b="1">
                <a:solidFill>
                  <a:srgbClr val="FB923C"/>
                </a:solidFill>
                <a:latin typeface="Apple SD Gothic Neo"/>
                <a:ea typeface="Apple SD Gothic Neo"/>
                <a:cs typeface="Apple SD Gothic Neo"/>
              </a:defRPr>
            </a:lvl8pPr>
            <a:lvl9pPr algn="l">
              <a:defRPr sz="2250" b="1">
                <a:solidFill>
                  <a:srgbClr val="FB923C"/>
                </a:solidFill>
                <a:latin typeface="Apple SD Gothic Neo"/>
                <a:ea typeface="Apple SD Gothic Neo"/>
                <a:cs typeface="Apple SD Gothic Neo"/>
              </a:defRPr>
            </a:lvl9pPr>
          </a:lstStyle>
          <a:p xmlns:a="http://schemas.openxmlformats.org/drawingml/2006/main">
            <a:pPr algn="l">
              <a:defRPr sz="2250" b="1">
                <a:solidFill>
                  <a:srgbClr val="FB923C"/>
                </a:solidFill>
                <a:latin typeface="Apple SD Gothic Neo"/>
                <a:ea typeface="Apple SD Gothic Neo"/>
                <a:cs typeface="Apple SD Gothic Neo"/>
              </a:defRPr>
            </a:pPr>
            <a:r>
              <a:rPr sz="2250" b="1">
                <a:solidFill>
                  <a:srgbClr val="FB923C"/>
                </a:solidFill>
                <a:latin typeface="Apple SD Gothic Neo"/>
                <a:ea typeface="Apple SD Gothic Neo"/>
                <a:cs typeface="Apple SD Gothic Neo"/>
              </a:rPr>
              <a:t>수집 설정</a:t>
            </a:r>
          </a:p>
        </p:txBody>
      </p:sp>
      <p:sp>
        <p:nvSpPr>
          <p:cNvPr id="5" name="text-262">
            <a:extLst xmlns:a="http://schemas.openxmlformats.org/drawingml/2006/main">
              <a:ext uri="{FF2B5EF4-FFF2-40B4-BE49-F238E27FC236}">
                <a16:creationId xmlns:a16="http://schemas.microsoft.com/office/drawing/2014/main" id="{3E9D0F20-CC9F-42AD-897F-6B3F09DF858E}"/>
              </a:ext>
            </a:extLst>
          </p:cNvPr>
          <p:cNvSpPr>
            <a:spLocks xmlns:a="http://schemas.openxmlformats.org/drawingml/2006/main" noGrp="1"/>
          </p:cNvSpPr>
          <p:nvPr/>
        </p:nvSpPr>
        <p:spPr>
          <a:xfrm xmlns:a="http://schemas.openxmlformats.org/drawingml/2006/main">
            <a:off x="838200" y="3086100"/>
            <a:ext cx="3060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publication · slot · FULL</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Debezium include list</a:t>
            </a:r>
          </a:p>
        </p:txBody>
      </p:sp>
      <p:sp>
        <p:nvSpPr>
          <p:cNvPr id="6" name="panel-263">
            <a:extLst xmlns:a="http://schemas.openxmlformats.org/drawingml/2006/main">
              <a:ext uri="{FF2B5EF4-FFF2-40B4-BE49-F238E27FC236}">
                <a16:creationId xmlns:a16="http://schemas.microsoft.com/office/drawing/2014/main" id="{4A169DCC-DA9E-4424-B1F5-DEE38E688FC6}"/>
              </a:ext>
            </a:extLst>
          </p:cNvPr>
          <p:cNvSpPr>
            <a:spLocks xmlns:a="http://schemas.openxmlformats.org/drawingml/2006/main" noGrp="1"/>
          </p:cNvSpPr>
          <p:nvPr/>
        </p:nvSpPr>
        <p:spPr>
          <a:xfrm xmlns:a="http://schemas.openxmlformats.org/drawingml/2006/main">
            <a:off x="4337050" y="1943100"/>
            <a:ext cx="3517900"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7" name="text-264">
            <a:extLst xmlns:a="http://schemas.openxmlformats.org/drawingml/2006/main">
              <a:ext uri="{FF2B5EF4-FFF2-40B4-BE49-F238E27FC236}">
                <a16:creationId xmlns:a16="http://schemas.microsoft.com/office/drawing/2014/main" id="{CFA96C3C-CFA2-4F72-ADF8-42724E30CA0C}"/>
              </a:ext>
            </a:extLst>
          </p:cNvPr>
          <p:cNvSpPr>
            <a:spLocks xmlns:a="http://schemas.openxmlformats.org/drawingml/2006/main" noGrp="1"/>
          </p:cNvSpPr>
          <p:nvPr/>
        </p:nvSpPr>
        <p:spPr>
          <a:xfrm xmlns:a="http://schemas.openxmlformats.org/drawingml/2006/main">
            <a:off x="4565650" y="2209800"/>
            <a:ext cx="3060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D3EE"/>
                </a:solidFill>
                <a:latin typeface="Apple SD Gothic Neo"/>
                <a:ea typeface="Apple SD Gothic Neo"/>
                <a:cs typeface="Apple SD Gothic Neo"/>
              </a:defRPr>
            </a:defPPr>
            <a:lvl1pPr algn="l">
              <a:defRPr sz="2250" b="1">
                <a:solidFill>
                  <a:srgbClr val="22D3EE"/>
                </a:solidFill>
                <a:latin typeface="Apple SD Gothic Neo"/>
                <a:ea typeface="Apple SD Gothic Neo"/>
                <a:cs typeface="Apple SD Gothic Neo"/>
              </a:defRPr>
            </a:lvl1pPr>
            <a:lvl2pPr algn="l">
              <a:defRPr sz="2250" b="1">
                <a:solidFill>
                  <a:srgbClr val="22D3EE"/>
                </a:solidFill>
                <a:latin typeface="Apple SD Gothic Neo"/>
                <a:ea typeface="Apple SD Gothic Neo"/>
                <a:cs typeface="Apple SD Gothic Neo"/>
              </a:defRPr>
            </a:lvl2pPr>
            <a:lvl3pPr algn="l">
              <a:defRPr sz="2250" b="1">
                <a:solidFill>
                  <a:srgbClr val="22D3EE"/>
                </a:solidFill>
                <a:latin typeface="Apple SD Gothic Neo"/>
                <a:ea typeface="Apple SD Gothic Neo"/>
                <a:cs typeface="Apple SD Gothic Neo"/>
              </a:defRPr>
            </a:lvl3pPr>
            <a:lvl4pPr algn="l">
              <a:defRPr sz="2250" b="1">
                <a:solidFill>
                  <a:srgbClr val="22D3EE"/>
                </a:solidFill>
                <a:latin typeface="Apple SD Gothic Neo"/>
                <a:ea typeface="Apple SD Gothic Neo"/>
                <a:cs typeface="Apple SD Gothic Neo"/>
              </a:defRPr>
            </a:lvl4pPr>
            <a:lvl5pPr algn="l">
              <a:defRPr sz="2250" b="1">
                <a:solidFill>
                  <a:srgbClr val="22D3EE"/>
                </a:solidFill>
                <a:latin typeface="Apple SD Gothic Neo"/>
                <a:ea typeface="Apple SD Gothic Neo"/>
                <a:cs typeface="Apple SD Gothic Neo"/>
              </a:defRPr>
            </a:lvl5pPr>
            <a:lvl6pPr algn="l">
              <a:defRPr sz="2250" b="1">
                <a:solidFill>
                  <a:srgbClr val="22D3EE"/>
                </a:solidFill>
                <a:latin typeface="Apple SD Gothic Neo"/>
                <a:ea typeface="Apple SD Gothic Neo"/>
                <a:cs typeface="Apple SD Gothic Neo"/>
              </a:defRPr>
            </a:lvl6pPr>
            <a:lvl7pPr algn="l">
              <a:defRPr sz="2250" b="1">
                <a:solidFill>
                  <a:srgbClr val="22D3EE"/>
                </a:solidFill>
                <a:latin typeface="Apple SD Gothic Neo"/>
                <a:ea typeface="Apple SD Gothic Neo"/>
                <a:cs typeface="Apple SD Gothic Neo"/>
              </a:defRPr>
            </a:lvl7pPr>
            <a:lvl8pPr algn="l">
              <a:defRPr sz="2250" b="1">
                <a:solidFill>
                  <a:srgbClr val="22D3EE"/>
                </a:solidFill>
                <a:latin typeface="Apple SD Gothic Neo"/>
                <a:ea typeface="Apple SD Gothic Neo"/>
                <a:cs typeface="Apple SD Gothic Neo"/>
              </a:defRPr>
            </a:lvl8pPr>
            <a:lvl9pPr algn="l">
              <a:defRPr sz="2250" b="1">
                <a:solidFill>
                  <a:srgbClr val="22D3EE"/>
                </a:solidFill>
                <a:latin typeface="Apple SD Gothic Neo"/>
                <a:ea typeface="Apple SD Gothic Neo"/>
                <a:cs typeface="Apple SD Gothic Neo"/>
              </a:defRPr>
            </a:lvl9pPr>
          </a:lstStyle>
          <a:p xmlns:a="http://schemas.openxmlformats.org/drawingml/2006/main">
            <a:pPr algn="l">
              <a:defRPr sz="2250" b="1">
                <a:solidFill>
                  <a:srgbClr val="22D3EE"/>
                </a:solidFill>
                <a:latin typeface="Apple SD Gothic Neo"/>
                <a:ea typeface="Apple SD Gothic Neo"/>
                <a:cs typeface="Apple SD Gothic Neo"/>
              </a:defRPr>
            </a:pPr>
            <a:r>
              <a:rPr sz="2250" b="1">
                <a:solidFill>
                  <a:srgbClr val="22D3EE"/>
                </a:solidFill>
                <a:latin typeface="Apple SD Gothic Neo"/>
                <a:ea typeface="Apple SD Gothic Neo"/>
                <a:cs typeface="Apple SD Gothic Neo"/>
              </a:rPr>
              <a:t>변경 이벤트</a:t>
            </a:r>
          </a:p>
        </p:txBody>
      </p:sp>
      <p:sp>
        <p:nvSpPr>
          <p:cNvPr id="8" name="text-265">
            <a:extLst xmlns:a="http://schemas.openxmlformats.org/drawingml/2006/main">
              <a:ext uri="{FF2B5EF4-FFF2-40B4-BE49-F238E27FC236}">
                <a16:creationId xmlns:a16="http://schemas.microsoft.com/office/drawing/2014/main" id="{B625073B-ACFF-44C8-89ED-03818F3144B8}"/>
              </a:ext>
            </a:extLst>
          </p:cNvPr>
          <p:cNvSpPr>
            <a:spLocks xmlns:a="http://schemas.openxmlformats.org/drawingml/2006/main" noGrp="1"/>
          </p:cNvSpPr>
          <p:nvPr/>
        </p:nvSpPr>
        <p:spPr>
          <a:xfrm xmlns:a="http://schemas.openxmlformats.org/drawingml/2006/main">
            <a:off x="4565650" y="3086100"/>
            <a:ext cx="3060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같은 환불의 c/u/d</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key · 값 · 전달 위치</a:t>
            </a:r>
          </a:p>
        </p:txBody>
      </p:sp>
      <p:sp>
        <p:nvSpPr>
          <p:cNvPr id="9" name="panel-266">
            <a:extLst xmlns:a="http://schemas.openxmlformats.org/drawingml/2006/main">
              <a:ext uri="{FF2B5EF4-FFF2-40B4-BE49-F238E27FC236}">
                <a16:creationId xmlns:a16="http://schemas.microsoft.com/office/drawing/2014/main" id="{56BC8A88-9E5A-4642-8C59-1F808D77FC72}"/>
              </a:ext>
            </a:extLst>
          </p:cNvPr>
          <p:cNvSpPr>
            <a:spLocks xmlns:a="http://schemas.openxmlformats.org/drawingml/2006/main" noGrp="1"/>
          </p:cNvSpPr>
          <p:nvPr/>
        </p:nvSpPr>
        <p:spPr>
          <a:xfrm xmlns:a="http://schemas.openxmlformats.org/drawingml/2006/main">
            <a:off x="8064500" y="1943100"/>
            <a:ext cx="3517900"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10" name="text-267">
            <a:extLst xmlns:a="http://schemas.openxmlformats.org/drawingml/2006/main">
              <a:ext uri="{FF2B5EF4-FFF2-40B4-BE49-F238E27FC236}">
                <a16:creationId xmlns:a16="http://schemas.microsoft.com/office/drawing/2014/main" id="{E52B2E57-F4E3-49C4-9D81-5EE0479D0D2D}"/>
              </a:ext>
            </a:extLst>
          </p:cNvPr>
          <p:cNvSpPr>
            <a:spLocks xmlns:a="http://schemas.openxmlformats.org/drawingml/2006/main" noGrp="1"/>
          </p:cNvSpPr>
          <p:nvPr/>
        </p:nvSpPr>
        <p:spPr>
          <a:xfrm xmlns:a="http://schemas.openxmlformats.org/drawingml/2006/main">
            <a:off x="8293100" y="2209800"/>
            <a:ext cx="3060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D3EE"/>
                </a:solidFill>
                <a:latin typeface="Apple SD Gothic Neo"/>
                <a:ea typeface="Apple SD Gothic Neo"/>
                <a:cs typeface="Apple SD Gothic Neo"/>
              </a:defRPr>
            </a:defPPr>
            <a:lvl1pPr algn="l">
              <a:defRPr sz="2250" b="1">
                <a:solidFill>
                  <a:srgbClr val="22D3EE"/>
                </a:solidFill>
                <a:latin typeface="Apple SD Gothic Neo"/>
                <a:ea typeface="Apple SD Gothic Neo"/>
                <a:cs typeface="Apple SD Gothic Neo"/>
              </a:defRPr>
            </a:lvl1pPr>
            <a:lvl2pPr algn="l">
              <a:defRPr sz="2250" b="1">
                <a:solidFill>
                  <a:srgbClr val="22D3EE"/>
                </a:solidFill>
                <a:latin typeface="Apple SD Gothic Neo"/>
                <a:ea typeface="Apple SD Gothic Neo"/>
                <a:cs typeface="Apple SD Gothic Neo"/>
              </a:defRPr>
            </a:lvl2pPr>
            <a:lvl3pPr algn="l">
              <a:defRPr sz="2250" b="1">
                <a:solidFill>
                  <a:srgbClr val="22D3EE"/>
                </a:solidFill>
                <a:latin typeface="Apple SD Gothic Neo"/>
                <a:ea typeface="Apple SD Gothic Neo"/>
                <a:cs typeface="Apple SD Gothic Neo"/>
              </a:defRPr>
            </a:lvl3pPr>
            <a:lvl4pPr algn="l">
              <a:defRPr sz="2250" b="1">
                <a:solidFill>
                  <a:srgbClr val="22D3EE"/>
                </a:solidFill>
                <a:latin typeface="Apple SD Gothic Neo"/>
                <a:ea typeface="Apple SD Gothic Neo"/>
                <a:cs typeface="Apple SD Gothic Neo"/>
              </a:defRPr>
            </a:lvl4pPr>
            <a:lvl5pPr algn="l">
              <a:defRPr sz="2250" b="1">
                <a:solidFill>
                  <a:srgbClr val="22D3EE"/>
                </a:solidFill>
                <a:latin typeface="Apple SD Gothic Neo"/>
                <a:ea typeface="Apple SD Gothic Neo"/>
                <a:cs typeface="Apple SD Gothic Neo"/>
              </a:defRPr>
            </a:lvl5pPr>
            <a:lvl6pPr algn="l">
              <a:defRPr sz="2250" b="1">
                <a:solidFill>
                  <a:srgbClr val="22D3EE"/>
                </a:solidFill>
                <a:latin typeface="Apple SD Gothic Neo"/>
                <a:ea typeface="Apple SD Gothic Neo"/>
                <a:cs typeface="Apple SD Gothic Neo"/>
              </a:defRPr>
            </a:lvl6pPr>
            <a:lvl7pPr algn="l">
              <a:defRPr sz="2250" b="1">
                <a:solidFill>
                  <a:srgbClr val="22D3EE"/>
                </a:solidFill>
                <a:latin typeface="Apple SD Gothic Neo"/>
                <a:ea typeface="Apple SD Gothic Neo"/>
                <a:cs typeface="Apple SD Gothic Neo"/>
              </a:defRPr>
            </a:lvl7pPr>
            <a:lvl8pPr algn="l">
              <a:defRPr sz="2250" b="1">
                <a:solidFill>
                  <a:srgbClr val="22D3EE"/>
                </a:solidFill>
                <a:latin typeface="Apple SD Gothic Neo"/>
                <a:ea typeface="Apple SD Gothic Neo"/>
                <a:cs typeface="Apple SD Gothic Neo"/>
              </a:defRPr>
            </a:lvl8pPr>
            <a:lvl9pPr algn="l">
              <a:defRPr sz="2250" b="1">
                <a:solidFill>
                  <a:srgbClr val="22D3EE"/>
                </a:solidFill>
                <a:latin typeface="Apple SD Gothic Neo"/>
                <a:ea typeface="Apple SD Gothic Neo"/>
                <a:cs typeface="Apple SD Gothic Neo"/>
              </a:defRPr>
            </a:lvl9pPr>
          </a:lstStyle>
          <a:p xmlns:a="http://schemas.openxmlformats.org/drawingml/2006/main">
            <a:pPr algn="l">
              <a:defRPr sz="2250" b="1">
                <a:solidFill>
                  <a:srgbClr val="22D3EE"/>
                </a:solidFill>
                <a:latin typeface="Apple SD Gothic Neo"/>
                <a:ea typeface="Apple SD Gothic Neo"/>
                <a:cs typeface="Apple SD Gothic Neo"/>
              </a:defRPr>
            </a:pPr>
            <a:r>
              <a:rPr sz="2250" b="1">
                <a:solidFill>
                  <a:srgbClr val="22D3EE"/>
                </a:solidFill>
                <a:latin typeface="Apple SD Gothic Neo"/>
                <a:ea typeface="Apple SD Gothic Neo"/>
                <a:cs typeface="Apple SD Gothic Neo"/>
              </a:rPr>
              <a:t>저장 결과</a:t>
            </a:r>
          </a:p>
        </p:txBody>
      </p:sp>
      <p:sp>
        <p:nvSpPr>
          <p:cNvPr id="11" name="text-268">
            <a:extLst xmlns:a="http://schemas.openxmlformats.org/drawingml/2006/main">
              <a:ext uri="{FF2B5EF4-FFF2-40B4-BE49-F238E27FC236}">
                <a16:creationId xmlns:a16="http://schemas.microsoft.com/office/drawing/2014/main" id="{2C862C2B-295B-45A6-A711-3A0ECE45750E}"/>
              </a:ext>
            </a:extLst>
          </p:cNvPr>
          <p:cNvSpPr>
            <a:spLocks xmlns:a="http://schemas.openxmlformats.org/drawingml/2006/main" noGrp="1"/>
          </p:cNvSpPr>
          <p:nvPr/>
        </p:nvSpPr>
        <p:spPr>
          <a:xfrm xmlns:a="http://schemas.openxmlformats.org/drawingml/2006/main">
            <a:off x="8293100" y="3086100"/>
            <a:ext cx="3060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Bronze 세 이력</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현재 Parquet 내용</a:t>
            </a:r>
          </a:p>
        </p:txBody>
      </p:sp>
      <p:sp>
        <p:nvSpPr>
          <p:cNvPr id="12" name="panel-269">
            <a:extLst xmlns:a="http://schemas.openxmlformats.org/drawingml/2006/main">
              <a:ext uri="{FF2B5EF4-FFF2-40B4-BE49-F238E27FC236}">
                <a16:creationId xmlns:a16="http://schemas.microsoft.com/office/drawing/2014/main" id="{4D283E68-CF9E-4C0A-B025-434430C222A5}"/>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3" name="text-270">
            <a:extLst xmlns:a="http://schemas.openxmlformats.org/drawingml/2006/main">
              <a:ext uri="{FF2B5EF4-FFF2-40B4-BE49-F238E27FC236}">
                <a16:creationId xmlns:a16="http://schemas.microsoft.com/office/drawing/2014/main" id="{210FFE9C-5169-4096-9034-57C029991FFF}"/>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설정이 맞는지와 결과가 맞는지를 함께 확인합니다</a:t>
            </a:r>
          </a:p>
        </p:txBody>
      </p:sp>
      <p:sp>
        <p:nvSpPr>
          <p:cNvPr id="14" name="">
            <a:extLst xmlns:a="http://schemas.openxmlformats.org/drawingml/2006/main">
              <a:ext uri="{FF2B5EF4-FFF2-40B4-BE49-F238E27FC236}">
                <a16:creationId xmlns:a16="http://schemas.microsoft.com/office/drawing/2014/main" id="{1DEC2FE9-A0E8-4E3B-8DF0-0D0650CA66F0}"/>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71">
            <a:extLst xmlns:a="http://schemas.openxmlformats.org/drawingml/2006/main">
              <a:ext uri="{FF2B5EF4-FFF2-40B4-BE49-F238E27FC236}">
                <a16:creationId xmlns:a16="http://schemas.microsoft.com/office/drawing/2014/main" id="{E56F31A0-38F5-4121-B41E-EA3310226F6A}"/>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16" name="text-272">
            <a:extLst xmlns:a="http://schemas.openxmlformats.org/drawingml/2006/main">
              <a:ext uri="{FF2B5EF4-FFF2-40B4-BE49-F238E27FC236}">
                <a16:creationId xmlns:a16="http://schemas.microsoft.com/office/drawing/2014/main" id="{3F9297DE-A591-4EFB-ACB6-9B32B9BF1A55}"/>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26</a:t>
            </a:r>
          </a:p>
        </p:txBody>
      </p:sp>
    </p:spTree>
    <p:extLst>
      <p:ext uri="{BB962C8B-B14F-4D97-AF65-F5344CB8AC3E}">
        <p14:creationId xmlns:p14="http://schemas.microsoft.com/office/powerpoint/2010/main" val="84328802"/>
      </p:ext>
    </p:extLst>
  </p:cSld>
</p:sld>
</file>

<file path=ppt/slides/slide27.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273">
            <a:extLst xmlns:a="http://schemas.openxmlformats.org/drawingml/2006/main">
              <a:ext uri="{FF2B5EF4-FFF2-40B4-BE49-F238E27FC236}">
                <a16:creationId xmlns:a16="http://schemas.microsoft.com/office/drawing/2014/main" id="{0CCF6EBE-0530-4878-B618-CA3214E050D6}"/>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274">
            <a:extLst xmlns:a="http://schemas.openxmlformats.org/drawingml/2006/main">
              <a:ext uri="{FF2B5EF4-FFF2-40B4-BE49-F238E27FC236}">
                <a16:creationId xmlns:a16="http://schemas.microsoft.com/office/drawing/2014/main" id="{6DF9E35D-6744-4F2E-B5E9-0BC8306F304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복습과 다음 회차</a:t>
            </a:r>
          </a:p>
        </p:txBody>
      </p:sp>
      <p:sp>
        <p:nvSpPr>
          <p:cNvPr id="3" name="panel-275">
            <a:extLst xmlns:a="http://schemas.openxmlformats.org/drawingml/2006/main">
              <a:ext uri="{FF2B5EF4-FFF2-40B4-BE49-F238E27FC236}">
                <a16:creationId xmlns:a16="http://schemas.microsoft.com/office/drawing/2014/main" id="{92A555AA-F43D-4728-94F8-DB0EEB67FAFB}"/>
              </a:ext>
            </a:extLst>
          </p:cNvPr>
          <p:cNvSpPr>
            <a:spLocks xmlns:a="http://schemas.openxmlformats.org/drawingml/2006/main" noGrp="1"/>
          </p:cNvSpPr>
          <p:nvPr/>
        </p:nvSpPr>
        <p:spPr>
          <a:xfrm xmlns:a="http://schemas.openxmlformats.org/drawingml/2006/main">
            <a:off x="609600" y="1943100"/>
            <a:ext cx="3517900"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4" name="text-276">
            <a:extLst xmlns:a="http://schemas.openxmlformats.org/drawingml/2006/main">
              <a:ext uri="{FF2B5EF4-FFF2-40B4-BE49-F238E27FC236}">
                <a16:creationId xmlns:a16="http://schemas.microsoft.com/office/drawing/2014/main" id="{2AB199DE-6CF1-4C26-BEDF-919552B28711}"/>
              </a:ext>
            </a:extLst>
          </p:cNvPr>
          <p:cNvSpPr>
            <a:spLocks xmlns:a="http://schemas.openxmlformats.org/drawingml/2006/main" noGrp="1"/>
          </p:cNvSpPr>
          <p:nvPr/>
        </p:nvSpPr>
        <p:spPr>
          <a:xfrm xmlns:a="http://schemas.openxmlformats.org/drawingml/2006/main">
            <a:off x="838200" y="2209800"/>
            <a:ext cx="3060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B923C"/>
                </a:solidFill>
                <a:latin typeface="Apple SD Gothic Neo"/>
                <a:ea typeface="Apple SD Gothic Neo"/>
                <a:cs typeface="Apple SD Gothic Neo"/>
              </a:defRPr>
            </a:defPPr>
            <a:lvl1pPr algn="l">
              <a:defRPr sz="2250" b="1">
                <a:solidFill>
                  <a:srgbClr val="FB923C"/>
                </a:solidFill>
                <a:latin typeface="Apple SD Gothic Neo"/>
                <a:ea typeface="Apple SD Gothic Neo"/>
                <a:cs typeface="Apple SD Gothic Neo"/>
              </a:defRPr>
            </a:lvl1pPr>
            <a:lvl2pPr algn="l">
              <a:defRPr sz="2250" b="1">
                <a:solidFill>
                  <a:srgbClr val="FB923C"/>
                </a:solidFill>
                <a:latin typeface="Apple SD Gothic Neo"/>
                <a:ea typeface="Apple SD Gothic Neo"/>
                <a:cs typeface="Apple SD Gothic Neo"/>
              </a:defRPr>
            </a:lvl2pPr>
            <a:lvl3pPr algn="l">
              <a:defRPr sz="2250" b="1">
                <a:solidFill>
                  <a:srgbClr val="FB923C"/>
                </a:solidFill>
                <a:latin typeface="Apple SD Gothic Neo"/>
                <a:ea typeface="Apple SD Gothic Neo"/>
                <a:cs typeface="Apple SD Gothic Neo"/>
              </a:defRPr>
            </a:lvl3pPr>
            <a:lvl4pPr algn="l">
              <a:defRPr sz="2250" b="1">
                <a:solidFill>
                  <a:srgbClr val="FB923C"/>
                </a:solidFill>
                <a:latin typeface="Apple SD Gothic Neo"/>
                <a:ea typeface="Apple SD Gothic Neo"/>
                <a:cs typeface="Apple SD Gothic Neo"/>
              </a:defRPr>
            </a:lvl4pPr>
            <a:lvl5pPr algn="l">
              <a:defRPr sz="2250" b="1">
                <a:solidFill>
                  <a:srgbClr val="FB923C"/>
                </a:solidFill>
                <a:latin typeface="Apple SD Gothic Neo"/>
                <a:ea typeface="Apple SD Gothic Neo"/>
                <a:cs typeface="Apple SD Gothic Neo"/>
              </a:defRPr>
            </a:lvl5pPr>
            <a:lvl6pPr algn="l">
              <a:defRPr sz="2250" b="1">
                <a:solidFill>
                  <a:srgbClr val="FB923C"/>
                </a:solidFill>
                <a:latin typeface="Apple SD Gothic Neo"/>
                <a:ea typeface="Apple SD Gothic Neo"/>
                <a:cs typeface="Apple SD Gothic Neo"/>
              </a:defRPr>
            </a:lvl6pPr>
            <a:lvl7pPr algn="l">
              <a:defRPr sz="2250" b="1">
                <a:solidFill>
                  <a:srgbClr val="FB923C"/>
                </a:solidFill>
                <a:latin typeface="Apple SD Gothic Neo"/>
                <a:ea typeface="Apple SD Gothic Neo"/>
                <a:cs typeface="Apple SD Gothic Neo"/>
              </a:defRPr>
            </a:lvl7pPr>
            <a:lvl8pPr algn="l">
              <a:defRPr sz="2250" b="1">
                <a:solidFill>
                  <a:srgbClr val="FB923C"/>
                </a:solidFill>
                <a:latin typeface="Apple SD Gothic Neo"/>
                <a:ea typeface="Apple SD Gothic Neo"/>
                <a:cs typeface="Apple SD Gothic Neo"/>
              </a:defRPr>
            </a:lvl8pPr>
            <a:lvl9pPr algn="l">
              <a:defRPr sz="2250" b="1">
                <a:solidFill>
                  <a:srgbClr val="FB923C"/>
                </a:solidFill>
                <a:latin typeface="Apple SD Gothic Neo"/>
                <a:ea typeface="Apple SD Gothic Neo"/>
                <a:cs typeface="Apple SD Gothic Neo"/>
              </a:defRPr>
            </a:lvl9pPr>
          </a:lstStyle>
          <a:p xmlns:a="http://schemas.openxmlformats.org/drawingml/2006/main">
            <a:pPr algn="l">
              <a:defRPr sz="2250" b="1">
                <a:solidFill>
                  <a:srgbClr val="FB923C"/>
                </a:solidFill>
                <a:latin typeface="Apple SD Gothic Neo"/>
                <a:ea typeface="Apple SD Gothic Neo"/>
                <a:cs typeface="Apple SD Gothic Neo"/>
              </a:defRPr>
            </a:pPr>
            <a:r>
              <a:rPr sz="2250" b="1">
                <a:solidFill>
                  <a:srgbClr val="FB923C"/>
                </a:solidFill>
                <a:latin typeface="Apple SD Gothic Neo"/>
                <a:ea typeface="Apple SD Gothic Neo"/>
                <a:cs typeface="Apple SD Gothic Neo"/>
              </a:rPr>
              <a:t>개인 환경 복습</a:t>
            </a:r>
          </a:p>
        </p:txBody>
      </p:sp>
      <p:sp>
        <p:nvSpPr>
          <p:cNvPr id="5" name="text-277">
            <a:extLst xmlns:a="http://schemas.openxmlformats.org/drawingml/2006/main">
              <a:ext uri="{FF2B5EF4-FFF2-40B4-BE49-F238E27FC236}">
                <a16:creationId xmlns:a16="http://schemas.microsoft.com/office/drawing/2014/main" id="{6795C325-26E1-4A4B-8EA7-E5D9A1CBE7CF}"/>
              </a:ext>
            </a:extLst>
          </p:cNvPr>
          <p:cNvSpPr>
            <a:spLocks xmlns:a="http://schemas.openxmlformats.org/drawingml/2006/main" noGrp="1"/>
          </p:cNvSpPr>
          <p:nvPr/>
        </p:nvSpPr>
        <p:spPr>
          <a:xfrm xmlns:a="http://schemas.openxmlformats.org/drawingml/2006/main">
            <a:off x="838200" y="3086100"/>
            <a:ext cx="3060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공통 예제 실행</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SQL·파서 결과·막힌 점 정리</a:t>
            </a:r>
          </a:p>
        </p:txBody>
      </p:sp>
      <p:sp>
        <p:nvSpPr>
          <p:cNvPr id="6" name="panel-278">
            <a:extLst xmlns:a="http://schemas.openxmlformats.org/drawingml/2006/main">
              <a:ext uri="{FF2B5EF4-FFF2-40B4-BE49-F238E27FC236}">
                <a16:creationId xmlns:a16="http://schemas.microsoft.com/office/drawing/2014/main" id="{61EC8F5B-9387-4F07-8466-7CB4EB0BA943}"/>
              </a:ext>
            </a:extLst>
          </p:cNvPr>
          <p:cNvSpPr>
            <a:spLocks xmlns:a="http://schemas.openxmlformats.org/drawingml/2006/main" noGrp="1"/>
          </p:cNvSpPr>
          <p:nvPr/>
        </p:nvSpPr>
        <p:spPr>
          <a:xfrm xmlns:a="http://schemas.openxmlformats.org/drawingml/2006/main">
            <a:off x="4337050" y="1943100"/>
            <a:ext cx="3517900"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7" name="text-279">
            <a:extLst xmlns:a="http://schemas.openxmlformats.org/drawingml/2006/main">
              <a:ext uri="{FF2B5EF4-FFF2-40B4-BE49-F238E27FC236}">
                <a16:creationId xmlns:a16="http://schemas.microsoft.com/office/drawing/2014/main" id="{733192DA-2CA9-48EE-A921-FF49079657A6}"/>
              </a:ext>
            </a:extLst>
          </p:cNvPr>
          <p:cNvSpPr>
            <a:spLocks xmlns:a="http://schemas.openxmlformats.org/drawingml/2006/main" noGrp="1"/>
          </p:cNvSpPr>
          <p:nvPr/>
        </p:nvSpPr>
        <p:spPr>
          <a:xfrm xmlns:a="http://schemas.openxmlformats.org/drawingml/2006/main">
            <a:off x="4565650" y="2209800"/>
            <a:ext cx="3060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D3EE"/>
                </a:solidFill>
                <a:latin typeface="Apple SD Gothic Neo"/>
                <a:ea typeface="Apple SD Gothic Neo"/>
                <a:cs typeface="Apple SD Gothic Neo"/>
              </a:defRPr>
            </a:defPPr>
            <a:lvl1pPr algn="l">
              <a:defRPr sz="2250" b="1">
                <a:solidFill>
                  <a:srgbClr val="22D3EE"/>
                </a:solidFill>
                <a:latin typeface="Apple SD Gothic Neo"/>
                <a:ea typeface="Apple SD Gothic Neo"/>
                <a:cs typeface="Apple SD Gothic Neo"/>
              </a:defRPr>
            </a:lvl1pPr>
            <a:lvl2pPr algn="l">
              <a:defRPr sz="2250" b="1">
                <a:solidFill>
                  <a:srgbClr val="22D3EE"/>
                </a:solidFill>
                <a:latin typeface="Apple SD Gothic Neo"/>
                <a:ea typeface="Apple SD Gothic Neo"/>
                <a:cs typeface="Apple SD Gothic Neo"/>
              </a:defRPr>
            </a:lvl2pPr>
            <a:lvl3pPr algn="l">
              <a:defRPr sz="2250" b="1">
                <a:solidFill>
                  <a:srgbClr val="22D3EE"/>
                </a:solidFill>
                <a:latin typeface="Apple SD Gothic Neo"/>
                <a:ea typeface="Apple SD Gothic Neo"/>
                <a:cs typeface="Apple SD Gothic Neo"/>
              </a:defRPr>
            </a:lvl3pPr>
            <a:lvl4pPr algn="l">
              <a:defRPr sz="2250" b="1">
                <a:solidFill>
                  <a:srgbClr val="22D3EE"/>
                </a:solidFill>
                <a:latin typeface="Apple SD Gothic Neo"/>
                <a:ea typeface="Apple SD Gothic Neo"/>
                <a:cs typeface="Apple SD Gothic Neo"/>
              </a:defRPr>
            </a:lvl4pPr>
            <a:lvl5pPr algn="l">
              <a:defRPr sz="2250" b="1">
                <a:solidFill>
                  <a:srgbClr val="22D3EE"/>
                </a:solidFill>
                <a:latin typeface="Apple SD Gothic Neo"/>
                <a:ea typeface="Apple SD Gothic Neo"/>
                <a:cs typeface="Apple SD Gothic Neo"/>
              </a:defRPr>
            </a:lvl5pPr>
            <a:lvl6pPr algn="l">
              <a:defRPr sz="2250" b="1">
                <a:solidFill>
                  <a:srgbClr val="22D3EE"/>
                </a:solidFill>
                <a:latin typeface="Apple SD Gothic Neo"/>
                <a:ea typeface="Apple SD Gothic Neo"/>
                <a:cs typeface="Apple SD Gothic Neo"/>
              </a:defRPr>
            </a:lvl6pPr>
            <a:lvl7pPr algn="l">
              <a:defRPr sz="2250" b="1">
                <a:solidFill>
                  <a:srgbClr val="22D3EE"/>
                </a:solidFill>
                <a:latin typeface="Apple SD Gothic Neo"/>
                <a:ea typeface="Apple SD Gothic Neo"/>
                <a:cs typeface="Apple SD Gothic Neo"/>
              </a:defRPr>
            </a:lvl7pPr>
            <a:lvl8pPr algn="l">
              <a:defRPr sz="2250" b="1">
                <a:solidFill>
                  <a:srgbClr val="22D3EE"/>
                </a:solidFill>
                <a:latin typeface="Apple SD Gothic Neo"/>
                <a:ea typeface="Apple SD Gothic Neo"/>
                <a:cs typeface="Apple SD Gothic Neo"/>
              </a:defRPr>
            </a:lvl8pPr>
            <a:lvl9pPr algn="l">
              <a:defRPr sz="2250" b="1">
                <a:solidFill>
                  <a:srgbClr val="22D3EE"/>
                </a:solidFill>
                <a:latin typeface="Apple SD Gothic Neo"/>
                <a:ea typeface="Apple SD Gothic Neo"/>
                <a:cs typeface="Apple SD Gothic Neo"/>
              </a:defRPr>
            </a:lvl9pPr>
          </a:lstStyle>
          <a:p xmlns:a="http://schemas.openxmlformats.org/drawingml/2006/main">
            <a:pPr algn="l">
              <a:defRPr sz="2250" b="1">
                <a:solidFill>
                  <a:srgbClr val="22D3EE"/>
                </a:solidFill>
                <a:latin typeface="Apple SD Gothic Neo"/>
                <a:ea typeface="Apple SD Gothic Neo"/>
                <a:cs typeface="Apple SD Gothic Neo"/>
              </a:defRPr>
            </a:pPr>
            <a:r>
              <a:rPr sz="2250" b="1">
                <a:solidFill>
                  <a:srgbClr val="22D3EE"/>
                </a:solidFill>
                <a:latin typeface="Apple SD Gothic Neo"/>
                <a:ea typeface="Apple SD Gothic Neo"/>
                <a:cs typeface="Apple SD Gothic Neo"/>
              </a:rPr>
              <a:t>제출과 공유</a:t>
            </a:r>
          </a:p>
        </p:txBody>
      </p:sp>
      <p:sp>
        <p:nvSpPr>
          <p:cNvPr id="8" name="text-280">
            <a:extLst xmlns:a="http://schemas.openxmlformats.org/drawingml/2006/main">
              <a:ext uri="{FF2B5EF4-FFF2-40B4-BE49-F238E27FC236}">
                <a16:creationId xmlns:a16="http://schemas.microsoft.com/office/drawing/2014/main" id="{2DA5D2D4-6D78-41A6-844B-6741F67B9BF7}"/>
              </a:ext>
            </a:extLst>
          </p:cNvPr>
          <p:cNvSpPr>
            <a:spLocks xmlns:a="http://schemas.openxmlformats.org/drawingml/2006/main" noGrp="1"/>
          </p:cNvSpPr>
          <p:nvPr/>
        </p:nvSpPr>
        <p:spPr>
          <a:xfrm xmlns:a="http://schemas.openxmlformats.org/drawingml/2006/main">
            <a:off x="4565650" y="3086100"/>
            <a:ext cx="3060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submission.md + SQL</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진행한 과정을 동료와 공유</a:t>
            </a:r>
          </a:p>
        </p:txBody>
      </p:sp>
      <p:sp>
        <p:nvSpPr>
          <p:cNvPr id="9" name="panel-281">
            <a:extLst xmlns:a="http://schemas.openxmlformats.org/drawingml/2006/main">
              <a:ext uri="{FF2B5EF4-FFF2-40B4-BE49-F238E27FC236}">
                <a16:creationId xmlns:a16="http://schemas.microsoft.com/office/drawing/2014/main" id="{C39C44FC-54BA-4663-8C15-626431B02894}"/>
              </a:ext>
            </a:extLst>
          </p:cNvPr>
          <p:cNvSpPr>
            <a:spLocks xmlns:a="http://schemas.openxmlformats.org/drawingml/2006/main" noGrp="1"/>
          </p:cNvSpPr>
          <p:nvPr/>
        </p:nvSpPr>
        <p:spPr>
          <a:xfrm xmlns:a="http://schemas.openxmlformats.org/drawingml/2006/main">
            <a:off x="8064500" y="1943100"/>
            <a:ext cx="3517900" cy="3028950"/>
          </a:xfrm>
          <a:prstGeom xmlns:a="http://schemas.openxmlformats.org/drawingml/2006/main" prst="roundRect">
            <a:avLst>
              <a:gd name="adj" fmla="val 2830"/>
            </a:avLst>
          </a:prstGeom>
          <a:solidFill xmlns:a="http://schemas.openxmlformats.org/drawingml/2006/main">
            <a:srgbClr val="1E293B"/>
          </a:solidFill>
          <a:ln xmlns:a="http://schemas.openxmlformats.org/drawingml/2006/main" w="9525">
            <a:solidFill>
              <a:srgbClr val="334155"/>
            </a:solidFill>
          </a:ln>
        </p:spPr>
      </p:sp>
      <p:sp>
        <p:nvSpPr>
          <p:cNvPr id="10" name="text-282">
            <a:extLst xmlns:a="http://schemas.openxmlformats.org/drawingml/2006/main">
              <a:ext uri="{FF2B5EF4-FFF2-40B4-BE49-F238E27FC236}">
                <a16:creationId xmlns:a16="http://schemas.microsoft.com/office/drawing/2014/main" id="{2ED85A95-3FBF-4BC4-A949-9F39132535BB}"/>
              </a:ext>
            </a:extLst>
          </p:cNvPr>
          <p:cNvSpPr>
            <a:spLocks xmlns:a="http://schemas.openxmlformats.org/drawingml/2006/main" noGrp="1"/>
          </p:cNvSpPr>
          <p:nvPr/>
        </p:nvSpPr>
        <p:spPr>
          <a:xfrm xmlns:a="http://schemas.openxmlformats.org/drawingml/2006/main">
            <a:off x="8293100" y="2209800"/>
            <a:ext cx="3060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D3EE"/>
                </a:solidFill>
                <a:latin typeface="Apple SD Gothic Neo"/>
                <a:ea typeface="Apple SD Gothic Neo"/>
                <a:cs typeface="Apple SD Gothic Neo"/>
              </a:defRPr>
            </a:defPPr>
            <a:lvl1pPr algn="l">
              <a:defRPr sz="2250" b="1">
                <a:solidFill>
                  <a:srgbClr val="22D3EE"/>
                </a:solidFill>
                <a:latin typeface="Apple SD Gothic Neo"/>
                <a:ea typeface="Apple SD Gothic Neo"/>
                <a:cs typeface="Apple SD Gothic Neo"/>
              </a:defRPr>
            </a:lvl1pPr>
            <a:lvl2pPr algn="l">
              <a:defRPr sz="2250" b="1">
                <a:solidFill>
                  <a:srgbClr val="22D3EE"/>
                </a:solidFill>
                <a:latin typeface="Apple SD Gothic Neo"/>
                <a:ea typeface="Apple SD Gothic Neo"/>
                <a:cs typeface="Apple SD Gothic Neo"/>
              </a:defRPr>
            </a:lvl2pPr>
            <a:lvl3pPr algn="l">
              <a:defRPr sz="2250" b="1">
                <a:solidFill>
                  <a:srgbClr val="22D3EE"/>
                </a:solidFill>
                <a:latin typeface="Apple SD Gothic Neo"/>
                <a:ea typeface="Apple SD Gothic Neo"/>
                <a:cs typeface="Apple SD Gothic Neo"/>
              </a:defRPr>
            </a:lvl3pPr>
            <a:lvl4pPr algn="l">
              <a:defRPr sz="2250" b="1">
                <a:solidFill>
                  <a:srgbClr val="22D3EE"/>
                </a:solidFill>
                <a:latin typeface="Apple SD Gothic Neo"/>
                <a:ea typeface="Apple SD Gothic Neo"/>
                <a:cs typeface="Apple SD Gothic Neo"/>
              </a:defRPr>
            </a:lvl4pPr>
            <a:lvl5pPr algn="l">
              <a:defRPr sz="2250" b="1">
                <a:solidFill>
                  <a:srgbClr val="22D3EE"/>
                </a:solidFill>
                <a:latin typeface="Apple SD Gothic Neo"/>
                <a:ea typeface="Apple SD Gothic Neo"/>
                <a:cs typeface="Apple SD Gothic Neo"/>
              </a:defRPr>
            </a:lvl5pPr>
            <a:lvl6pPr algn="l">
              <a:defRPr sz="2250" b="1">
                <a:solidFill>
                  <a:srgbClr val="22D3EE"/>
                </a:solidFill>
                <a:latin typeface="Apple SD Gothic Neo"/>
                <a:ea typeface="Apple SD Gothic Neo"/>
                <a:cs typeface="Apple SD Gothic Neo"/>
              </a:defRPr>
            </a:lvl6pPr>
            <a:lvl7pPr algn="l">
              <a:defRPr sz="2250" b="1">
                <a:solidFill>
                  <a:srgbClr val="22D3EE"/>
                </a:solidFill>
                <a:latin typeface="Apple SD Gothic Neo"/>
                <a:ea typeface="Apple SD Gothic Neo"/>
                <a:cs typeface="Apple SD Gothic Neo"/>
              </a:defRPr>
            </a:lvl7pPr>
            <a:lvl8pPr algn="l">
              <a:defRPr sz="2250" b="1">
                <a:solidFill>
                  <a:srgbClr val="22D3EE"/>
                </a:solidFill>
                <a:latin typeface="Apple SD Gothic Neo"/>
                <a:ea typeface="Apple SD Gothic Neo"/>
                <a:cs typeface="Apple SD Gothic Neo"/>
              </a:defRPr>
            </a:lvl8pPr>
            <a:lvl9pPr algn="l">
              <a:defRPr sz="2250" b="1">
                <a:solidFill>
                  <a:srgbClr val="22D3EE"/>
                </a:solidFill>
                <a:latin typeface="Apple SD Gothic Neo"/>
                <a:ea typeface="Apple SD Gothic Neo"/>
                <a:cs typeface="Apple SD Gothic Neo"/>
              </a:defRPr>
            </a:lvl9pPr>
          </a:lstStyle>
          <a:p xmlns:a="http://schemas.openxmlformats.org/drawingml/2006/main">
            <a:pPr algn="l">
              <a:defRPr sz="2250" b="1">
                <a:solidFill>
                  <a:srgbClr val="22D3EE"/>
                </a:solidFill>
                <a:latin typeface="Apple SD Gothic Neo"/>
                <a:ea typeface="Apple SD Gothic Neo"/>
                <a:cs typeface="Apple SD Gothic Neo"/>
              </a:defRPr>
            </a:pPr>
            <a:r>
              <a:rPr sz="2250" b="1">
                <a:solidFill>
                  <a:srgbClr val="22D3EE"/>
                </a:solidFill>
                <a:latin typeface="Apple SD Gothic Neo"/>
                <a:ea typeface="Apple SD Gothic Neo"/>
                <a:cs typeface="Apple SD Gothic Neo"/>
              </a:rPr>
              <a:t>3회차</a:t>
            </a:r>
          </a:p>
        </p:txBody>
      </p:sp>
      <p:sp>
        <p:nvSpPr>
          <p:cNvPr id="11" name="text-283">
            <a:extLst xmlns:a="http://schemas.openxmlformats.org/drawingml/2006/main">
              <a:ext uri="{FF2B5EF4-FFF2-40B4-BE49-F238E27FC236}">
                <a16:creationId xmlns:a16="http://schemas.microsoft.com/office/drawing/2014/main" id="{E6355852-07A2-4BEF-850F-473AAB817203}"/>
              </a:ext>
            </a:extLst>
          </p:cNvPr>
          <p:cNvSpPr>
            <a:spLocks xmlns:a="http://schemas.openxmlformats.org/drawingml/2006/main" noGrp="1"/>
          </p:cNvSpPr>
          <p:nvPr/>
        </p:nvSpPr>
        <p:spPr>
          <a:xfrm xmlns:a="http://schemas.openxmlformats.org/drawingml/2006/main">
            <a:off x="8293100" y="3086100"/>
            <a:ext cx="3060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defRPr sz="2025" b="0">
                <a:solidFill>
                  <a:srgbClr val="F8FAFC"/>
                </a:solidFill>
                <a:latin typeface="Apple SD Gothic Neo"/>
                <a:ea typeface="Apple SD Gothic Neo"/>
                <a:cs typeface="Apple SD Gothic Neo"/>
              </a:defRPr>
            </a:lvl1pPr>
            <a:lvl2pPr algn="l">
              <a:defRPr sz="2025" b="0">
                <a:solidFill>
                  <a:srgbClr val="F8FAFC"/>
                </a:solidFill>
                <a:latin typeface="Apple SD Gothic Neo"/>
                <a:ea typeface="Apple SD Gothic Neo"/>
                <a:cs typeface="Apple SD Gothic Neo"/>
              </a:defRPr>
            </a:lvl2pPr>
            <a:lvl3pPr algn="l">
              <a:defRPr sz="2025" b="0">
                <a:solidFill>
                  <a:srgbClr val="F8FAFC"/>
                </a:solidFill>
                <a:latin typeface="Apple SD Gothic Neo"/>
                <a:ea typeface="Apple SD Gothic Neo"/>
                <a:cs typeface="Apple SD Gothic Neo"/>
              </a:defRPr>
            </a:lvl3pPr>
            <a:lvl4pPr algn="l">
              <a:defRPr sz="2025" b="0">
                <a:solidFill>
                  <a:srgbClr val="F8FAFC"/>
                </a:solidFill>
                <a:latin typeface="Apple SD Gothic Neo"/>
                <a:ea typeface="Apple SD Gothic Neo"/>
                <a:cs typeface="Apple SD Gothic Neo"/>
              </a:defRPr>
            </a:lvl4pPr>
            <a:lvl5pPr algn="l">
              <a:defRPr sz="2025" b="0">
                <a:solidFill>
                  <a:srgbClr val="F8FAFC"/>
                </a:solidFill>
                <a:latin typeface="Apple SD Gothic Neo"/>
                <a:ea typeface="Apple SD Gothic Neo"/>
                <a:cs typeface="Apple SD Gothic Neo"/>
              </a:defRPr>
            </a:lvl5pPr>
            <a:lvl6pPr algn="l">
              <a:defRPr sz="2025" b="0">
                <a:solidFill>
                  <a:srgbClr val="F8FAFC"/>
                </a:solidFill>
                <a:latin typeface="Apple SD Gothic Neo"/>
                <a:ea typeface="Apple SD Gothic Neo"/>
                <a:cs typeface="Apple SD Gothic Neo"/>
              </a:defRPr>
            </a:lvl6pPr>
            <a:lvl7pPr algn="l">
              <a:defRPr sz="2025" b="0">
                <a:solidFill>
                  <a:srgbClr val="F8FAFC"/>
                </a:solidFill>
                <a:latin typeface="Apple SD Gothic Neo"/>
                <a:ea typeface="Apple SD Gothic Neo"/>
                <a:cs typeface="Apple SD Gothic Neo"/>
              </a:defRPr>
            </a:lvl7pPr>
            <a:lvl8pPr algn="l">
              <a:defRPr sz="2025" b="0">
                <a:solidFill>
                  <a:srgbClr val="F8FAFC"/>
                </a:solidFill>
                <a:latin typeface="Apple SD Gothic Neo"/>
                <a:ea typeface="Apple SD Gothic Neo"/>
                <a:cs typeface="Apple SD Gothic Neo"/>
              </a:defRPr>
            </a:lvl8pPr>
            <a:lvl9pPr algn="l">
              <a:defRPr sz="2025" b="0">
                <a:solidFill>
                  <a:srgbClr val="F8FAFC"/>
                </a:solidFill>
                <a:latin typeface="Apple SD Gothic Neo"/>
                <a:ea typeface="Apple SD Gothic Neo"/>
                <a:cs typeface="Apple SD Gothic Neo"/>
              </a:defRPr>
            </a:lvl9pPr>
          </a:lstStyle>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Flink → Bronze 적재 심화</a:t>
            </a:r>
          </a:p>
          <a:p xmlns:a="http://schemas.openxmlformats.org/drawingml/2006/main">
            <a:pPr algn="l">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개인 도메인·테이블 설계 확정</a:t>
            </a:r>
          </a:p>
        </p:txBody>
      </p:sp>
      <p:sp>
        <p:nvSpPr>
          <p:cNvPr id="12" name="panel-284">
            <a:extLst xmlns:a="http://schemas.openxmlformats.org/drawingml/2006/main">
              <a:ext uri="{FF2B5EF4-FFF2-40B4-BE49-F238E27FC236}">
                <a16:creationId xmlns:a16="http://schemas.microsoft.com/office/drawing/2014/main" id="{532072B0-60AE-4F76-A132-9587A9630C0F}"/>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3" name="text-285">
            <a:extLst xmlns:a="http://schemas.openxmlformats.org/drawingml/2006/main">
              <a:ext uri="{FF2B5EF4-FFF2-40B4-BE49-F238E27FC236}">
                <a16:creationId xmlns:a16="http://schemas.microsoft.com/office/drawing/2014/main" id="{611B4C36-B035-4A4B-8C0F-BEBC4F3ABDB7}"/>
              </a:ext>
            </a:extLst>
          </p:cNvPr>
          <p:cNvSpPr>
            <a:spLocks xmlns:a="http://schemas.openxmlformats.org/drawingml/2006/main" noGrp="1"/>
          </p:cNvSpPr>
          <p:nvPr/>
        </p:nvSpPr>
        <p:spPr>
          <a:xfrm xmlns:a="http://schemas.openxmlformats.org/drawingml/2006/main">
            <a:off x="781050" y="5543550"/>
            <a:ext cx="10629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defRPr sz="1725" b="1">
                <a:solidFill>
                  <a:srgbClr val="22D3EE"/>
                </a:solidFill>
                <a:latin typeface="Apple SD Gothic Neo"/>
                <a:ea typeface="Apple SD Gothic Neo"/>
                <a:cs typeface="Apple SD Gothic Neo"/>
              </a:defRPr>
            </a:lvl1pPr>
            <a:lvl2pPr algn="l">
              <a:defRPr sz="1725" b="1">
                <a:solidFill>
                  <a:srgbClr val="22D3EE"/>
                </a:solidFill>
                <a:latin typeface="Apple SD Gothic Neo"/>
                <a:ea typeface="Apple SD Gothic Neo"/>
                <a:cs typeface="Apple SD Gothic Neo"/>
              </a:defRPr>
            </a:lvl2pPr>
            <a:lvl3pPr algn="l">
              <a:defRPr sz="1725" b="1">
                <a:solidFill>
                  <a:srgbClr val="22D3EE"/>
                </a:solidFill>
                <a:latin typeface="Apple SD Gothic Neo"/>
                <a:ea typeface="Apple SD Gothic Neo"/>
                <a:cs typeface="Apple SD Gothic Neo"/>
              </a:defRPr>
            </a:lvl3pPr>
            <a:lvl4pPr algn="l">
              <a:defRPr sz="1725" b="1">
                <a:solidFill>
                  <a:srgbClr val="22D3EE"/>
                </a:solidFill>
                <a:latin typeface="Apple SD Gothic Neo"/>
                <a:ea typeface="Apple SD Gothic Neo"/>
                <a:cs typeface="Apple SD Gothic Neo"/>
              </a:defRPr>
            </a:lvl4pPr>
            <a:lvl5pPr algn="l">
              <a:defRPr sz="1725" b="1">
                <a:solidFill>
                  <a:srgbClr val="22D3EE"/>
                </a:solidFill>
                <a:latin typeface="Apple SD Gothic Neo"/>
                <a:ea typeface="Apple SD Gothic Neo"/>
                <a:cs typeface="Apple SD Gothic Neo"/>
              </a:defRPr>
            </a:lvl5pPr>
            <a:lvl6pPr algn="l">
              <a:defRPr sz="1725" b="1">
                <a:solidFill>
                  <a:srgbClr val="22D3EE"/>
                </a:solidFill>
                <a:latin typeface="Apple SD Gothic Neo"/>
                <a:ea typeface="Apple SD Gothic Neo"/>
                <a:cs typeface="Apple SD Gothic Neo"/>
              </a:defRPr>
            </a:lvl6pPr>
            <a:lvl7pPr algn="l">
              <a:defRPr sz="1725" b="1">
                <a:solidFill>
                  <a:srgbClr val="22D3EE"/>
                </a:solidFill>
                <a:latin typeface="Apple SD Gothic Neo"/>
                <a:ea typeface="Apple SD Gothic Neo"/>
                <a:cs typeface="Apple SD Gothic Neo"/>
              </a:defRPr>
            </a:lvl7pPr>
            <a:lvl8pPr algn="l">
              <a:defRPr sz="1725" b="1">
                <a:solidFill>
                  <a:srgbClr val="22D3EE"/>
                </a:solidFill>
                <a:latin typeface="Apple SD Gothic Neo"/>
                <a:ea typeface="Apple SD Gothic Neo"/>
                <a:cs typeface="Apple SD Gothic Neo"/>
              </a:defRPr>
            </a:lvl8pPr>
            <a:lvl9pPr algn="l">
              <a:defRPr sz="1725" b="1">
                <a:solidFill>
                  <a:srgbClr val="22D3EE"/>
                </a:solidFill>
                <a:latin typeface="Apple SD Gothic Neo"/>
                <a:ea typeface="Apple SD Gothic Neo"/>
                <a:cs typeface="Apple SD Gothic Neo"/>
              </a:defRPr>
            </a:lvl9pPr>
          </a:lstStyle>
          <a:p xmlns:a="http://schemas.openxmlformats.org/drawingml/2006/main">
            <a:pPr algn="l">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제출 방법·기한은 별도 안내를 따릅니다</a:t>
            </a:r>
          </a:p>
        </p:txBody>
      </p:sp>
      <p:sp>
        <p:nvSpPr>
          <p:cNvPr id="14" name="">
            <a:extLst xmlns:a="http://schemas.openxmlformats.org/drawingml/2006/main">
              <a:ext uri="{FF2B5EF4-FFF2-40B4-BE49-F238E27FC236}">
                <a16:creationId xmlns:a16="http://schemas.microsoft.com/office/drawing/2014/main" id="{3542EEDC-F985-4357-AFE3-76649B86791C}"/>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86">
            <a:extLst xmlns:a="http://schemas.openxmlformats.org/drawingml/2006/main">
              <a:ext uri="{FF2B5EF4-FFF2-40B4-BE49-F238E27FC236}">
                <a16:creationId xmlns:a16="http://schemas.microsoft.com/office/drawing/2014/main" id="{45CECCA8-B461-4C15-8981-F9903CCF57A1}"/>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16" name="text-287">
            <a:extLst xmlns:a="http://schemas.openxmlformats.org/drawingml/2006/main">
              <a:ext uri="{FF2B5EF4-FFF2-40B4-BE49-F238E27FC236}">
                <a16:creationId xmlns:a16="http://schemas.microsoft.com/office/drawing/2014/main" id="{1DACE53A-A6E0-44BA-A4C6-19C5DA46C038}"/>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27</a:t>
            </a:r>
          </a:p>
        </p:txBody>
      </p:sp>
    </p:spTree>
    <p:extLst>
      <p:ext uri="{BB962C8B-B14F-4D97-AF65-F5344CB8AC3E}">
        <p14:creationId xmlns:p14="http://schemas.microsoft.com/office/powerpoint/2010/main" val="1069225431"/>
      </p:ext>
    </p:extLst>
  </p:cSld>
</p:sld>
</file>

<file path=ppt/slides/slide28.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8" name="text-288">
            <a:extLst xmlns:a="http://schemas.openxmlformats.org/drawingml/2006/main">
              <a:ext uri="{FF2B5EF4-FFF2-40B4-BE49-F238E27FC236}">
                <a16:creationId xmlns:a16="http://schemas.microsoft.com/office/drawing/2014/main" id="{3FACE06D-642C-40DE-B2AB-80664F838CF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defRPr sz="1425" b="1">
                <a:solidFill>
                  <a:srgbClr val="22D3EE"/>
                </a:solidFill>
                <a:latin typeface="Apple SD Gothic Neo"/>
                <a:ea typeface="Apple SD Gothic Neo"/>
                <a:cs typeface="Apple SD Gothic Neo"/>
              </a:defRPr>
            </a:lvl1pPr>
            <a:lvl2pPr algn="l">
              <a:defRPr sz="1425" b="1">
                <a:solidFill>
                  <a:srgbClr val="22D3EE"/>
                </a:solidFill>
                <a:latin typeface="Apple SD Gothic Neo"/>
                <a:ea typeface="Apple SD Gothic Neo"/>
                <a:cs typeface="Apple SD Gothic Neo"/>
              </a:defRPr>
            </a:lvl2pPr>
            <a:lvl3pPr algn="l">
              <a:defRPr sz="1425" b="1">
                <a:solidFill>
                  <a:srgbClr val="22D3EE"/>
                </a:solidFill>
                <a:latin typeface="Apple SD Gothic Neo"/>
                <a:ea typeface="Apple SD Gothic Neo"/>
                <a:cs typeface="Apple SD Gothic Neo"/>
              </a:defRPr>
            </a:lvl3pPr>
            <a:lvl4pPr algn="l">
              <a:defRPr sz="1425" b="1">
                <a:solidFill>
                  <a:srgbClr val="22D3EE"/>
                </a:solidFill>
                <a:latin typeface="Apple SD Gothic Neo"/>
                <a:ea typeface="Apple SD Gothic Neo"/>
                <a:cs typeface="Apple SD Gothic Neo"/>
              </a:defRPr>
            </a:lvl4pPr>
            <a:lvl5pPr algn="l">
              <a:defRPr sz="1425" b="1">
                <a:solidFill>
                  <a:srgbClr val="22D3EE"/>
                </a:solidFill>
                <a:latin typeface="Apple SD Gothic Neo"/>
                <a:ea typeface="Apple SD Gothic Neo"/>
                <a:cs typeface="Apple SD Gothic Neo"/>
              </a:defRPr>
            </a:lvl5pPr>
            <a:lvl6pPr algn="l">
              <a:defRPr sz="1425" b="1">
                <a:solidFill>
                  <a:srgbClr val="22D3EE"/>
                </a:solidFill>
                <a:latin typeface="Apple SD Gothic Neo"/>
                <a:ea typeface="Apple SD Gothic Neo"/>
                <a:cs typeface="Apple SD Gothic Neo"/>
              </a:defRPr>
            </a:lvl6pPr>
            <a:lvl7pPr algn="l">
              <a:defRPr sz="1425" b="1">
                <a:solidFill>
                  <a:srgbClr val="22D3EE"/>
                </a:solidFill>
                <a:latin typeface="Apple SD Gothic Neo"/>
                <a:ea typeface="Apple SD Gothic Neo"/>
                <a:cs typeface="Apple SD Gothic Neo"/>
              </a:defRPr>
            </a:lvl7pPr>
            <a:lvl8pPr algn="l">
              <a:defRPr sz="1425" b="1">
                <a:solidFill>
                  <a:srgbClr val="22D3EE"/>
                </a:solidFill>
                <a:latin typeface="Apple SD Gothic Neo"/>
                <a:ea typeface="Apple SD Gothic Neo"/>
                <a:cs typeface="Apple SD Gothic Neo"/>
              </a:defRPr>
            </a:lvl8pPr>
            <a:lvl9pPr algn="l">
              <a:defRPr sz="1425" b="1">
                <a:solidFill>
                  <a:srgbClr val="22D3EE"/>
                </a:solidFill>
                <a:latin typeface="Apple SD Gothic Neo"/>
                <a:ea typeface="Apple SD Gothic Neo"/>
                <a:cs typeface="Apple SD Gothic Neo"/>
              </a:defRPr>
            </a:lvl9pPr>
          </a:lstStyle>
          <a:p xmlns:a="http://schemas.openxmlformats.org/drawingml/2006/main">
            <a:pPr algn="l">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2회차 · PostgreSQL CDC</a:t>
            </a:r>
          </a:p>
        </p:txBody>
      </p:sp>
      <p:sp>
        <p:nvSpPr>
          <p:cNvPr id="2" name="text-289">
            <a:extLst xmlns:a="http://schemas.openxmlformats.org/drawingml/2006/main">
              <a:ext uri="{FF2B5EF4-FFF2-40B4-BE49-F238E27FC236}">
                <a16:creationId xmlns:a16="http://schemas.microsoft.com/office/drawing/2014/main" id="{CEB16302-CD5B-4618-AE56-6B25AC2F1B1B}"/>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defRPr sz="3000" b="1">
                <a:solidFill>
                  <a:srgbClr val="F8FAFC"/>
                </a:solidFill>
                <a:latin typeface="Apple SD Gothic Neo"/>
                <a:ea typeface="Apple SD Gothic Neo"/>
                <a:cs typeface="Apple SD Gothic Neo"/>
              </a:defRPr>
            </a:lvl1pPr>
            <a:lvl2pPr algn="l">
              <a:defRPr sz="3000" b="1">
                <a:solidFill>
                  <a:srgbClr val="F8FAFC"/>
                </a:solidFill>
                <a:latin typeface="Apple SD Gothic Neo"/>
                <a:ea typeface="Apple SD Gothic Neo"/>
                <a:cs typeface="Apple SD Gothic Neo"/>
              </a:defRPr>
            </a:lvl2pPr>
            <a:lvl3pPr algn="l">
              <a:defRPr sz="3000" b="1">
                <a:solidFill>
                  <a:srgbClr val="F8FAFC"/>
                </a:solidFill>
                <a:latin typeface="Apple SD Gothic Neo"/>
                <a:ea typeface="Apple SD Gothic Neo"/>
                <a:cs typeface="Apple SD Gothic Neo"/>
              </a:defRPr>
            </a:lvl3pPr>
            <a:lvl4pPr algn="l">
              <a:defRPr sz="3000" b="1">
                <a:solidFill>
                  <a:srgbClr val="F8FAFC"/>
                </a:solidFill>
                <a:latin typeface="Apple SD Gothic Neo"/>
                <a:ea typeface="Apple SD Gothic Neo"/>
                <a:cs typeface="Apple SD Gothic Neo"/>
              </a:defRPr>
            </a:lvl4pPr>
            <a:lvl5pPr algn="l">
              <a:defRPr sz="3000" b="1">
                <a:solidFill>
                  <a:srgbClr val="F8FAFC"/>
                </a:solidFill>
                <a:latin typeface="Apple SD Gothic Neo"/>
                <a:ea typeface="Apple SD Gothic Neo"/>
                <a:cs typeface="Apple SD Gothic Neo"/>
              </a:defRPr>
            </a:lvl5pPr>
            <a:lvl6pPr algn="l">
              <a:defRPr sz="3000" b="1">
                <a:solidFill>
                  <a:srgbClr val="F8FAFC"/>
                </a:solidFill>
                <a:latin typeface="Apple SD Gothic Neo"/>
                <a:ea typeface="Apple SD Gothic Neo"/>
                <a:cs typeface="Apple SD Gothic Neo"/>
              </a:defRPr>
            </a:lvl6pPr>
            <a:lvl7pPr algn="l">
              <a:defRPr sz="3000" b="1">
                <a:solidFill>
                  <a:srgbClr val="F8FAFC"/>
                </a:solidFill>
                <a:latin typeface="Apple SD Gothic Neo"/>
                <a:ea typeface="Apple SD Gothic Neo"/>
                <a:cs typeface="Apple SD Gothic Neo"/>
              </a:defRPr>
            </a:lvl7pPr>
            <a:lvl8pPr algn="l">
              <a:defRPr sz="3000" b="1">
                <a:solidFill>
                  <a:srgbClr val="F8FAFC"/>
                </a:solidFill>
                <a:latin typeface="Apple SD Gothic Neo"/>
                <a:ea typeface="Apple SD Gothic Neo"/>
                <a:cs typeface="Apple SD Gothic Neo"/>
              </a:defRPr>
            </a:lvl8pPr>
            <a:lvl9pPr algn="l">
              <a:defRPr sz="3000" b="1">
                <a:solidFill>
                  <a:srgbClr val="F8FAFC"/>
                </a:solidFill>
                <a:latin typeface="Apple SD Gothic Neo"/>
                <a:ea typeface="Apple SD Gothic Neo"/>
                <a:cs typeface="Apple SD Gothic Neo"/>
              </a:defRPr>
            </a:lvl9pPr>
          </a:lstStyle>
          <a:p xmlns:a="http://schemas.openxmlformats.org/drawingml/2006/main">
            <a:pPr algn="l">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공식 문서와 실습 자료</a:t>
            </a:r>
          </a:p>
        </p:txBody>
      </p:sp>
      <p:graphicFrame>
        <p:nvGraphicFramePr>
          <p:cNvPr id="3" name="">
            <a:extLst xmlns:a="http://schemas.openxmlformats.org/drawingml/2006/main">
              <a:ext uri="{FF2B5EF4-FFF2-40B4-BE49-F238E27FC236}">
                <a16:creationId xmlns:a16="http://schemas.microsoft.com/office/drawing/2014/main" id="{2FF3632B-E6B2-417A-99B7-461E72233EDE}"/>
              </a:ext>
            </a:extLst>
          </p:cNvPr>
          <p:cNvGraphicFramePr/>
          <p:nvPr/>
        </p:nvGraphicFramePr>
        <p:xfrm>
          <a:off xmlns:a="http://schemas.openxmlformats.org/drawingml/2006/main" x="609600" y="1809750"/>
          <a:ext xmlns:a="http://schemas.openxmlformats.org/drawingml/2006/main" cx="10972800" cy="3333750"/>
        </p:xfrm>
        <a:graphic xmlns:a="http://schemas.openxmlformats.org/drawingml/2006/main">
          <a:graphicData uri="http://schemas.openxmlformats.org/drawingml/2006/table">
            <a:tbl>
              <a:tblPr/>
              <a:tblGrid>
                <a:gridCol w="3238500"/>
                <a:gridCol w="7734300"/>
              </a:tblGrid>
              <a:tr h="476250">
                <a:tc>
                  <a:txBody>
                    <a:bodyPr/>
                    <a:lstStyle/>
                    <a:p>
                      <a:r>
                        <a:rPr sz="1800" b="1">
                          <a:solidFill>
                            <a:srgbClr val="22D3EE"/>
                          </a:solidFill>
                          <a:latin typeface="Apple SD Gothic Neo"/>
                          <a:ea typeface="Apple SD Gothic Neo"/>
                          <a:cs typeface="Apple SD Gothic Neo"/>
                        </a:rPr>
                        <a:t>자료</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00" b="1">
                          <a:solidFill>
                            <a:srgbClr val="22D3EE"/>
                          </a:solidFill>
                          <a:latin typeface="Apple SD Gothic Neo"/>
                          <a:ea typeface="Apple SD Gothic Neo"/>
                          <a:cs typeface="Apple SD Gothic Neo"/>
                        </a:rPr>
                        <a:t>확인할 내용</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476250">
                <a:tc>
                  <a:txBody>
                    <a:bodyPr/>
                    <a:lstStyle/>
                    <a:p>
                      <a:r>
                        <a:rPr sz="1800">
                          <a:solidFill>
                            <a:srgbClr val="F8FAFC"/>
                          </a:solidFill>
                          <a:latin typeface="Apple SD Gothic Neo"/>
                          <a:ea typeface="Apple SD Gothic Neo"/>
                          <a:cs typeface="Apple SD Gothic Neo"/>
                        </a:rPr>
                        <a:t>PostgreSQL 17</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Logical decoding · publication · replication slots</a:t>
                      </a:r>
                    </a:p>
                  </a:txBody>
                  <a:tcPr marL="152400" marR="152400" marT="95250" marB="95250">
                    <a:lnR w="9525">
                      <a:solidFill>
                        <a:srgbClr val="334155"/>
                      </a:solidFill>
                      <a:prstDash val="solid"/>
                    </a:lnR>
                    <a:lnB w="9525">
                      <a:solidFill>
                        <a:srgbClr val="334155"/>
                      </a:solidFill>
                      <a:prstDash val="solid"/>
                    </a:lnB>
                    <a:solidFill>
                      <a:srgbClr val="1E293B"/>
                    </a:solidFill>
                  </a:tcPr>
                </a:tc>
              </a:tr>
              <a:tr h="476250">
                <a:tc>
                  <a:txBody>
                    <a:bodyPr/>
                    <a:lstStyle/>
                    <a:p>
                      <a:r>
                        <a:rPr sz="1800">
                          <a:solidFill>
                            <a:srgbClr val="F8FAFC"/>
                          </a:solidFill>
                          <a:latin typeface="Apple SD Gothic Neo"/>
                          <a:ea typeface="Apple SD Gothic Neo"/>
                          <a:cs typeface="Apple SD Gothic Neo"/>
                        </a:rPr>
                        <a:t>Debezium 3.2</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PostgreSQL connector · snapshot · change events</a:t>
                      </a:r>
                    </a:p>
                  </a:txBody>
                  <a:tcPr marL="152400" marR="152400" marT="95250" marB="95250">
                    <a:lnR w="9525">
                      <a:solidFill>
                        <a:srgbClr val="334155"/>
                      </a:solidFill>
                      <a:prstDash val="solid"/>
                    </a:lnR>
                    <a:lnB w="9525">
                      <a:solidFill>
                        <a:srgbClr val="334155"/>
                      </a:solidFill>
                      <a:prstDash val="solid"/>
                    </a:lnB>
                    <a:solidFill>
                      <a:srgbClr val="1E293B"/>
                    </a:solidFill>
                  </a:tcPr>
                </a:tc>
              </a:tr>
              <a:tr h="476250">
                <a:tc>
                  <a:txBody>
                    <a:bodyPr/>
                    <a:lstStyle/>
                    <a:p>
                      <a:r>
                        <a:rPr sz="1800">
                          <a:solidFill>
                            <a:srgbClr val="F8FAFC"/>
                          </a:solidFill>
                          <a:latin typeface="Apple SD Gothic Neo"/>
                          <a:ea typeface="Apple SD Gothic Neo"/>
                          <a:cs typeface="Apple SD Gothic Neo"/>
                        </a:rPr>
                        <a:t>Apache Kafka 3.9</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Partition ordering · log compaction</a:t>
                      </a:r>
                    </a:p>
                  </a:txBody>
                  <a:tcPr marL="152400" marR="152400" marT="95250" marB="95250">
                    <a:lnR w="9525">
                      <a:solidFill>
                        <a:srgbClr val="334155"/>
                      </a:solidFill>
                      <a:prstDash val="solid"/>
                    </a:lnR>
                    <a:lnB w="9525">
                      <a:solidFill>
                        <a:srgbClr val="334155"/>
                      </a:solidFill>
                      <a:prstDash val="solid"/>
                    </a:lnB>
                    <a:solidFill>
                      <a:srgbClr val="1E293B"/>
                    </a:solidFill>
                  </a:tcPr>
                </a:tc>
              </a:tr>
              <a:tr h="476250">
                <a:tc>
                  <a:txBody>
                    <a:bodyPr/>
                    <a:lstStyle/>
                    <a:p>
                      <a:r>
                        <a:rPr sz="1800">
                          <a:solidFill>
                            <a:srgbClr val="F8FAFC"/>
                          </a:solidFill>
                          <a:latin typeface="Apple SD Gothic Neo"/>
                          <a:ea typeface="Apple SD Gothic Neo"/>
                          <a:cs typeface="Apple SD Gothic Neo"/>
                        </a:rPr>
                        <a:t>Apache Iceberg 1.10.0</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Spark queries · metadata tables · Flink writes</a:t>
                      </a:r>
                    </a:p>
                  </a:txBody>
                  <a:tcPr marL="152400" marR="152400" marT="95250" marB="95250">
                    <a:lnR w="9525">
                      <a:solidFill>
                        <a:srgbClr val="334155"/>
                      </a:solidFill>
                      <a:prstDash val="solid"/>
                    </a:lnR>
                    <a:lnB w="9525">
                      <a:solidFill>
                        <a:srgbClr val="334155"/>
                      </a:solidFill>
                      <a:prstDash val="solid"/>
                    </a:lnB>
                    <a:solidFill>
                      <a:srgbClr val="1E293B"/>
                    </a:solidFill>
                  </a:tcPr>
                </a:tc>
              </a:tr>
              <a:tr h="476250">
                <a:tc>
                  <a:txBody>
                    <a:bodyPr/>
                    <a:lstStyle/>
                    <a:p>
                      <a:r>
                        <a:rPr sz="1800">
                          <a:solidFill>
                            <a:srgbClr val="F8FAFC"/>
                          </a:solidFill>
                          <a:latin typeface="Apple SD Gothic Neo"/>
                          <a:ea typeface="Apple SD Gothic Neo"/>
                          <a:cs typeface="Apple SD Gothic Neo"/>
                        </a:rPr>
                        <a:t>Apache Spark 3.5.6</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Parquet files</a:t>
                      </a:r>
                    </a:p>
                  </a:txBody>
                  <a:tcPr marL="152400" marR="152400" marT="95250" marB="95250">
                    <a:lnR w="9525">
                      <a:solidFill>
                        <a:srgbClr val="334155"/>
                      </a:solidFill>
                      <a:prstDash val="solid"/>
                    </a:lnR>
                    <a:lnB w="9525">
                      <a:solidFill>
                        <a:srgbClr val="334155"/>
                      </a:solidFill>
                      <a:prstDash val="solid"/>
                    </a:lnB>
                    <a:solidFill>
                      <a:srgbClr val="1E293B"/>
                    </a:solidFill>
                  </a:tcPr>
                </a:tc>
              </a:tr>
              <a:tr h="476250">
                <a:tc>
                  <a:txBody>
                    <a:bodyPr/>
                    <a:lstStyle/>
                    <a:p>
                      <a:r>
                        <a:rPr sz="1800">
                          <a:solidFill>
                            <a:srgbClr val="F8FAFC"/>
                          </a:solidFill>
                          <a:latin typeface="Apple SD Gothic Neo"/>
                          <a:ea typeface="Apple SD Gothic Neo"/>
                          <a:cs typeface="Apple SD Gothic Neo"/>
                        </a:rPr>
                        <a:t>GitHub</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a:solidFill>
                            <a:srgbClr val="F8FAFC"/>
                          </a:solidFill>
                          <a:latin typeface="Apple SD Gothic Neo"/>
                          <a:ea typeface="Apple SD Gothic Neo"/>
                          <a:cs typeface="Apple SD Gothic Neo"/>
                        </a:rPr>
                        <a:t>kim-dabin/cdc-lakehouse-study · labs/session02</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4" name="text-290">
            <a:extLst xmlns:a="http://schemas.openxmlformats.org/drawingml/2006/main">
              <a:ext uri="{FF2B5EF4-FFF2-40B4-BE49-F238E27FC236}">
                <a16:creationId xmlns:a16="http://schemas.microsoft.com/office/drawing/2014/main" id="{4C06E3A7-F714-4B42-9A5F-2F0551ED1054}"/>
              </a:ext>
            </a:extLst>
          </p:cNvPr>
          <p:cNvSpPr>
            <a:spLocks xmlns:a="http://schemas.openxmlformats.org/drawingml/2006/main" noGrp="1"/>
          </p:cNvSpPr>
          <p:nvPr/>
        </p:nvSpPr>
        <p:spPr>
          <a:xfrm xmlns:a="http://schemas.openxmlformats.org/drawingml/2006/main">
            <a:off x="609600" y="56197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2D3EE"/>
                </a:solidFill>
                <a:latin typeface="Apple SD Gothic Neo"/>
                <a:ea typeface="Apple SD Gothic Neo"/>
                <a:cs typeface="Apple SD Gothic Neo"/>
              </a:defRPr>
            </a:defPPr>
            <a:lvl1pPr algn="l">
              <a:defRPr sz="1875" b="0">
                <a:solidFill>
                  <a:srgbClr val="22D3EE"/>
                </a:solidFill>
                <a:latin typeface="Apple SD Gothic Neo"/>
                <a:ea typeface="Apple SD Gothic Neo"/>
                <a:cs typeface="Apple SD Gothic Neo"/>
              </a:defRPr>
            </a:lvl1pPr>
            <a:lvl2pPr algn="l">
              <a:defRPr sz="1875" b="0">
                <a:solidFill>
                  <a:srgbClr val="22D3EE"/>
                </a:solidFill>
                <a:latin typeface="Apple SD Gothic Neo"/>
                <a:ea typeface="Apple SD Gothic Neo"/>
                <a:cs typeface="Apple SD Gothic Neo"/>
              </a:defRPr>
            </a:lvl2pPr>
            <a:lvl3pPr algn="l">
              <a:defRPr sz="1875" b="0">
                <a:solidFill>
                  <a:srgbClr val="22D3EE"/>
                </a:solidFill>
                <a:latin typeface="Apple SD Gothic Neo"/>
                <a:ea typeface="Apple SD Gothic Neo"/>
                <a:cs typeface="Apple SD Gothic Neo"/>
              </a:defRPr>
            </a:lvl3pPr>
            <a:lvl4pPr algn="l">
              <a:defRPr sz="1875" b="0">
                <a:solidFill>
                  <a:srgbClr val="22D3EE"/>
                </a:solidFill>
                <a:latin typeface="Apple SD Gothic Neo"/>
                <a:ea typeface="Apple SD Gothic Neo"/>
                <a:cs typeface="Apple SD Gothic Neo"/>
              </a:defRPr>
            </a:lvl4pPr>
            <a:lvl5pPr algn="l">
              <a:defRPr sz="1875" b="0">
                <a:solidFill>
                  <a:srgbClr val="22D3EE"/>
                </a:solidFill>
                <a:latin typeface="Apple SD Gothic Neo"/>
                <a:ea typeface="Apple SD Gothic Neo"/>
                <a:cs typeface="Apple SD Gothic Neo"/>
              </a:defRPr>
            </a:lvl5pPr>
            <a:lvl6pPr algn="l">
              <a:defRPr sz="1875" b="0">
                <a:solidFill>
                  <a:srgbClr val="22D3EE"/>
                </a:solidFill>
                <a:latin typeface="Apple SD Gothic Neo"/>
                <a:ea typeface="Apple SD Gothic Neo"/>
                <a:cs typeface="Apple SD Gothic Neo"/>
              </a:defRPr>
            </a:lvl6pPr>
            <a:lvl7pPr algn="l">
              <a:defRPr sz="1875" b="0">
                <a:solidFill>
                  <a:srgbClr val="22D3EE"/>
                </a:solidFill>
                <a:latin typeface="Apple SD Gothic Neo"/>
                <a:ea typeface="Apple SD Gothic Neo"/>
                <a:cs typeface="Apple SD Gothic Neo"/>
              </a:defRPr>
            </a:lvl7pPr>
            <a:lvl8pPr algn="l">
              <a:defRPr sz="1875" b="0">
                <a:solidFill>
                  <a:srgbClr val="22D3EE"/>
                </a:solidFill>
                <a:latin typeface="Apple SD Gothic Neo"/>
                <a:ea typeface="Apple SD Gothic Neo"/>
                <a:cs typeface="Apple SD Gothic Neo"/>
              </a:defRPr>
            </a:lvl8pPr>
            <a:lvl9pPr algn="l">
              <a:defRPr sz="1875" b="0">
                <a:solidFill>
                  <a:srgbClr val="22D3EE"/>
                </a:solidFill>
                <a:latin typeface="Apple SD Gothic Neo"/>
                <a:ea typeface="Apple SD Gothic Neo"/>
                <a:cs typeface="Apple SD Gothic Neo"/>
              </a:defRPr>
            </a:lvl9pPr>
          </a:lstStyle>
          <a:p xmlns:a="http://schemas.openxmlformats.org/drawingml/2006/main">
            <a:pPr algn="l">
              <a:defRPr sz="1875" b="0">
                <a:solidFill>
                  <a:srgbClr val="22D3EE"/>
                </a:solidFill>
                <a:latin typeface="Apple SD Gothic Neo"/>
                <a:ea typeface="Apple SD Gothic Neo"/>
                <a:cs typeface="Apple SD Gothic Neo"/>
              </a:defRPr>
            </a:pPr>
            <a:r>
              <a:rPr sz="1875" b="0">
                <a:solidFill>
                  <a:srgbClr val="22D3EE"/>
                </a:solidFill>
                <a:latin typeface="Apple SD Gothic Neo"/>
                <a:ea typeface="Apple SD Gothic Neo"/>
                <a:cs typeface="Apple SD Gothic Neo"/>
              </a:rPr>
              <a:t>공식 링크는 발표자 노트와 labs/session02/references.md에 있습니다</a:t>
            </a:r>
          </a:p>
        </p:txBody>
      </p:sp>
      <p:sp>
        <p:nvSpPr>
          <p:cNvPr id="5" name="">
            <a:extLst xmlns:a="http://schemas.openxmlformats.org/drawingml/2006/main">
              <a:ext uri="{FF2B5EF4-FFF2-40B4-BE49-F238E27FC236}">
                <a16:creationId xmlns:a16="http://schemas.microsoft.com/office/drawing/2014/main" id="{CA004C44-333E-48E7-9FC2-4D07734F9B02}"/>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6" name="text-291">
            <a:extLst xmlns:a="http://schemas.openxmlformats.org/drawingml/2006/main">
              <a:ext uri="{FF2B5EF4-FFF2-40B4-BE49-F238E27FC236}">
                <a16:creationId xmlns:a16="http://schemas.microsoft.com/office/drawing/2014/main" id="{4B7EDF4D-82C0-44DB-A2E4-0F051064F15A}"/>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defRPr sz="1125" b="0">
                <a:solidFill>
                  <a:srgbClr val="A7B5CA"/>
                </a:solidFill>
                <a:latin typeface="Apple SD Gothic Neo"/>
                <a:ea typeface="Apple SD Gothic Neo"/>
                <a:cs typeface="Apple SD Gothic Neo"/>
              </a:defRPr>
            </a:lvl1pPr>
            <a:lvl2pPr algn="l">
              <a:defRPr sz="1125" b="0">
                <a:solidFill>
                  <a:srgbClr val="A7B5CA"/>
                </a:solidFill>
                <a:latin typeface="Apple SD Gothic Neo"/>
                <a:ea typeface="Apple SD Gothic Neo"/>
                <a:cs typeface="Apple SD Gothic Neo"/>
              </a:defRPr>
            </a:lvl2pPr>
            <a:lvl3pPr algn="l">
              <a:defRPr sz="1125" b="0">
                <a:solidFill>
                  <a:srgbClr val="A7B5CA"/>
                </a:solidFill>
                <a:latin typeface="Apple SD Gothic Neo"/>
                <a:ea typeface="Apple SD Gothic Neo"/>
                <a:cs typeface="Apple SD Gothic Neo"/>
              </a:defRPr>
            </a:lvl3pPr>
            <a:lvl4pPr algn="l">
              <a:defRPr sz="1125" b="0">
                <a:solidFill>
                  <a:srgbClr val="A7B5CA"/>
                </a:solidFill>
                <a:latin typeface="Apple SD Gothic Neo"/>
                <a:ea typeface="Apple SD Gothic Neo"/>
                <a:cs typeface="Apple SD Gothic Neo"/>
              </a:defRPr>
            </a:lvl4pPr>
            <a:lvl5pPr algn="l">
              <a:defRPr sz="1125" b="0">
                <a:solidFill>
                  <a:srgbClr val="A7B5CA"/>
                </a:solidFill>
                <a:latin typeface="Apple SD Gothic Neo"/>
                <a:ea typeface="Apple SD Gothic Neo"/>
                <a:cs typeface="Apple SD Gothic Neo"/>
              </a:defRPr>
            </a:lvl5pPr>
            <a:lvl6pPr algn="l">
              <a:defRPr sz="1125" b="0">
                <a:solidFill>
                  <a:srgbClr val="A7B5CA"/>
                </a:solidFill>
                <a:latin typeface="Apple SD Gothic Neo"/>
                <a:ea typeface="Apple SD Gothic Neo"/>
                <a:cs typeface="Apple SD Gothic Neo"/>
              </a:defRPr>
            </a:lvl6pPr>
            <a:lvl7pPr algn="l">
              <a:defRPr sz="1125" b="0">
                <a:solidFill>
                  <a:srgbClr val="A7B5CA"/>
                </a:solidFill>
                <a:latin typeface="Apple SD Gothic Neo"/>
                <a:ea typeface="Apple SD Gothic Neo"/>
                <a:cs typeface="Apple SD Gothic Neo"/>
              </a:defRPr>
            </a:lvl7pPr>
            <a:lvl8pPr algn="l">
              <a:defRPr sz="1125" b="0">
                <a:solidFill>
                  <a:srgbClr val="A7B5CA"/>
                </a:solidFill>
                <a:latin typeface="Apple SD Gothic Neo"/>
                <a:ea typeface="Apple SD Gothic Neo"/>
                <a:cs typeface="Apple SD Gothic Neo"/>
              </a:defRPr>
            </a:lvl8pPr>
            <a:lvl9pPr algn="l">
              <a:defRPr sz="1125" b="0">
                <a:solidFill>
                  <a:srgbClr val="A7B5CA"/>
                </a:solidFill>
                <a:latin typeface="Apple SD Gothic Neo"/>
                <a:ea typeface="Apple SD Gothic Neo"/>
                <a:cs typeface="Apple SD Gothic Neo"/>
              </a:defRPr>
            </a:lvl9pPr>
          </a:lstStyle>
          <a:p xmlns:a="http://schemas.openxmlformats.org/drawingml/2006/main">
            <a:pPr algn="l">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2회차</a:t>
            </a:r>
          </a:p>
        </p:txBody>
      </p:sp>
      <p:sp>
        <p:nvSpPr>
          <p:cNvPr id="7" name="text-292">
            <a:extLst xmlns:a="http://schemas.openxmlformats.org/drawingml/2006/main">
              <a:ext uri="{FF2B5EF4-FFF2-40B4-BE49-F238E27FC236}">
                <a16:creationId xmlns:a16="http://schemas.microsoft.com/office/drawing/2014/main" id="{C3793EAC-B61C-49C5-80B3-5CE8FD56322B}"/>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defRPr sz="1350" b="0">
                <a:solidFill>
                  <a:srgbClr val="A7B5CA"/>
                </a:solidFill>
                <a:latin typeface="Apple SD Gothic Neo"/>
                <a:ea typeface="Apple SD Gothic Neo"/>
                <a:cs typeface="Apple SD Gothic Neo"/>
              </a:defRPr>
            </a:lvl1pPr>
            <a:lvl2pPr algn="r">
              <a:defRPr sz="1350" b="0">
                <a:solidFill>
                  <a:srgbClr val="A7B5CA"/>
                </a:solidFill>
                <a:latin typeface="Apple SD Gothic Neo"/>
                <a:ea typeface="Apple SD Gothic Neo"/>
                <a:cs typeface="Apple SD Gothic Neo"/>
              </a:defRPr>
            </a:lvl2pPr>
            <a:lvl3pPr algn="r">
              <a:defRPr sz="1350" b="0">
                <a:solidFill>
                  <a:srgbClr val="A7B5CA"/>
                </a:solidFill>
                <a:latin typeface="Apple SD Gothic Neo"/>
                <a:ea typeface="Apple SD Gothic Neo"/>
                <a:cs typeface="Apple SD Gothic Neo"/>
              </a:defRPr>
            </a:lvl3pPr>
            <a:lvl4pPr algn="r">
              <a:defRPr sz="1350" b="0">
                <a:solidFill>
                  <a:srgbClr val="A7B5CA"/>
                </a:solidFill>
                <a:latin typeface="Apple SD Gothic Neo"/>
                <a:ea typeface="Apple SD Gothic Neo"/>
                <a:cs typeface="Apple SD Gothic Neo"/>
              </a:defRPr>
            </a:lvl4pPr>
            <a:lvl5pPr algn="r">
              <a:defRPr sz="1350" b="0">
                <a:solidFill>
                  <a:srgbClr val="A7B5CA"/>
                </a:solidFill>
                <a:latin typeface="Apple SD Gothic Neo"/>
                <a:ea typeface="Apple SD Gothic Neo"/>
                <a:cs typeface="Apple SD Gothic Neo"/>
              </a:defRPr>
            </a:lvl5pPr>
            <a:lvl6pPr algn="r">
              <a:defRPr sz="1350" b="0">
                <a:solidFill>
                  <a:srgbClr val="A7B5CA"/>
                </a:solidFill>
                <a:latin typeface="Apple SD Gothic Neo"/>
                <a:ea typeface="Apple SD Gothic Neo"/>
                <a:cs typeface="Apple SD Gothic Neo"/>
              </a:defRPr>
            </a:lvl6pPr>
            <a:lvl7pPr algn="r">
              <a:defRPr sz="1350" b="0">
                <a:solidFill>
                  <a:srgbClr val="A7B5CA"/>
                </a:solidFill>
                <a:latin typeface="Apple SD Gothic Neo"/>
                <a:ea typeface="Apple SD Gothic Neo"/>
                <a:cs typeface="Apple SD Gothic Neo"/>
              </a:defRPr>
            </a:lvl7pPr>
            <a:lvl8pPr algn="r">
              <a:defRPr sz="1350" b="0">
                <a:solidFill>
                  <a:srgbClr val="A7B5CA"/>
                </a:solidFill>
                <a:latin typeface="Apple SD Gothic Neo"/>
                <a:ea typeface="Apple SD Gothic Neo"/>
                <a:cs typeface="Apple SD Gothic Neo"/>
              </a:defRPr>
            </a:lvl8pPr>
            <a:lvl9pPr algn="r">
              <a:defRPr sz="1350" b="0">
                <a:solidFill>
                  <a:srgbClr val="A7B5CA"/>
                </a:solidFill>
                <a:latin typeface="Apple SD Gothic Neo"/>
                <a:ea typeface="Apple SD Gothic Neo"/>
                <a:cs typeface="Apple SD Gothic Neo"/>
              </a:defRPr>
            </a:lvl9pPr>
          </a:lstStyle>
          <a:p xmlns:a="http://schemas.openxmlformats.org/drawingml/2006/main">
            <a:pPr algn="r">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28</a:t>
            </a:r>
          </a:p>
        </p:txBody>
      </p:sp>
    </p:spTree>
    <p:extLst>
      <p:ext uri="{BB962C8B-B14F-4D97-AF65-F5344CB8AC3E}">
        <p14:creationId xmlns:p14="http://schemas.microsoft.com/office/powerpoint/2010/main" val="180801629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2026-10-22T00:13:27.9390000Z</dcterms:created>
  <dcterms:modified xsi:type="dcterms:W3CDTF">2026-10-22T00:13:27.9390000Z</dcterms:modified>
</coreProperties>
</file>