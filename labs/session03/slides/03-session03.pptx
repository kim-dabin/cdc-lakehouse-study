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102beacf764313" /><Relationship Type="http://schemas.openxmlformats.org/officeDocument/2006/relationships/extended-properties" Target="/docProps/app.xml" Id="Rac84f0822d3048d8" /><Relationship Type="http://schemas.openxmlformats.org/officeDocument/2006/relationships/officeDocument" Target="/ppt/presentation.xml" Id="R44a6ecc6d1324e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29c7fefb6940ca"/>
  </p:sldMasterIdLst>
  <p:notesMasterIdLst>
    <p:notesMasterId xmlns:r="http://schemas.openxmlformats.org/officeDocument/2006/relationships" r:id="Rd12189f938c14a11"/>
  </p:notesMasterIdLst>
  <p:sldIdLst>
    <p:sldId xmlns:r="http://schemas.openxmlformats.org/officeDocument/2006/relationships" id="256" r:id="Rb7f44be27d6b482b"/>
    <p:sldId xmlns:r="http://schemas.openxmlformats.org/officeDocument/2006/relationships" id="257" r:id="R6d0b8239fbe14945"/>
    <p:sldId xmlns:r="http://schemas.openxmlformats.org/officeDocument/2006/relationships" id="258" r:id="Rd6a71b0b5a074fe1"/>
    <p:sldId xmlns:r="http://schemas.openxmlformats.org/officeDocument/2006/relationships" id="259" r:id="R996282ea4d99476e"/>
    <p:sldId xmlns:r="http://schemas.openxmlformats.org/officeDocument/2006/relationships" id="260" r:id="Ree56e910458740a1"/>
    <p:sldId xmlns:r="http://schemas.openxmlformats.org/officeDocument/2006/relationships" id="261" r:id="Rda98d47ca6c94389"/>
    <p:sldId xmlns:r="http://schemas.openxmlformats.org/officeDocument/2006/relationships" id="262" r:id="R751a3a6ee4364561"/>
    <p:sldId xmlns:r="http://schemas.openxmlformats.org/officeDocument/2006/relationships" id="263" r:id="R6d56e90649ae4410"/>
    <p:sldId xmlns:r="http://schemas.openxmlformats.org/officeDocument/2006/relationships" id="264" r:id="Rd2203fb09fd94ab0"/>
    <p:sldId xmlns:r="http://schemas.openxmlformats.org/officeDocument/2006/relationships" id="265" r:id="R0994f2705f2543f8"/>
    <p:sldId xmlns:r="http://schemas.openxmlformats.org/officeDocument/2006/relationships" id="266" r:id="R25080eb04904465f"/>
    <p:sldId xmlns:r="http://schemas.openxmlformats.org/officeDocument/2006/relationships" id="267" r:id="R2a046bd508514654"/>
    <p:sldId xmlns:r="http://schemas.openxmlformats.org/officeDocument/2006/relationships" id="268" r:id="Re01a007e2baf43ee"/>
    <p:sldId xmlns:r="http://schemas.openxmlformats.org/officeDocument/2006/relationships" id="269" r:id="R89125c9ff3834022"/>
    <p:sldId xmlns:r="http://schemas.openxmlformats.org/officeDocument/2006/relationships" id="270" r:id="R5fb34fef84bb4958"/>
    <p:sldId xmlns:r="http://schemas.openxmlformats.org/officeDocument/2006/relationships" id="271" r:id="R451f5b8202c943d6"/>
    <p:sldId xmlns:r="http://schemas.openxmlformats.org/officeDocument/2006/relationships" id="272" r:id="Ra6a3cc9526e04dd1"/>
    <p:sldId xmlns:r="http://schemas.openxmlformats.org/officeDocument/2006/relationships" id="273" r:id="R5af6521cd234470c"/>
    <p:sldId xmlns:r="http://schemas.openxmlformats.org/officeDocument/2006/relationships" id="274" r:id="R09ab3c53cb5f44b2"/>
    <p:sldId xmlns:r="http://schemas.openxmlformats.org/officeDocument/2006/relationships" id="275" r:id="Re4e623a3c05741c5"/>
    <p:sldId xmlns:r="http://schemas.openxmlformats.org/officeDocument/2006/relationships" id="276" r:id="Rab2f8597e23e4f95"/>
    <p:sldId xmlns:r="http://schemas.openxmlformats.org/officeDocument/2006/relationships" id="277" r:id="R3d6004ebe3d64d63"/>
    <p:sldId xmlns:r="http://schemas.openxmlformats.org/officeDocument/2006/relationships" id="278" r:id="Rb566a3c5818146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7c8c5f06b14b43" /><Relationship Type="http://schemas.openxmlformats.org/officeDocument/2006/relationships/slideMaster" Target="/ppt/slideMasters/slideMaster1.xml" Id="R2d29c7fefb6940ca" /><Relationship Type="http://schemas.openxmlformats.org/officeDocument/2006/relationships/notesMaster" Target="/ppt/notesMasters/notesMaster1.xml" Id="Rd12189f938c14a11" /><Relationship Type="http://schemas.openxmlformats.org/officeDocument/2006/relationships/presProps" Target="/ppt/presProps.xml" Id="Re91d381fcbe84368" /><Relationship Type="http://schemas.openxmlformats.org/officeDocument/2006/relationships/tableStyles" Target="/ppt/tableStyles.xml" Id="Rc83e696d2c124b4a" /><Relationship Type="http://schemas.openxmlformats.org/officeDocument/2006/relationships/slide" Target="/ppt/slides/slide1.xml" Id="Rb7f44be27d6b482b" /><Relationship Type="http://schemas.openxmlformats.org/officeDocument/2006/relationships/slide" Target="/ppt/slides/slide2.xml" Id="R6d0b8239fbe14945" /><Relationship Type="http://schemas.openxmlformats.org/officeDocument/2006/relationships/slide" Target="/ppt/slides/slide3.xml" Id="Rd6a71b0b5a074fe1" /><Relationship Type="http://schemas.openxmlformats.org/officeDocument/2006/relationships/slide" Target="/ppt/slides/slide4.xml" Id="R996282ea4d99476e" /><Relationship Type="http://schemas.openxmlformats.org/officeDocument/2006/relationships/slide" Target="/ppt/slides/slide5.xml" Id="Ree56e910458740a1" /><Relationship Type="http://schemas.openxmlformats.org/officeDocument/2006/relationships/slide" Target="/ppt/slides/slide6.xml" Id="Rda98d47ca6c94389" /><Relationship Type="http://schemas.openxmlformats.org/officeDocument/2006/relationships/slide" Target="/ppt/slides/slide7.xml" Id="R751a3a6ee4364561" /><Relationship Type="http://schemas.openxmlformats.org/officeDocument/2006/relationships/slide" Target="/ppt/slides/slide8.xml" Id="R6d56e90649ae4410" /><Relationship Type="http://schemas.openxmlformats.org/officeDocument/2006/relationships/slide" Target="/ppt/slides/slide9.xml" Id="Rd2203fb09fd94ab0" /><Relationship Type="http://schemas.openxmlformats.org/officeDocument/2006/relationships/slide" Target="/ppt/slides/slide10.xml" Id="R0994f2705f2543f8" /><Relationship Type="http://schemas.openxmlformats.org/officeDocument/2006/relationships/slide" Target="/ppt/slides/slide11.xml" Id="R25080eb04904465f" /><Relationship Type="http://schemas.openxmlformats.org/officeDocument/2006/relationships/slide" Target="/ppt/slides/slide12.xml" Id="R2a046bd508514654" /><Relationship Type="http://schemas.openxmlformats.org/officeDocument/2006/relationships/slide" Target="/ppt/slides/slide13.xml" Id="Re01a007e2baf43ee" /><Relationship Type="http://schemas.openxmlformats.org/officeDocument/2006/relationships/slide" Target="/ppt/slides/slide14.xml" Id="R89125c9ff3834022" /><Relationship Type="http://schemas.openxmlformats.org/officeDocument/2006/relationships/slide" Target="/ppt/slides/slide15.xml" Id="R5fb34fef84bb4958" /><Relationship Type="http://schemas.openxmlformats.org/officeDocument/2006/relationships/slide" Target="/ppt/slides/slide16.xml" Id="R451f5b8202c943d6" /><Relationship Type="http://schemas.openxmlformats.org/officeDocument/2006/relationships/slide" Target="/ppt/slides/slide17.xml" Id="Ra6a3cc9526e04dd1" /><Relationship Type="http://schemas.openxmlformats.org/officeDocument/2006/relationships/slide" Target="/ppt/slides/slide18.xml" Id="R5af6521cd234470c" /><Relationship Type="http://schemas.openxmlformats.org/officeDocument/2006/relationships/slide" Target="/ppt/slides/slide19.xml" Id="R09ab3c53cb5f44b2" /><Relationship Type="http://schemas.openxmlformats.org/officeDocument/2006/relationships/slide" Target="/ppt/slides/slide20.xml" Id="Re4e623a3c05741c5" /><Relationship Type="http://schemas.openxmlformats.org/officeDocument/2006/relationships/slide" Target="/ppt/slides/slide21.xml" Id="Rab2f8597e23e4f95" /><Relationship Type="http://schemas.openxmlformats.org/officeDocument/2006/relationships/slide" Target="/ppt/slides/slide22.xml" Id="R3d6004ebe3d64d63" /><Relationship Type="http://schemas.openxmlformats.org/officeDocument/2006/relationships/slide" Target="/ppt/slides/slide23.xml" Id="Rb566a3c5818146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2f5ce51f9d49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81efd7c28544be" /><Relationship Type="http://schemas.openxmlformats.org/officeDocument/2006/relationships/notesMaster" Target="/ppt/notesMasters/notesMaster1.xml" Id="Rd0ad0a2c57ec47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96283d12cc407e" /><Relationship Type="http://schemas.openxmlformats.org/officeDocument/2006/relationships/notesMaster" Target="/ppt/notesMasters/notesMaster1.xml" Id="Ra9b48411caa048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6ba129733641b5" /><Relationship Type="http://schemas.openxmlformats.org/officeDocument/2006/relationships/notesMaster" Target="/ppt/notesMasters/notesMaster1.xml" Id="R17b3ee2a629546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b19666cdb44b07" /><Relationship Type="http://schemas.openxmlformats.org/officeDocument/2006/relationships/notesMaster" Target="/ppt/notesMasters/notesMaster1.xml" Id="Rf7a8a50d12d144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9043e789e34a17" /><Relationship Type="http://schemas.openxmlformats.org/officeDocument/2006/relationships/notesMaster" Target="/ppt/notesMasters/notesMaster1.xml" Id="R31f3a8e38cfc41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0bc4bea5744c3a" /><Relationship Type="http://schemas.openxmlformats.org/officeDocument/2006/relationships/notesMaster" Target="/ppt/notesMasters/notesMaster1.xml" Id="Rc4142e1d1ad649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6341516c434635" /><Relationship Type="http://schemas.openxmlformats.org/officeDocument/2006/relationships/notesMaster" Target="/ppt/notesMasters/notesMaster1.xml" Id="Rb70b8b46b52a4e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15fffaf4b14d5f" /><Relationship Type="http://schemas.openxmlformats.org/officeDocument/2006/relationships/notesMaster" Target="/ppt/notesMasters/notesMaster1.xml" Id="R56232df5255e48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544ee7e5b144d5" /><Relationship Type="http://schemas.openxmlformats.org/officeDocument/2006/relationships/notesMaster" Target="/ppt/notesMasters/notesMaster1.xml" Id="Ra1dcd28f083040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efb776e0a2b4b29" /><Relationship Type="http://schemas.openxmlformats.org/officeDocument/2006/relationships/notesMaster" Target="/ppt/notesMasters/notesMaster1.xml" Id="R7e54a868eb8c42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611287e4fe4e52" /><Relationship Type="http://schemas.openxmlformats.org/officeDocument/2006/relationships/notesMaster" Target="/ppt/notesMasters/notesMaster1.xml" Id="Rbf1f8e1371ed42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e3048fef39452f" /><Relationship Type="http://schemas.openxmlformats.org/officeDocument/2006/relationships/notesMaster" Target="/ppt/notesMasters/notesMaster1.xml" Id="Rebc9ffbd536942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709f47571c433c" /><Relationship Type="http://schemas.openxmlformats.org/officeDocument/2006/relationships/notesMaster" Target="/ppt/notesMasters/notesMaster1.xml" Id="R29961cb474c44d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e2a415abdb475a" /><Relationship Type="http://schemas.openxmlformats.org/officeDocument/2006/relationships/notesMaster" Target="/ppt/notesMasters/notesMaster1.xml" Id="R7f2554ae190e4f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e3a9187e644d23" /><Relationship Type="http://schemas.openxmlformats.org/officeDocument/2006/relationships/notesMaster" Target="/ppt/notesMasters/notesMaster1.xml" Id="Rc714157af02544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e352cb093a94254" /><Relationship Type="http://schemas.openxmlformats.org/officeDocument/2006/relationships/notesMaster" Target="/ppt/notesMasters/notesMaster1.xml" Id="Rd2af570704ca4bb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a04908ab7445c8" /><Relationship Type="http://schemas.openxmlformats.org/officeDocument/2006/relationships/notesMaster" Target="/ppt/notesMasters/notesMaster1.xml" Id="R9aa4493e25164e4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221c3853d49428e" /><Relationship Type="http://schemas.openxmlformats.org/officeDocument/2006/relationships/notesMaster" Target="/ppt/notesMasters/notesMaster1.xml" Id="Rf7ebff88ef1745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ca6744caa8f4c2b" /><Relationship Type="http://schemas.openxmlformats.org/officeDocument/2006/relationships/notesMaster" Target="/ppt/notesMasters/notesMaster1.xml" Id="R234bd704b24348f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a4d0feb9c304168" /><Relationship Type="http://schemas.openxmlformats.org/officeDocument/2006/relationships/notesMaster" Target="/ppt/notesMasters/notesMaster1.xml" Id="Ra93018b391954e2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8e2d9b4d8384741" /><Relationship Type="http://schemas.openxmlformats.org/officeDocument/2006/relationships/notesMaster" Target="/ppt/notesMasters/notesMaster1.xml" Id="Re640d2c75f5a4c8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949863b3afd44b9" /><Relationship Type="http://schemas.openxmlformats.org/officeDocument/2006/relationships/notesMaster" Target="/ppt/notesMasters/notesMaster1.xml" Id="R51aca05ea0b144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2a68f92a9a5422f" /><Relationship Type="http://schemas.openxmlformats.org/officeDocument/2006/relationships/notesMaster" Target="/ppt/notesMasters/notesMaster1.xml" Id="R118bf7579acc44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dce00fae1442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b92793d26843a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e12b1f32440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7c07b250c44c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9ccc9070a6453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5921ebb93343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0711135be5476d" /><Relationship Type="http://schemas.openxmlformats.org/officeDocument/2006/relationships/slideLayout" Target="/ppt/slideLayouts/slideLayout1.xml" Id="R5135b756c3864f27" /><Relationship Type="http://schemas.openxmlformats.org/officeDocument/2006/relationships/slideLayout" Target="/ppt/slideLayouts/slideLayout2.xml" Id="Rf9c34c4518a34d1c" /><Relationship Type="http://schemas.openxmlformats.org/officeDocument/2006/relationships/slideLayout" Target="/ppt/slideLayouts/slideLayout3.xml" Id="R7b38944dabcf4bb1" /><Relationship Type="http://schemas.openxmlformats.org/officeDocument/2006/relationships/slideLayout" Target="/ppt/slideLayouts/slideLayout4.xml" Id="R6d7fca1670c24f09" /><Relationship Type="http://schemas.openxmlformats.org/officeDocument/2006/relationships/slideLayout" Target="/ppt/slideLayouts/slideLayout5.xml" Id="R48d2387f887744ee" /><Relationship Type="http://schemas.openxmlformats.org/officeDocument/2006/relationships/slideLayout" Target="/ppt/slideLayouts/slideLayout6.xml" Id="Rcb879037785f4e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35b756c3864f27"/>
    <p:sldLayoutId xmlns:r="http://schemas.openxmlformats.org/officeDocument/2006/relationships" id="2147483650" r:id="Rf9c34c4518a34d1c"/>
    <p:sldLayoutId xmlns:r="http://schemas.openxmlformats.org/officeDocument/2006/relationships" id="2147483651" r:id="R7b38944dabcf4bb1"/>
    <p:sldLayoutId xmlns:r="http://schemas.openxmlformats.org/officeDocument/2006/relationships" id="2147483652" r:id="R6d7fca1670c24f09"/>
    <p:sldLayoutId xmlns:r="http://schemas.openxmlformats.org/officeDocument/2006/relationships" id="2147483653" r:id="R48d2387f887744ee"/>
    <p:sldLayoutId xmlns:r="http://schemas.openxmlformats.org/officeDocument/2006/relationships" id="2147483654" r:id="Rcb879037785f4e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663fa31587452e" /><Relationship Type="http://schemas.openxmlformats.org/officeDocument/2006/relationships/notesSlide" Target="/ppt/notesSlides/notesSlide1.xml" Id="R2e27d9ea88b344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d56dadd5564554" /><Relationship Type="http://schemas.openxmlformats.org/officeDocument/2006/relationships/notesSlide" Target="/ppt/notesSlides/notesSlide2.xml" Id="R4a18dec1afee4a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47464b3d64705" /><Relationship Type="http://schemas.openxmlformats.org/officeDocument/2006/relationships/notesSlide" Target="/ppt/notesSlides/notesSlide3.xml" Id="R88a118cbea084a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60783d3864096" /><Relationship Type="http://schemas.openxmlformats.org/officeDocument/2006/relationships/notesSlide" Target="/ppt/notesSlides/notesSlide4.xml" Id="Re565410c706a4b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80940420674a0f" /><Relationship Type="http://schemas.openxmlformats.org/officeDocument/2006/relationships/notesSlide" Target="/ppt/notesSlides/notesSlide5.xml" Id="R3450f4cec40946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5ec266a2fd45b5" /><Relationship Type="http://schemas.openxmlformats.org/officeDocument/2006/relationships/notesSlide" Target="/ppt/notesSlides/notesSlide6.xml" Id="R1320bb69847846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4e1cd0d88345fa" /><Relationship Type="http://schemas.openxmlformats.org/officeDocument/2006/relationships/notesSlide" Target="/ppt/notesSlides/notesSlide7.xml" Id="R6c82c24d7bd843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ce571a71874ee1" /><Relationship Type="http://schemas.openxmlformats.org/officeDocument/2006/relationships/notesSlide" Target="/ppt/notesSlides/notesSlide8.xml" Id="R48a9ec8cc05b4b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8168908563456c" /><Relationship Type="http://schemas.openxmlformats.org/officeDocument/2006/relationships/notesSlide" Target="/ppt/notesSlides/notesSlide9.xml" Id="R6cedb516a0f344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dae35e694b4aa4" /><Relationship Type="http://schemas.openxmlformats.org/officeDocument/2006/relationships/notesSlide" Target="/ppt/notesSlides/notesSlide10.xml" Id="R4c05e3b03da04f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b25f350464f5a" /><Relationship Type="http://schemas.openxmlformats.org/officeDocument/2006/relationships/notesSlide" Target="/ppt/notesSlides/notesSlide11.xml" Id="R30680b87aea149d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b3544f7e564676" /><Relationship Type="http://schemas.openxmlformats.org/officeDocument/2006/relationships/notesSlide" Target="/ppt/notesSlides/notesSlide12.xml" Id="Rfe04558a960c4f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91e2ea395d495e" /><Relationship Type="http://schemas.openxmlformats.org/officeDocument/2006/relationships/notesSlide" Target="/ppt/notesSlides/notesSlide13.xml" Id="Rec5f4206088e42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66089383f490b" /><Relationship Type="http://schemas.openxmlformats.org/officeDocument/2006/relationships/notesSlide" Target="/ppt/notesSlides/notesSlide14.xml" Id="R8527869883b44cb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b19110e0974dc4" /><Relationship Type="http://schemas.openxmlformats.org/officeDocument/2006/relationships/notesSlide" Target="/ppt/notesSlides/notesSlide15.xml" Id="Raf620320bf9945f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0c7b52d1a94276" /><Relationship Type="http://schemas.openxmlformats.org/officeDocument/2006/relationships/notesSlide" Target="/ppt/notesSlides/notesSlide16.xml" Id="Red7ba910185e40a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791a88149b440c" /><Relationship Type="http://schemas.openxmlformats.org/officeDocument/2006/relationships/notesSlide" Target="/ppt/notesSlides/notesSlide17.xml" Id="R2e21b169095e42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445d6bbb12478e" /><Relationship Type="http://schemas.openxmlformats.org/officeDocument/2006/relationships/notesSlide" Target="/ppt/notesSlides/notesSlide18.xml" Id="Rbad94861fe4041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1e66f60f8945d5" /><Relationship Type="http://schemas.openxmlformats.org/officeDocument/2006/relationships/notesSlide" Target="/ppt/notesSlides/notesSlide19.xml" Id="R879fc0fce9ec4be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fd67c54e874ea0" /><Relationship Type="http://schemas.openxmlformats.org/officeDocument/2006/relationships/notesSlide" Target="/ppt/notesSlides/notesSlide20.xml" Id="Rafa66b6f526646c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a3cb693e74256" /><Relationship Type="http://schemas.openxmlformats.org/officeDocument/2006/relationships/notesSlide" Target="/ppt/notesSlides/notesSlide21.xml" Id="R7514f83b05884a4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b93dec963046c5" /><Relationship Type="http://schemas.openxmlformats.org/officeDocument/2006/relationships/notesSlide" Target="/ppt/notesSlides/notesSlide22.xml" Id="Rd9012f105c6b4bc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72759eed544047" /><Relationship Type="http://schemas.openxmlformats.org/officeDocument/2006/relationships/notesSlide" Target="/ppt/notesSlides/notesSlide23.xml" Id="Rd2294b42839d42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 ·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데이터를 다루는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파이프라인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3회차 · 120분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요구사항을 정하고, 짧은 실험으로 설계 판단하기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요구사항과 설계 선택 · 짧은 실험 · 내 프로젝트 설계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오늘의 120분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0120E1-5657-4A9B-92DC-2294CB3702A9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4391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3667125"/>
                <a:gridCol w="5095875"/>
              </a:tblGrid>
              <a:tr h="4878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활동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00:00–00:10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목표와 복습 진행 공유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도메인 한 줄 선택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00:10–00:25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업무 요구사항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변경·삭제·두 지연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00:25–00:40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수집과 저장 구조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대안 비교와 책임 분리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00:40–00:50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처리·조회 경계와 휴식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checkpoint·commit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00:50–01:10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짧은 강사 실험 두 가지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예상·증거·설계 판단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01:10–01:40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 보완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테이블·변경·기대값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01:40–01:52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설계 리뷰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서로의 가정 질문하기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01:52–02:00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정리와 다음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결정·보류·다음 구현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복습에서 확인한 것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해본 것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어디까지 실행하거나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읽어보았나요?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값·SQL·화면으로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결과를 확인했나요?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다음 질문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어느 구간이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설명되지 않나요?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선택한 도메인은 설계 학습지 첫 줄에 적어둡니다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변경이 늦게 반영되면 생기는 일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이용자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누가 결과를 보나요?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업무 판단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결정을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내려야 하나요?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틀어지는 상황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수정·삭제가 늦으면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무엇이 달라지나요?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1번: 내 프로젝트의 업무 질문 한 문장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원천에서 Bronze까지, 지표까지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5E151-BDE1-4E90-9C04-38881AE7B833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1111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내가 정할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늦어지면 생기는 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1111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변경부터 Bronze 조회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이력이 보일 때까지의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수집·재처리 판단에 미치는 영향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1111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변경부터 최종 지표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업무에 쓸 값이 바뀔 때까지의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이용자의 결정에 미치는 영향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0">
            <a:extLst xmlns:a="http://schemas.openxmlformats.org/drawingml/2006/main">
              <a:ext uri="{FF2B5EF4-FFF2-40B4-BE49-F238E27FC236}">
                <a16:creationId xmlns:a16="http://schemas.microsoft.com/office/drawing/2014/main" id="{C084FFAF-44A9-4353-B429-04259BA4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">
            <a:extLst xmlns:a="http://schemas.openxmlformats.org/drawingml/2006/main">
              <a:ext uri="{FF2B5EF4-FFF2-40B4-BE49-F238E27FC236}">
                <a16:creationId xmlns:a16="http://schemas.microsoft.com/office/drawing/2014/main" id="{FCE0249D-B9B7-495E-802D-20CECDB2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2번: 두 허용 지연과 이유를 따로 적습니다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한 건의 키와 변경 의미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04666-DECB-482E-96C2-BC5B657E8C1F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질문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학습지에 남길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키가 한 건인가요?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테이블과 PK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무엇이 바뀌나요?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수정할 컬럼과 전후 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삭제는 어떤 의미인가요?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삭제·상태 변경·취소 규칙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다시 받으면 무엇이 같아야 하나요?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재전달 뒤 현재 상태의 기대값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">
            <a:extLst xmlns:a="http://schemas.openxmlformats.org/drawingml/2006/main">
              <a:ext uri="{FF2B5EF4-FFF2-40B4-BE49-F238E27FC236}">
                <a16:creationId xmlns:a16="http://schemas.microsoft.com/office/drawing/2014/main" id="{7A861DEC-9981-409A-8947-81133F3E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">
            <a:extLst xmlns:a="http://schemas.openxmlformats.org/drawingml/2006/main">
              <a:ext uri="{FF2B5EF4-FFF2-40B4-BE49-F238E27FC236}">
                <a16:creationId xmlns:a16="http://schemas.microsoft.com/office/drawing/2014/main" id="{C4122BCC-4B3F-48DB-9A7D-291D50B2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3번: 변경과 삭제를 내 도메인 말로 설명합니다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수집 방식이 필요한가요?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C4374-9C67-46D9-80C0-9469B857FD9C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방식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잘 맞는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설계 부담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전체 배치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범위·느린 갱신 허용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전체 읽기 비용과 실행 시점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수정 시각 기반 증분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수정 시각·삭제 표시 신뢰 가능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경계·같은 시각·삭제 누락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로그 기반 CDC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수정·삭제 지속 전달과 이력 필요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WAL 보존·커넥터·재전달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4">
            <a:extLst xmlns:a="http://schemas.openxmlformats.org/drawingml/2006/main">
              <a:ext uri="{FF2B5EF4-FFF2-40B4-BE49-F238E27FC236}">
                <a16:creationId xmlns:a16="http://schemas.microsoft.com/office/drawing/2014/main" id="{5888AFD4-02C9-4A5E-9D5F-F99C2ABF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5">
            <a:extLst xmlns:a="http://schemas.openxmlformats.org/drawingml/2006/main">
              <a:ext uri="{FF2B5EF4-FFF2-40B4-BE49-F238E27FC236}">
                <a16:creationId xmlns:a16="http://schemas.microsoft.com/office/drawing/2014/main" id="{E09564A1-986A-4C16-9AE9-AC333DE6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4번: 선택 이유와 더 단순한 대안을 함께 적습니다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이력과 현재 상태의 저장 책임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Bronze 변경 이력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원문과 전달 위치 보존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다시 읽고 해석할 근거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Silver 현재 상태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키별 현재 값과 삭제 의미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반복·과거 변경의 반영 규칙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Gold 업무 지표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집계 단위와 기준 시각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정의에 따른 결과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5번: 각 계층이 답할 질문을 구분합니다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Kafka를 사이에 두는 선택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얻는 것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후속 처리가 멈춰도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 범위에서 다시 읽기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관리할 것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 기간·처리 지연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브로커 운영과 장애 경계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5번: Kafka의 필요성과 운영 부담 한 가지씩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상태와 테이블 조회의 경계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6FAC5C-C468-4682-8681-F5FECAD84B2A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확인하는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 위치·상태의 복구 지점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 snapshot / commit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테이블이 참조하는 저장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키의 SELECT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확인하려는 변경이 실제로 읽히는가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6">
            <a:extLst xmlns:a="http://schemas.openxmlformats.org/drawingml/2006/main">
              <a:ext uri="{FF2B5EF4-FFF2-40B4-BE49-F238E27FC236}">
                <a16:creationId xmlns:a16="http://schemas.microsoft.com/office/drawing/2014/main" id="{47021209-A98D-4659-A9A0-98AB3E11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7">
            <a:extLst xmlns:a="http://schemas.openxmlformats.org/drawingml/2006/main">
              <a:ext uri="{FF2B5EF4-FFF2-40B4-BE49-F238E27FC236}">
                <a16:creationId xmlns:a16="http://schemas.microsoft.com/office/drawing/2014/main" id="{B076B490-E74D-4866-9C6E-6531160D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checkpoint ID와 snapshot ID를 일대일로 맞추지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60">
            <a:extLst xmlns:a="http://schemas.openxmlformats.org/drawingml/2006/main">
              <a:ext uri="{FF2B5EF4-FFF2-40B4-BE49-F238E27FC236}">
                <a16:creationId xmlns:a16="http://schemas.microsoft.com/office/drawing/2014/main" id="{B1BDA8A5-6773-410F-8448-B5E36E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휴식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0E6E3B85-6DA0-4AAA-A142-63F90EE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5분 쉬고 이어가겠습니다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8FA2393D-F3D7-475B-912A-CCF9563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돌아오면 이력과 조회 시점을 설계 판단에 연결합니다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0ACDD-11C3-4F8B-916E-94A51C03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163">
            <a:extLst xmlns:a="http://schemas.openxmlformats.org/drawingml/2006/main">
              <a:ext uri="{FF2B5EF4-FFF2-40B4-BE49-F238E27FC236}">
                <a16:creationId xmlns:a16="http://schemas.microsoft.com/office/drawing/2014/main" id="{CE105055-FFDE-483A-9064-06940394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164">
            <a:extLst xmlns:a="http://schemas.openxmlformats.org/drawingml/2006/main">
              <a:ext uri="{FF2B5EF4-FFF2-40B4-BE49-F238E27FC236}">
                <a16:creationId xmlns:a16="http://schemas.microsoft.com/office/drawing/2014/main" id="{1C123AE8-6FC1-49D6-B9B8-F210BE01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075487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실험 1 · 현재 건수를 어디서 셀까요?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예상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원천의 현재 환불은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결과일까요?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비교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행 수로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환불을 셀 수 있나요?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먼저 예상하고, 숫자가 답하는 질문을 구분합니다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실험 1 · 같은 키의 증거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ED67C-361D-40D6-9526-1FA57683EDB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볼 곳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읽을 질문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source_refund_rows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원천에 남아 있나요?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case_bronze의 op·전후 금액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변경이 보존됐나요?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키와 조회 조건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대상을 비교하고 있나요?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8">
            <a:extLst xmlns:a="http://schemas.openxmlformats.org/drawingml/2006/main">
              <a:ext uri="{FF2B5EF4-FFF2-40B4-BE49-F238E27FC236}">
                <a16:creationId xmlns:a16="http://schemas.microsoft.com/office/drawing/2014/main" id="{C0C850A0-16F3-4A65-BDF7-BAE76E26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9">
            <a:extLst xmlns:a="http://schemas.openxmlformats.org/drawingml/2006/main">
              <a:ext uri="{FF2B5EF4-FFF2-40B4-BE49-F238E27FC236}">
                <a16:creationId xmlns:a16="http://schemas.microsoft.com/office/drawing/2014/main" id="{C992FABF-3534-4E68-B374-E77FD33A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증거의 범위를 먼저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실험 1 · Silver로 넘길 규칙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한 건의 키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상태를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키로 묶나요?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삭제 처리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없어진 상태를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어떻게 남기나요?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최신 판단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늦거나 반복된 변경을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무엇으로 구분하나요?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6번: 다음 회차에 구현할 현재 상태 규칙 초안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실험 2 · Kafka에 있으면 조회될까요?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예상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Kafka에서 보인 변경이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Bronze에도 이미 있을까요?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판단 근거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키·어떤 조회로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확인해야 할까요?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컨테이너 상태 대신 해당 변경의 결과를 확인합니다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실험 2 · 변경 한 건의 가시성</a:t>
            </a:r>
          </a:p>
        </p:txBody>
      </p:sp>
      <p:sp>
        <p:nvSpPr>
          <p:cNvPr id="3" name="panel-78">
            <a:extLst xmlns:a="http://schemas.openxmlformats.org/drawingml/2006/main">
              <a:ext uri="{FF2B5EF4-FFF2-40B4-BE49-F238E27FC236}">
                <a16:creationId xmlns:a16="http://schemas.microsoft.com/office/drawing/2014/main" id="{DEC3DCB3-E969-4E0A-826F-7C21B158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87A25B43-6470-4CBD-9A40-BEBF94C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</a:t>
            </a:r>
          </a:p>
        </p:txBody>
      </p:sp>
      <p:sp>
        <p:nvSpPr>
          <p:cNvPr id="5" name="text-80">
            <a:extLst xmlns:a="http://schemas.openxmlformats.org/drawingml/2006/main">
              <a:ext uri="{FF2B5EF4-FFF2-40B4-BE49-F238E27FC236}">
                <a16:creationId xmlns:a16="http://schemas.microsoft.com/office/drawing/2014/main" id="{E5EC01D9-BDDE-4EB0-BB2E-0BA03693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강사 입력 한 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F61E2-3FF5-4037-866A-3FD984EA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81">
            <a:extLst xmlns:a="http://schemas.openxmlformats.org/drawingml/2006/main">
              <a:ext uri="{FF2B5EF4-FFF2-40B4-BE49-F238E27FC236}">
                <a16:creationId xmlns:a16="http://schemas.microsoft.com/office/drawing/2014/main" id="{FA7316FF-C1B8-4180-93A3-8B20AC29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82">
            <a:extLst xmlns:a="http://schemas.openxmlformats.org/drawingml/2006/main">
              <a:ext uri="{FF2B5EF4-FFF2-40B4-BE49-F238E27FC236}">
                <a16:creationId xmlns:a16="http://schemas.microsoft.com/office/drawing/2014/main" id="{3C3D5A1B-CA1D-4146-A045-0C990C5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관측</a:t>
            </a:r>
          </a:p>
        </p:txBody>
      </p:sp>
      <p:sp>
        <p:nvSpPr>
          <p:cNvPr id="9" name="text-83">
            <a:extLst xmlns:a="http://schemas.openxmlformats.org/drawingml/2006/main">
              <a:ext uri="{FF2B5EF4-FFF2-40B4-BE49-F238E27FC236}">
                <a16:creationId xmlns:a16="http://schemas.microsoft.com/office/drawing/2014/main" id="{600C2AC9-5F30-4415-97CF-39523D84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같은 키·전달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A98F7-91BE-48EB-9E60-5084FB76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84">
            <a:extLst xmlns:a="http://schemas.openxmlformats.org/drawingml/2006/main">
              <a:ext uri="{FF2B5EF4-FFF2-40B4-BE49-F238E27FC236}">
                <a16:creationId xmlns:a16="http://schemas.microsoft.com/office/drawing/2014/main" id="{77906194-B714-42BA-AA5E-FB91F9F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2143A368-DB83-4776-BA6A-CDA1D05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조회</a:t>
            </a:r>
          </a:p>
        </p:txBody>
      </p:sp>
      <p:sp>
        <p:nvSpPr>
          <p:cNvPr id="13" name="text-86">
            <a:extLst xmlns:a="http://schemas.openxmlformats.org/drawingml/2006/main">
              <a:ext uri="{FF2B5EF4-FFF2-40B4-BE49-F238E27FC236}">
                <a16:creationId xmlns:a16="http://schemas.microsoft.com/office/drawing/2014/main" id="{23261558-F1F8-4BD2-9CBA-6A1786B6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해당 변경의 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031F0-636E-454F-B0E0-8131C10E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87">
            <a:extLst xmlns:a="http://schemas.openxmlformats.org/drawingml/2006/main">
              <a:ext uri="{FF2B5EF4-FFF2-40B4-BE49-F238E27FC236}">
                <a16:creationId xmlns:a16="http://schemas.microsoft.com/office/drawing/2014/main" id="{ABE87957-D254-4D83-8A36-3609B36A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88">
            <a:extLst xmlns:a="http://schemas.openxmlformats.org/drawingml/2006/main">
              <a:ext uri="{FF2B5EF4-FFF2-40B4-BE49-F238E27FC236}">
                <a16:creationId xmlns:a16="http://schemas.microsoft.com/office/drawing/2014/main" id="{E02030BF-3E61-4D12-9FAA-E97F5C86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기록</a:t>
            </a:r>
          </a:p>
        </p:txBody>
      </p:sp>
      <p:sp>
        <p:nvSpPr>
          <p:cNvPr id="17" name="text-89">
            <a:extLst xmlns:a="http://schemas.openxmlformats.org/drawingml/2006/main">
              <a:ext uri="{FF2B5EF4-FFF2-40B4-BE49-F238E27FC236}">
                <a16:creationId xmlns:a16="http://schemas.microsoft.com/office/drawing/2014/main" id="{364AD4DE-32A3-4E91-8C39-C6AD8B20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관찰 시점과 범위</a:t>
            </a:r>
          </a:p>
        </p:txBody>
      </p:sp>
      <p:sp>
        <p:nvSpPr>
          <p:cNvPr id="18" name="panel-90">
            <a:extLst xmlns:a="http://schemas.openxmlformats.org/drawingml/2006/main">
              <a:ext uri="{FF2B5EF4-FFF2-40B4-BE49-F238E27FC236}">
                <a16:creationId xmlns:a16="http://schemas.microsoft.com/office/drawing/2014/main" id="{875AC341-6457-4925-BECC-851136F7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91">
            <a:extLst xmlns:a="http://schemas.openxmlformats.org/drawingml/2006/main">
              <a:ext uri="{FF2B5EF4-FFF2-40B4-BE49-F238E27FC236}">
                <a16:creationId xmlns:a16="http://schemas.microsoft.com/office/drawing/2014/main" id="{498554F4-F39B-4A55-93F1-0A8AD773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중간 상태를 놓쳤다면 놓친 사실까지 기록합니다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실험 2 · 내 목표를 검증할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277252-C492-4082-BE01-54D10568B690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1111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시작 기준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끝의 증거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1111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원천부터 Bronze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커밋 기준 시각을 확보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키의 변경이 읽히는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1111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원천부터 지표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원천 커밋 기준 시각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해당 집계의 기대값이 읽히는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0">
            <a:extLst xmlns:a="http://schemas.openxmlformats.org/drawingml/2006/main">
              <a:ext uri="{FF2B5EF4-FFF2-40B4-BE49-F238E27FC236}">
                <a16:creationId xmlns:a16="http://schemas.microsoft.com/office/drawing/2014/main" id="{4AB5192F-13FA-49BC-B40C-A7CC66B4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1">
            <a:extLst xmlns:a="http://schemas.openxmlformats.org/drawingml/2006/main">
              <a:ext uri="{FF2B5EF4-FFF2-40B4-BE49-F238E27FC236}">
                <a16:creationId xmlns:a16="http://schemas.microsoft.com/office/drawing/2014/main" id="{26C0273D-F1C1-4A1D-9165-C500A222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관찰 시작부터 잰 시간은 원천 커밋부터의 지연과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설계 초안의 빈칸 점검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지금 있는 초안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질문·지연 목표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수집과 저장의 선택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이제 보완할 것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테이블과 관계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사례와 기대값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개인 설계 보완 30분 · 구현은 수업 사이에 이어갑니다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테이블과 변경 사례 보완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45D74-6AC9-4909-BE7F-FDB96D00150F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작성할 곳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완성할 작은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관계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테이블2~3개와 PK/FK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신규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키의 값이 생기나요?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수정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키에서 무엇이 바뀌나요?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행 삭제 또는 상태 변경의 업무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2">
            <a:extLst xmlns:a="http://schemas.openxmlformats.org/drawingml/2006/main">
              <a:ext uri="{FF2B5EF4-FFF2-40B4-BE49-F238E27FC236}">
                <a16:creationId xmlns:a16="http://schemas.microsoft.com/office/drawing/2014/main" id="{543B2CEE-63C0-41FC-8285-42A98310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3">
            <a:extLst xmlns:a="http://schemas.openxmlformats.org/drawingml/2006/main">
              <a:ext uri="{FF2B5EF4-FFF2-40B4-BE49-F238E27FC236}">
                <a16:creationId xmlns:a16="http://schemas.microsoft.com/office/drawing/2014/main" id="{DF47F7B7-CF78-40D7-8BC1-417B06DB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3번 · 선택한 도메인의 실제 값으로 작성합니다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재전달 뒤에도 같아야 할 결과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입력 한 사례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변경이 다시 오면?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기대 결과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현재 값·지표가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같아야 하나요?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확인 근거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어느 테이블의 어떤 키를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무슨 값으로 확인하나요?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7번: 재전달 기대값 하나와 조회 조건 하나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서로의 설계에 질문하기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설계 설명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질문과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선택 이유를 짧게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검토 질문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키·삭제·재전달·지연 중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모호한 한 가지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반영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바꿀 결정 또는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다음 확인할 질문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 8번: 받은 질문 하나와 설계에 반영할 내용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결정한 것과 다음에 구현할 것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결정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도메인·테이블·키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수정과 삭제 의미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보류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근거가 부족한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규칙과 측정 기준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다음 구현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상태 규칙과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기대값 검증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8회차까지 수업을 진행하며 발표는 별도 일정입니다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88">
            <a:extLst xmlns:a="http://schemas.openxmlformats.org/drawingml/2006/main">
              <a:ext uri="{FF2B5EF4-FFF2-40B4-BE49-F238E27FC236}">
                <a16:creationId xmlns:a16="http://schemas.microsoft.com/office/drawing/2014/main" id="{3FACE06D-642C-40DE-B2AB-80664F83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89">
            <a:extLst xmlns:a="http://schemas.openxmlformats.org/drawingml/2006/main">
              <a:ext uri="{FF2B5EF4-FFF2-40B4-BE49-F238E27FC236}">
                <a16:creationId xmlns:a16="http://schemas.microsoft.com/office/drawing/2014/main" id="{CEB16302-CD5B-4618-AE56-6B25AC2F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자료와 수업 후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04C44-333E-48E7-9FC2-4D07734F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6" name="text-291">
            <a:extLst xmlns:a="http://schemas.openxmlformats.org/drawingml/2006/main">
              <a:ext uri="{FF2B5EF4-FFF2-40B4-BE49-F238E27FC236}">
                <a16:creationId xmlns:a16="http://schemas.microsoft.com/office/drawing/2014/main" id="{4B7EDF4D-82C0-44DB-A2E4-0F051064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7" name="text-292">
            <a:extLst xmlns:a="http://schemas.openxmlformats.org/drawingml/2006/main">
              <a:ext uri="{FF2B5EF4-FFF2-40B4-BE49-F238E27FC236}">
                <a16:creationId xmlns:a16="http://schemas.microsoft.com/office/drawing/2014/main" id="{C3793EAC-B61C-49C5-80B3-5CE8FD56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1B446-038C-464D-A779-8B8A57D8E250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자료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labs/session03 · 설계 학습지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공통 실행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docs/self-study.md · 계획부터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선택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· Debezium · Kafka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처리와 저장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checkpoint · Iceberg writes/snapshots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s03-text-14">
            <a:extLst xmlns:a="http://schemas.openxmlformats.org/drawingml/2006/main">
              <a:ext uri="{FF2B5EF4-FFF2-40B4-BE49-F238E27FC236}">
                <a16:creationId xmlns:a16="http://schemas.microsoft.com/office/drawing/2014/main" id="{3895669D-D476-436C-AE01-240E65E1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설계 이유를 먼저 남기고, 필요한 동작만 확인합니다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문서: labs/session03/references.md</a:t>
            </a:r>
          </a:p>
        </p:txBody>
      </p:sp>
    </p:spTree>
    <p:extLst>
      <p:ext uri="{BB962C8B-B14F-4D97-AF65-F5344CB8AC3E}">
        <p14:creationId xmlns:p14="http://schemas.microsoft.com/office/powerpoint/2010/main" val="1808016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2026-10-23T13:45:50.0370000Z</dcterms:created>
  <dcterms:modified xsi:type="dcterms:W3CDTF">2026-10-23T13:45:50.0370000Z</dcterms:modified>
</coreProperties>
</file>