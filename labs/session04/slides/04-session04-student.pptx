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925de3d7c541464d" Type="http://schemas.openxmlformats.org/officeDocument/2006/relationships/extended-properties" Target="docProps/app.xml"/><Relationship Id="Rca0ff7f3bd0145a3" Type="http://schemas.openxmlformats.org/package/2006/relationships/metadata/core-properties" Target="docProps/core.xml"/><Relationship Id="Rfbd6c6b210d34efe"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a86da156a5094936"/>
  </p:sldMasterIdLst>
  <p:notesMasterIdLst>
    <p:notesMasterId xmlns:r="http://schemas.openxmlformats.org/officeDocument/2006/relationships" r:id="R959919216ad84a89"/>
  </p:notesMasterIdLst>
  <p:sldIdLst>
    <p:sldId xmlns:r="http://schemas.openxmlformats.org/officeDocument/2006/relationships" id="256" r:id="Rcd6ac60b31544d86"/>
    <p:sldId xmlns:r="http://schemas.openxmlformats.org/officeDocument/2006/relationships" id="257" r:id="R83bcc3eab5f94734"/>
    <p:sldId xmlns:r="http://schemas.openxmlformats.org/officeDocument/2006/relationships" id="258" r:id="Reb4c9df6a1cb4001"/>
    <p:sldId xmlns:r="http://schemas.openxmlformats.org/officeDocument/2006/relationships" id="259" r:id="R2bf29aa8b9e344aa"/>
    <p:sldId xmlns:r="http://schemas.openxmlformats.org/officeDocument/2006/relationships" id="260" r:id="R8e64449aadad45b9"/>
    <p:sldId xmlns:r="http://schemas.openxmlformats.org/officeDocument/2006/relationships" id="261" r:id="R9374f0c274774970"/>
    <p:sldId xmlns:r="http://schemas.openxmlformats.org/officeDocument/2006/relationships" id="262" r:id="Rd4b84e42b0f848eb"/>
    <p:sldId xmlns:r="http://schemas.openxmlformats.org/officeDocument/2006/relationships" id="263" r:id="R4fdbc13c5d19472c"/>
    <p:sldId xmlns:r="http://schemas.openxmlformats.org/officeDocument/2006/relationships" id="264" r:id="R19267c61717e4cd6"/>
    <p:sldId xmlns:r="http://schemas.openxmlformats.org/officeDocument/2006/relationships" id="265" r:id="R7f8fd82939314849"/>
    <p:sldId xmlns:r="http://schemas.openxmlformats.org/officeDocument/2006/relationships" id="266" r:id="Rfb2b5355a5244d86"/>
    <p:sldId xmlns:r="http://schemas.openxmlformats.org/officeDocument/2006/relationships" id="267" r:id="R69e3a921bdf14487"/>
    <p:sldId xmlns:r="http://schemas.openxmlformats.org/officeDocument/2006/relationships" id="268" r:id="R3563bae8ca3d4f8f"/>
    <p:sldId xmlns:r="http://schemas.openxmlformats.org/officeDocument/2006/relationships" id="269" r:id="R0bf47d1c1757441b"/>
    <p:sldId xmlns:r="http://schemas.openxmlformats.org/officeDocument/2006/relationships" id="270" r:id="Rb3795f86b6454d52"/>
    <p:sldId xmlns:r="http://schemas.openxmlformats.org/officeDocument/2006/relationships" id="271" r:id="Rbb36ec16002a40c9"/>
    <p:sldId xmlns:r="http://schemas.openxmlformats.org/officeDocument/2006/relationships" id="272" r:id="R07c204c6676e4b50"/>
    <p:sldId xmlns:r="http://schemas.openxmlformats.org/officeDocument/2006/relationships" id="273" r:id="R721536abbc5a492c"/>
    <p:sldId xmlns:r="http://schemas.openxmlformats.org/officeDocument/2006/relationships" id="274" r:id="Rb48b54285ec74c90"/>
    <p:sldId xmlns:r="http://schemas.openxmlformats.org/officeDocument/2006/relationships" id="275" r:id="Ra58ba20ccb2e4f13"/>
    <p:sldId xmlns:r="http://schemas.openxmlformats.org/officeDocument/2006/relationships" id="276" r:id="R54cc712c5bce4a10"/>
    <p:sldId xmlns:r="http://schemas.openxmlformats.org/officeDocument/2006/relationships" id="277" r:id="R917b2be8f6e540a7"/>
    <p:sldId xmlns:r="http://schemas.openxmlformats.org/officeDocument/2006/relationships" id="278" r:id="R9bf84db9cac54e4b"/>
    <p:sldId xmlns:r="http://schemas.openxmlformats.org/officeDocument/2006/relationships" id="279" r:id="R58eca19163d248e8"/>
    <p:sldId xmlns:r="http://schemas.openxmlformats.org/officeDocument/2006/relationships" id="280" r:id="R970fd71f2f7540d0"/>
    <p:sldId xmlns:r="http://schemas.openxmlformats.org/officeDocument/2006/relationships" id="281" r:id="R03585403ab2a44eb"/>
    <p:sldId xmlns:r="http://schemas.openxmlformats.org/officeDocument/2006/relationships" id="282" r:id="R23b4f309348f48af"/>
    <p:sldId xmlns:r="http://schemas.openxmlformats.org/officeDocument/2006/relationships" id="283" r:id="R9c2619b6fc5b4528"/>
    <p:sldId xmlns:r="http://schemas.openxmlformats.org/officeDocument/2006/relationships" id="284" r:id="Rc02ee230a4524ef5"/>
    <p:sldId xmlns:r="http://schemas.openxmlformats.org/officeDocument/2006/relationships" id="285" r:id="R7159dd0cf1fa42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585403ab2a44eb" Type="http://schemas.openxmlformats.org/officeDocument/2006/relationships/slide" Target="slides/slide26.xml"/><Relationship Id="R07c204c6676e4b50" Type="http://schemas.openxmlformats.org/officeDocument/2006/relationships/slide" Target="slides/slide17.xml"/><Relationship Id="R0bf47d1c1757441b" Type="http://schemas.openxmlformats.org/officeDocument/2006/relationships/slide" Target="slides/slide14.xml"/><Relationship Id="R19267c61717e4cd6" Type="http://schemas.openxmlformats.org/officeDocument/2006/relationships/slide" Target="slides/slide9.xml"/><Relationship Id="R23b4f309348f48af" Type="http://schemas.openxmlformats.org/officeDocument/2006/relationships/slide" Target="slides/slide27.xml"/><Relationship Id="R2bf29aa8b9e344aa" Type="http://schemas.openxmlformats.org/officeDocument/2006/relationships/slide" Target="slides/slide4.xml"/><Relationship Id="R3563bae8ca3d4f8f" Type="http://schemas.openxmlformats.org/officeDocument/2006/relationships/slide" Target="slides/slide13.xml"/><Relationship Id="R4fdbc13c5d19472c" Type="http://schemas.openxmlformats.org/officeDocument/2006/relationships/slide" Target="slides/slide8.xml"/><Relationship Id="R54cc712c5bce4a10" Type="http://schemas.openxmlformats.org/officeDocument/2006/relationships/slide" Target="slides/slide21.xml"/><Relationship Id="R58eca19163d248e8" Type="http://schemas.openxmlformats.org/officeDocument/2006/relationships/slide" Target="slides/slide24.xml"/><Relationship Id="R64b3cdab29d74149" Type="http://schemas.openxmlformats.org/officeDocument/2006/relationships/theme" Target="theme/theme1.xml"/><Relationship Id="R69e3a921bdf14487" Type="http://schemas.openxmlformats.org/officeDocument/2006/relationships/slide" Target="slides/slide12.xml"/><Relationship Id="R7159dd0cf1fa420e" Type="http://schemas.openxmlformats.org/officeDocument/2006/relationships/slide" Target="slides/slide30.xml"/><Relationship Id="R721536abbc5a492c" Type="http://schemas.openxmlformats.org/officeDocument/2006/relationships/slide" Target="slides/slide18.xml"/><Relationship Id="R77c62d58e1524923" Type="http://schemas.openxmlformats.org/officeDocument/2006/relationships/tableStyles" Target="tableStyles.xml"/><Relationship Id="R7f8fd82939314849" Type="http://schemas.openxmlformats.org/officeDocument/2006/relationships/slide" Target="slides/slide10.xml"/><Relationship Id="R83bcc3eab5f94734" Type="http://schemas.openxmlformats.org/officeDocument/2006/relationships/slide" Target="slides/slide2.xml"/><Relationship Id="R8e64449aadad45b9" Type="http://schemas.openxmlformats.org/officeDocument/2006/relationships/slide" Target="slides/slide5.xml"/><Relationship Id="R917b2be8f6e540a7" Type="http://schemas.openxmlformats.org/officeDocument/2006/relationships/slide" Target="slides/slide22.xml"/><Relationship Id="R9374f0c274774970" Type="http://schemas.openxmlformats.org/officeDocument/2006/relationships/slide" Target="slides/slide6.xml"/><Relationship Id="R959919216ad84a89" Type="http://schemas.openxmlformats.org/officeDocument/2006/relationships/notesMaster" Target="notesMasters/notesMaster1.xml"/><Relationship Id="R970fd71f2f7540d0" Type="http://schemas.openxmlformats.org/officeDocument/2006/relationships/slide" Target="slides/slide25.xml"/><Relationship Id="R9bf84db9cac54e4b" Type="http://schemas.openxmlformats.org/officeDocument/2006/relationships/slide" Target="slides/slide23.xml"/><Relationship Id="R9c2619b6fc5b4528" Type="http://schemas.openxmlformats.org/officeDocument/2006/relationships/slide" Target="slides/slide28.xml"/><Relationship Id="Ra48dd200dacc48aa" Type="http://schemas.openxmlformats.org/officeDocument/2006/relationships/presProps" Target="presProps.xml"/><Relationship Id="Ra58ba20ccb2e4f13" Type="http://schemas.openxmlformats.org/officeDocument/2006/relationships/slide" Target="slides/slide20.xml"/><Relationship Id="Ra86da156a5094936" Type="http://schemas.openxmlformats.org/officeDocument/2006/relationships/slideMaster" Target="slideMasters/slideMaster1.xml"/><Relationship Id="Rb3795f86b6454d52" Type="http://schemas.openxmlformats.org/officeDocument/2006/relationships/slide" Target="slides/slide15.xml"/><Relationship Id="Rb48b54285ec74c90" Type="http://schemas.openxmlformats.org/officeDocument/2006/relationships/slide" Target="slides/slide19.xml"/><Relationship Id="Rbb36ec16002a40c9" Type="http://schemas.openxmlformats.org/officeDocument/2006/relationships/slide" Target="slides/slide16.xml"/><Relationship Id="Rc02ee230a4524ef5" Type="http://schemas.openxmlformats.org/officeDocument/2006/relationships/slide" Target="slides/slide29.xml"/><Relationship Id="Rcd6ac60b31544d86" Type="http://schemas.openxmlformats.org/officeDocument/2006/relationships/slide" Target="slides/slide1.xml"/><Relationship Id="Rd4b84e42b0f848eb" Type="http://schemas.openxmlformats.org/officeDocument/2006/relationships/slide" Target="slides/slide7.xml"/><Relationship Id="Reb4c9df6a1cb4001" Type="http://schemas.openxmlformats.org/officeDocument/2006/relationships/slide" Target="slides/slide3.xml"/><Relationship Id="Rfb2b5355a5244d86"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0c43e9a08bf744aa"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85a9cb7d7b954276" Type="http://schemas.openxmlformats.org/officeDocument/2006/relationships/notesMaster" Target="../notesMasters/notesMaster1.xml"/><Relationship Id="Raf1785cc045e429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1d6e0625e6f549bc" Type="http://schemas.openxmlformats.org/officeDocument/2006/relationships/notesMaster" Target="../notesMasters/notesMaster1.xml"/><Relationship Id="R335398d51252468c"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06250c84205744ed" Type="http://schemas.openxmlformats.org/officeDocument/2006/relationships/slide" Target="../slides/slide3.xml"/><Relationship Id="Rc2fafaa86f33450a"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4efeab0fcb1b4853" Type="http://schemas.openxmlformats.org/officeDocument/2006/relationships/notesMaster" Target="../notesMasters/notesMaster1.xml"/><Relationship Id="Rf1ee1a16fdcc4793"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07ae3cfc8fe74b49" Type="http://schemas.openxmlformats.org/officeDocument/2006/relationships/notesMaster" Target="../notesMasters/notesMaster1.xml"/><Relationship Id="Rc7ceeed0de994938"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284d7c5301bf48ec" Type="http://schemas.openxmlformats.org/officeDocument/2006/relationships/slide" Target="../slides/slide6.xml"/><Relationship Id="Rfb526904d9cf4cee"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b2b3bf5f0a57471a" Type="http://schemas.openxmlformats.org/officeDocument/2006/relationships/slide" Target="../slides/slide7.xml"/><Relationship Id="Re7d08667d85b45c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1a794235c6054441" Type="http://schemas.openxmlformats.org/officeDocument/2006/relationships/slide" Target="../slides/slide8.xml"/><Relationship Id="R5b29a4f738a54c1a"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496f674cd93247cd" Type="http://schemas.openxmlformats.org/officeDocument/2006/relationships/notesMaster" Target="../notesMasters/notesMaster1.xml"/><Relationship Id="R711077c3b5034de0"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3f2c8b3a5297452a" Type="http://schemas.openxmlformats.org/officeDocument/2006/relationships/slide" Target="../slides/slide10.xml"/><Relationship Id="Rf26f7211adec4007"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7d51765f74cf4a5b" Type="http://schemas.openxmlformats.org/officeDocument/2006/relationships/slide" Target="../slides/slide11.xml"/><Relationship Id="R98269b281a2f4c69"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3e5502be7f7146c7" Type="http://schemas.openxmlformats.org/officeDocument/2006/relationships/slide" Target="../slides/slide12.xml"/><Relationship Id="R6782f641f00d474c"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507b0f7ab5e6475c" Type="http://schemas.openxmlformats.org/officeDocument/2006/relationships/notesMaster" Target="../notesMasters/notesMaster1.xml"/><Relationship Id="R88dc00a3a421425a"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994785edcb7a4cf9" Type="http://schemas.openxmlformats.org/officeDocument/2006/relationships/slide" Target="../slides/slide14.xml"/><Relationship Id="Rcb1536e1a8de4458"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eb00eb8074d249a7" Type="http://schemas.openxmlformats.org/officeDocument/2006/relationships/slide" Target="../slides/slide15.xml"/><Relationship Id="Rf27f1fd01e354d3d"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06d54dccff044c45" Type="http://schemas.openxmlformats.org/officeDocument/2006/relationships/slide" Target="../slides/slide16.xml"/><Relationship Id="Rcd446b818c9540e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520c75a0ecb049bd" Type="http://schemas.openxmlformats.org/officeDocument/2006/relationships/slide" Target="../slides/slide17.xml"/><Relationship Id="R84164d789bc742f4"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7842632c73af4008" Type="http://schemas.openxmlformats.org/officeDocument/2006/relationships/slide" Target="../slides/slide18.xml"/><Relationship Id="Rbdf8de926f364969"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6a6ea5aa013e4f3d" Type="http://schemas.openxmlformats.org/officeDocument/2006/relationships/notesMaster" Target="../notesMasters/notesMaster1.xml"/><Relationship Id="Rebf91de6df884f4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385ff7f0c05a4cda" Type="http://schemas.openxmlformats.org/officeDocument/2006/relationships/slide" Target="../slides/slide20.xml"/><Relationship Id="Ra47cf2f8cf8a486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2840f752433a4923" Type="http://schemas.openxmlformats.org/officeDocument/2006/relationships/slide" Target="../slides/slide21.xml"/><Relationship Id="Re50e30e15d86477f"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5e52f3a64cfb411c" Type="http://schemas.openxmlformats.org/officeDocument/2006/relationships/notesMaster" Target="../notesMasters/notesMaster1.xml"/><Relationship Id="R802522aaf76d46f5"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5ddb6e84fde646ba" Type="http://schemas.openxmlformats.org/officeDocument/2006/relationships/notesMaster" Target="../notesMasters/notesMaster1.xml"/><Relationship Id="Re205591de3514167"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7f11eba127e4457a" Type="http://schemas.openxmlformats.org/officeDocument/2006/relationships/notesMaster" Target="../notesMasters/notesMaster1.xml"/><Relationship Id="Rdbc42be0097943bb"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7cb738af725e44f4" Type="http://schemas.openxmlformats.org/officeDocument/2006/relationships/notesMaster" Target="../notesMasters/notesMaster1.xml"/><Relationship Id="Rabe7e2ef28084a19"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1bcb6f6ff0744db5" Type="http://schemas.openxmlformats.org/officeDocument/2006/relationships/notesMaster" Target="../notesMasters/notesMaster1.xml"/><Relationship Id="Rca2d5fb209fd4643"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5dc9878f59b14b4c" Type="http://schemas.openxmlformats.org/officeDocument/2006/relationships/slide" Target="../slides/slide27.xml"/><Relationship Id="Rfcee4a3f16f84b29"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42b97d14ff5a4b94" Type="http://schemas.openxmlformats.org/officeDocument/2006/relationships/notesMaster" Target="../notesMasters/notesMaster1.xml"/><Relationship Id="R99ab8fc160d440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2276c23054734524" Type="http://schemas.openxmlformats.org/officeDocument/2006/relationships/notesMaster" Target="../notesMasters/notesMaster1.xml"/><Relationship Id="Ra26cc404f7df416b"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900cb903661d46fe" Type="http://schemas.openxmlformats.org/officeDocument/2006/relationships/notesMaster" Target="../notesMasters/notesMaster1.xml"/><Relationship Id="Rf1f0aeddd74c431b" Type="http://schemas.openxmlformats.org/officeDocument/2006/relationships/slide" Target="../slides/slide30.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a:t>
            </a:r>
          </a:p>
          <a:p xmlns:a="http://schemas.openxmlformats.org/drawingml/2006/main">
            <a:r>
              <a:t>4회차는 Spark SQL로 Silver의 현재 상태 규칙을 설계하고 검증한다.</a:t>
            </a:r>
          </a:p>
          <a:p xmlns:a="http://schemas.openxmlformats.org/drawingml/2006/main">
            <a:r>
              <a:t/>
            </a:r>
          </a:p>
          <a:p xmlns:a="http://schemas.openxmlformats.org/drawingml/2006/main">
            <a:r>
              <a:t>공식 문서</a:t>
            </a:r>
          </a:p>
          <a:p xmlns:a="http://schemas.openxmlformats.org/drawingml/2006/main">
            <a:r>
              <a:t>https://github.com/kim-dabin/cdc-lakehouse-study/blob/main/labs/README.md</a:t>
            </a:r>
          </a:p>
          <a:p xmlns:a="http://schemas.openxmlformats.org/drawingml/2006/main">
            <a:r>
              <a:t>https://github.com/kim-dabin/cdc-lakehouse-study/blob/main/scripts/pipeline.py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a:t>
            </a:r>
          </a:p>
          <a:p xmlns:a="http://schemas.openxmlformats.org/drawingml/2006/main">
            <a:r>
              <a:t>수집을 익힌 뒤 개인 프로젝트 구현에 들어가는 단계다.</a:t>
            </a:r>
          </a:p>
          <a:p xmlns:a="http://schemas.openxmlformats.org/drawingml/2006/main">
            <a:r>
              <a:t/>
            </a:r>
          </a:p>
          <a:p xmlns:a="http://schemas.openxmlformats.org/drawingml/2006/main">
            <a:r>
              <a:t>공식 문서</a:t>
            </a:r>
          </a:p>
          <a:p xmlns:a="http://schemas.openxmlformats.org/drawingml/2006/main">
            <a:r>
              <a:t>https://github.com/kim-dabin/cdc-lakehouse-study/blob/main/labs/README.md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a:t>
            </a:r>
          </a:p>
          <a:p xmlns:a="http://schemas.openxmlformats.org/drawingml/2006/main">
            <a:r>
              <a:t>원천의 현재 행과 Bronze 변경 이력은 서로 다른 질문에 답한다.</a:t>
            </a:r>
          </a:p>
          <a:p xmlns:a="http://schemas.openxmlformats.org/drawingml/2006/main">
            <a:r>
              <a:t/>
            </a:r>
          </a:p>
          <a:p xmlns:a="http://schemas.openxmlformats.org/drawingml/2006/main">
            <a:r>
              <a:t>공식 문서</a:t>
            </a:r>
          </a:p>
          <a:p xmlns:a="http://schemas.openxmlformats.org/drawingml/2006/main">
            <a:r>
              <a:t>https://github.com/kim-dabin/cdc-lakehouse-study/blob/main/flink/ingest.sql.template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a:t>
            </a:r>
          </a:p>
          <a:p xmlns:a="http://schemas.openxmlformats.org/drawingml/2006/main">
            <a:r>
              <a:t>이력을 그대로 합치거나 세면 현재 업무 상태를 잘못 읽을 수 있다.</a:t>
            </a:r>
          </a:p>
          <a:p xmlns:a="http://schemas.openxmlformats.org/drawingml/2006/main">
            <a:r>
              <a:t/>
            </a:r>
          </a:p>
          <a:p xmlns:a="http://schemas.openxmlformats.org/drawingml/2006/main">
            <a:r>
              <a:t>공식 문서</a:t>
            </a:r>
          </a:p>
          <a:p xmlns:a="http://schemas.openxmlformats.org/drawingml/2006/main">
            <a:r>
              <a:t>https://github.com/kim-dabin/cdc-lakehouse-study/blob/main/scripts/pipeline.py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a:t>
            </a:r>
          </a:p>
          <a:p xmlns:a="http://schemas.openxmlformats.org/drawingml/2006/main">
            <a:r>
              <a:t>완료는 SQL 실행 성공이 아니라 기대 상태의 확인이다.</a:t>
            </a:r>
          </a:p>
          <a:p xmlns:a="http://schemas.openxmlformats.org/drawingml/2006/main">
            <a:r>
              <a:t/>
            </a:r>
          </a:p>
          <a:p xmlns:a="http://schemas.openxmlformats.org/drawingml/2006/main">
            <a:r>
              <a:t>공식 문서</a:t>
            </a:r>
          </a:p>
          <a:p xmlns:a="http://schemas.openxmlformats.org/drawingml/2006/main">
            <a:r>
              <a:t>https://github.com/kim-dabin/cdc-lakehouse-study/blob/main/scripts/pipeline.py</a:t>
            </a:r>
          </a:p>
          <a:p xmlns:a="http://schemas.openxmlformats.org/drawingml/2006/main">
            <a:r>
              <a:t>https://github.com/kim-dabin/cdc-lakehouse-study/tree/main/labs/session04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6]</a:t>
            </a:r>
          </a:p>
          <a:p xmlns:a="http://schemas.openxmlformats.org/drawingml/2006/main">
            <a:r>
              <a:t>Flink의 지속 적재와 Spark Silver 갱신은 별도 작업이다. 메달리온 구조에서 Kafka 토픽은 보관 기간이 정해진 통로이고, 첫 Iceberg 테이블인 Bronze는 메시지 원문에 위치 정보만 붙여 append해 재처리의 출발점이 된다. 첫 테이블에서 바로 중복 제거·가공을 하면, 원문을 따로 보관하지 않는 한 앞단 보관 기간이 지난 뒤 원문 이력을 다시 처리하기 어려우므로, 정리는 Silver에서 한다.</a:t>
            </a:r>
          </a:p>
          <a:p xmlns:a="http://schemas.openxmlformats.org/drawingml/2006/main"/>
          <a:p xmlns:a="http://schemas.openxmlformats.org/drawingml/2006/main">
            <a:r>
              <a:t>공식 문서</a:t>
            </a:r>
          </a:p>
          <a:p xmlns:a="http://schemas.openxmlformats.org/drawingml/2006/main">
            <a:r>
              <a:t>https://github.com/kim-dabin/cdc-lakehouse-study/blob/main/scripts/pipeline.py</a:t>
            </a:r>
          </a:p>
          <a:p xmlns:a="http://schemas.openxmlformats.org/drawingml/2006/main">
            <a:r>
              <a:t>https://github.com/kim-dabin/cdc-lakehouse-study/blob/main/docs/architecture.md</a:t>
            </a:r>
          </a:p>
          <a:p xmlns:a="http://schemas.openxmlformats.org/drawingml/2006/main">
            <a:r>
              <a:t>https://spark.apache.org/docs/3.5.6/sql-ref.html</a:t>
            </a:r>
          </a:p>
          <a:p xmlns:a="http://schemas.openxmlformats.org/drawingml/2006/main">
            <a:r>
              <a:t>https://docs.databricks.com/aws/en/lakehouse/medallion</a:t>
            </a:r>
          </a:p>
          <a:p xmlns:a="http://schemas.openxmlformats.org/drawingml/2006/main">
            <a:r>
              <a:t>https://github.com/kim-dabin/cdc-lakehouse-study/blob/main/flink/ingest.sql.template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7]</a:t>
            </a:r>
          </a:p>
          <a:p xmlns:a="http://schemas.openxmlformats.org/drawingml/2006/main">
            <a:r>
              <a:t>Silver는 Bronze 원문을 업무 엔티티 단위로 믿고 쓸 수 있게 만드는 층이다(JSON 펴기·타입 맞추기·중복 정리·CDC 병합·늦은 변경 거절). 지표·집계는 Gold로 넘기고 Silver에는 집계하지 않은 레코드를 남긴다. 어떤 상태를 한 행으로 관리할지(현재 상태인지, 버전이 유효했던 기간인 SCD Type 2인지)와 그 키를 먼저 정한다. 이번 과정은 현재 상태 + 삭제 표시를 쓴다.</a:t>
            </a:r>
          </a:p>
          <a:p xmlns:a="http://schemas.openxmlformats.org/drawingml/2006/main"/>
          <a:p xmlns:a="http://schemas.openxmlformats.org/drawingml/2006/main">
            <a:r>
              <a:t>공식 문서</a:t>
            </a:r>
          </a:p>
          <a:p xmlns:a="http://schemas.openxmlformats.org/drawingml/2006/main">
            <a:r>
              <a:t>https://github.com/kim-dabin/cdc-lakehouse-study/blob/main/sql/01-source.sql</a:t>
            </a:r>
          </a:p>
          <a:p xmlns:a="http://schemas.openxmlformats.org/drawingml/2006/main">
            <a:r>
              <a:t>https://github.com/kim-dabin/cdc-lakehouse-study/blob/main/scripts/pipeline.py</a:t>
            </a:r>
          </a:p>
          <a:p xmlns:a="http://schemas.openxmlformats.org/drawingml/2006/main">
            <a:r>
              <a:t>https://docs.databricks.com/aws/en/lakehouse/medallion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8]</a:t>
            </a:r>
          </a:p>
          <a:p xmlns:a="http://schemas.openxmlformats.org/drawingml/2006/main">
            <a:r>
              <a:t>전달 중복·같은 변경의 재전달·업무 중복은 같은 문제가 아니다. 같은 전달 위치에 다른 원문이 보이면 중복이 아니라 충돌이므로 고르지 않고 멈춘다. Flink checkpoint의 EXACTLY_ONCE는 Kafka offset과 Bronze commit 사이의 보장이다. Debezium의 재전달, 상태 없이 earliest로 다시 띄운 job, 별도 작업인 Silver·Gold는 그 범위 밖이라 Silver에서 키와 버전으로 다시 정리한다.</a:t>
            </a:r>
          </a:p>
          <a:p xmlns:a="http://schemas.openxmlformats.org/drawingml/2006/main"/>
          <a:p xmlns:a="http://schemas.openxmlformats.org/drawingml/2006/main">
            <a:r>
              <a:t>공식 문서</a:t>
            </a:r>
          </a:p>
          <a:p xmlns:a="http://schemas.openxmlformats.org/drawingml/2006/main">
            <a:r>
              <a:t>https://github.com/kim-dabin/cdc-lakehouse-study/blob/main/scripts/pipeline.py</a:t>
            </a:r>
          </a:p>
          <a:p xmlns:a="http://schemas.openxmlformats.org/drawingml/2006/main">
            <a:r>
              <a:t>https://kafka.apache.org/39/design/design/#the-consumer</a:t>
            </a:r>
          </a:p>
          <a:p xmlns:a="http://schemas.openxmlformats.org/drawingml/2006/main">
            <a:r>
              <a:t>https://github.com/kim-dabin/cdc-lakehouse-study/tree/main/labs/session04</a:t>
            </a:r>
          </a:p>
          <a:p xmlns:a="http://schemas.openxmlformats.org/drawingml/2006/main">
            <a:r>
              <a:t>https://nightlies.apache.org/flink/flink-docs-release-1.20/docs/concepts/stateful-stream-processing/#exactly-once-vs-at-least-once</a:t>
            </a:r>
          </a:p>
          <a:p xmlns:a="http://schemas.openxmlformats.org/drawingml/2006/main">
            <a:r>
              <a:t>https://iceberg.apache.org/docs/1.10.0/flink-writes/#notes</a:t>
            </a:r>
          </a:p>
          <a:p xmlns:a="http://schemas.openxmlformats.org/drawingml/2006/main">
            <a:r>
              <a:t>https://debezium.io/documentation/reference/3.2/connectors/postgresql.html#postgresql-when-things-go-wrong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9]</a:t>
            </a:r>
          </a:p>
          <a:p xmlns:a="http://schemas.openxmlformats.org/drawingml/2006/main">
            <a:r>
              <a:t>순서 규칙은 원천과 전달 경로가 제공하는 범위에서 정한다.</a:t>
            </a:r>
          </a:p>
          <a:p xmlns:a="http://schemas.openxmlformats.org/drawingml/2006/main">
            <a:r>
              <a:t/>
            </a:r>
          </a:p>
          <a:p xmlns:a="http://schemas.openxmlformats.org/drawingml/2006/main">
            <a:r>
              <a:t>공식 문서</a:t>
            </a:r>
          </a:p>
          <a:p xmlns:a="http://schemas.openxmlformats.org/drawingml/2006/main">
            <a:r>
              <a:t>https://github.com/kim-dabin/cdc-lakehouse-study/blob/main/scripts/pipeline.py</a:t>
            </a:r>
          </a:p>
          <a:p xmlns:a="http://schemas.openxmlformats.org/drawingml/2006/main">
            <a:r>
              <a:t>https://www.postgresql.org/docs/17/logicaldecoding-explanation.html</a:t>
            </a:r>
          </a:p>
          <a:p xmlns:a="http://schemas.openxmlformats.org/drawingml/2006/main">
            <a:r>
              <a:t>https://kafka.apache.org/39/design/design/#the-consumer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10]</a:t>
            </a:r>
          </a:p>
          <a:p xmlns:a="http://schemas.openxmlformats.org/drawingml/2006/main">
            <a:r>
              <a:t>JSON에서 꺼낸 값의 타입이 최신 선택 결과를 바꾼다. Spark 3.5.6 기본 설정(ANSI 꺼짐)에서는 CAST에 실패한 값이 오류 대신 NULL이 되므로, 실행기가 MERGE 전에 입력을 검사해 멈춘다.</a:t>
            </a:r>
          </a:p>
          <a:p xmlns:a="http://schemas.openxmlformats.org/drawingml/2006/main"/>
          <a:p xmlns:a="http://schemas.openxmlformats.org/drawingml/2006/main">
            <a:r>
              <a:t>공식 문서</a:t>
            </a:r>
          </a:p>
          <a:p xmlns:a="http://schemas.openxmlformats.org/drawingml/2006/main">
            <a:r>
              <a:t>https://github.com/kim-dabin/cdc-lakehouse-study/blob/main/scripts/pipeline.py</a:t>
            </a:r>
          </a:p>
          <a:p xmlns:a="http://schemas.openxmlformats.org/drawingml/2006/main">
            <a:r>
              <a:t>https://spark.apache.org/docs/3.5.6/sql-ref-functions-builtin.html</a:t>
            </a:r>
          </a:p>
          <a:p xmlns:a="http://schemas.openxmlformats.org/drawingml/2006/main">
            <a:r>
              <a:t>https://debezium.io/documentation/reference/3.2/connectors/postgresql.html</a:t>
            </a:r>
          </a:p>
          <a:p xmlns:a="http://schemas.openxmlformats.org/drawingml/2006/main">
            <a:r>
              <a:t>https://spark.apache.org/docs/3.5.6/sql-ref-ansi-compliance.html</a:t>
            </a:r>
          </a:p>
          <a:p xmlns:a="http://schemas.openxmlformats.org/drawingml/2006/main">
            <a:r>
              <a:t>https://github.com/kim-dabin/cdc-lakehouse-study/blob/main/labs/session04/lab.py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11]</a:t>
            </a:r>
          </a:p>
          <a:p xmlns:a="http://schemas.openxmlformats.org/drawingml/2006/main">
            <a:r>
              <a:t>c/u/r은 after, d는 before에서 키와 값을 꺼낸다.</a:t>
            </a:r>
          </a:p>
          <a:p xmlns:a="http://schemas.openxmlformats.org/drawingml/2006/main">
            <a:r>
              <a:t/>
            </a:r>
          </a:p>
          <a:p xmlns:a="http://schemas.openxmlformats.org/drawingml/2006/main">
            <a:r>
              <a:t>공식 문서</a:t>
            </a:r>
          </a:p>
          <a:p xmlns:a="http://schemas.openxmlformats.org/drawingml/2006/main">
            <a:r>
              <a:t>https://github.com/kim-dabin/cdc-lakehouse-study/blob/main/sql/01-source.sql</a:t>
            </a:r>
          </a:p>
          <a:p xmlns:a="http://schemas.openxmlformats.org/drawingml/2006/main">
            <a:r>
              <a:t>https://github.com/kim-dabin/cdc-lakehouse-study/blob/main/scripts/pipeline.py</a:t>
            </a:r>
          </a:p>
          <a:p xmlns:a="http://schemas.openxmlformats.org/drawingml/2006/main">
            <a:r>
              <a:t>https://debezium.io/documentation/reference/3.2/connectors/postgresql.html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12]</a:t>
            </a:r>
          </a:p>
          <a:p xmlns:a="http://schemas.openxmlformats.org/drawingml/2006/main">
            <a:r>
              <a:t>runner가 LSN 상한 필터 전 전체 fixture에서 PK·숫자 버전·op·전달 위치·원문 충돌을 검사하고 위반이면 MERGE 전에 실패한다. 파싱·타입 변환 SQL만 실행해 입력 품질을 검증했다고 말할 수 없다.</a:t>
            </a:r>
          </a:p>
          <a:p xmlns:a="http://schemas.openxmlformats.org/drawingml/2006/main">
            <a:r>
              <a:t/>
            </a:r>
          </a:p>
          <a:p xmlns:a="http://schemas.openxmlformats.org/drawingml/2006/main">
            <a:r>
              <a:t>공식 문서</a:t>
            </a:r>
          </a:p>
          <a:p xmlns:a="http://schemas.openxmlformats.org/drawingml/2006/main">
            <a:r>
              <a:t>https://github.com/kim-dabin/cdc-lakehouse-study/blob/main/scripts/pipeline.py</a:t>
            </a:r>
          </a:p>
          <a:p xmlns:a="http://schemas.openxmlformats.org/drawingml/2006/main">
            <a:r>
              <a:t>https://spark.apache.org/docs/3.5.6/sql-ref-functions-builtin.html</a:t>
            </a:r>
          </a:p>
          <a:p xmlns:a="http://schemas.openxmlformats.org/drawingml/2006/main">
            <a:r>
              <a:t>https://github.com/kim-dabin/cdc-lakehouse-study/tree/main/labs/session04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13]</a:t>
            </a:r>
          </a:p>
          <a:p xmlns:a="http://schemas.openxmlformats.org/drawingml/2006/main">
            <a:r>
              <a:t>모든 이력을 보관하면서 최신 후보는 PK별 하나로 만든다.</a:t>
            </a:r>
          </a:p>
          <a:p xmlns:a="http://schemas.openxmlformats.org/drawingml/2006/main">
            <a:r>
              <a:t/>
            </a:r>
          </a:p>
          <a:p xmlns:a="http://schemas.openxmlformats.org/drawingml/2006/main">
            <a:r>
              <a:t>공식 문서</a:t>
            </a:r>
          </a:p>
          <a:p xmlns:a="http://schemas.openxmlformats.org/drawingml/2006/main">
            <a:r>
              <a:t>https://github.com/kim-dabin/cdc-lakehouse-study/blob/main/scripts/pipeline.py</a:t>
            </a:r>
          </a:p>
          <a:p xmlns:a="http://schemas.openxmlformats.org/drawingml/2006/main">
            <a:r>
              <a:t>https://spark.apache.org/docs/3.5.6/sql-ref-syntax-qry-select-window.html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14]</a:t>
            </a:r>
          </a:p>
          <a:p xmlns:a="http://schemas.openxmlformats.org/drawingml/2006/main">
            <a:r>
              <a:t>PARTITION BY는 엔티티 묶음, ORDER BY는 버전 우선순위다.</a:t>
            </a:r>
          </a:p>
          <a:p xmlns:a="http://schemas.openxmlformats.org/drawingml/2006/main">
            <a:r>
              <a:t/>
            </a:r>
          </a:p>
          <a:p xmlns:a="http://schemas.openxmlformats.org/drawingml/2006/main">
            <a:r>
              <a:t>공식 문서</a:t>
            </a:r>
          </a:p>
          <a:p xmlns:a="http://schemas.openxmlformats.org/drawingml/2006/main">
            <a:r>
              <a:t>https://github.com/kim-dabin/cdc-lakehouse-study/blob/main/scripts/pipeline.py</a:t>
            </a:r>
          </a:p>
          <a:p xmlns:a="http://schemas.openxmlformats.org/drawingml/2006/main">
            <a:r>
              <a:t>https://spark.apache.org/docs/3.5.6/sql-ref-syntax-qry-select-window.html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15]</a:t>
            </a:r>
          </a:p>
          <a:p xmlns:a="http://schemas.openxmlformats.org/drawingml/2006/main">
            <a:r>
              <a:t>행 중복 제거와 최신 상태 선택은 다르다.</a:t>
            </a:r>
          </a:p>
          <a:p xmlns:a="http://schemas.openxmlformats.org/drawingml/2006/main">
            <a:r>
              <a:t/>
            </a:r>
          </a:p>
          <a:p xmlns:a="http://schemas.openxmlformats.org/drawingml/2006/main">
            <a:r>
              <a:t>공식 문서</a:t>
            </a:r>
          </a:p>
          <a:p xmlns:a="http://schemas.openxmlformats.org/drawingml/2006/main">
            <a:r>
              <a:t>https://spark.apache.org/docs/3.5.6/sql-ref-syntax-qry-select-window.html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16]</a:t>
            </a:r>
          </a:p>
          <a:p xmlns:a="http://schemas.openxmlformats.org/drawingml/2006/main">
            <a:r>
              <a:t>PK로 매칭하고 버전이 새로울 때 갱신하며 없는 키는 넣는다.</a:t>
            </a:r>
          </a:p>
          <a:p xmlns:a="http://schemas.openxmlformats.org/drawingml/2006/main">
            <a:r>
              <a:t/>
            </a:r>
          </a:p>
          <a:p xmlns:a="http://schemas.openxmlformats.org/drawingml/2006/main">
            <a:r>
              <a:t>공식 문서</a:t>
            </a:r>
          </a:p>
          <a:p xmlns:a="http://schemas.openxmlformats.org/drawingml/2006/main">
            <a:r>
              <a:t>https://github.com/kim-dabin/cdc-lakehouse-study/blob/main/scripts/pipeline.py</a:t>
            </a:r>
          </a:p>
          <a:p xmlns:a="http://schemas.openxmlformats.org/drawingml/2006/main">
            <a:r>
              <a:t>https://iceberg.apache.org/docs/1.10.0/spark-writes/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17]</a:t>
            </a:r>
          </a:p>
          <a:p xmlns:a="http://schemas.openxmlformats.org/drawingml/2006/main">
            <a:r>
              <a:t>도착이 늦은 과거 이벤트가 현재 상태를 덮지 않도록 한다.</a:t>
            </a:r>
          </a:p>
          <a:p xmlns:a="http://schemas.openxmlformats.org/drawingml/2006/main">
            <a:r>
              <a:t/>
            </a:r>
          </a:p>
          <a:p xmlns:a="http://schemas.openxmlformats.org/drawingml/2006/main">
            <a:r>
              <a:t>공식 문서</a:t>
            </a:r>
          </a:p>
          <a:p xmlns:a="http://schemas.openxmlformats.org/drawingml/2006/main">
            <a:r>
              <a:t>https://github.com/kim-dabin/cdc-lakehouse-study/blob/main/scripts/pipeline.py</a:t>
            </a:r>
          </a:p>
          <a:p xmlns:a="http://schemas.openxmlformats.org/drawingml/2006/main">
            <a:r>
              <a:t>https://github.com/kim-dabin/cdc-lakehouse-study/tree/main/labs/session04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18]</a:t>
            </a:r>
          </a:p>
          <a:p xmlns:a="http://schemas.openxmlformats.org/drawingml/2006/main">
            <a:r>
              <a:t>삭제한 버전을 남겨야 과거 변경을 거절할 근거가 남는다.</a:t>
            </a:r>
          </a:p>
          <a:p xmlns:a="http://schemas.openxmlformats.org/drawingml/2006/main">
            <a:r>
              <a:t/>
            </a:r>
          </a:p>
          <a:p xmlns:a="http://schemas.openxmlformats.org/drawingml/2006/main">
            <a:r>
              <a:t>공식 문서</a:t>
            </a:r>
          </a:p>
          <a:p xmlns:a="http://schemas.openxmlformats.org/drawingml/2006/main">
            <a:r>
              <a:t>https://github.com/kim-dabin/cdc-lakehouse-study/blob/main/scripts/pipeline.py</a:t>
            </a:r>
          </a:p>
          <a:p xmlns:a="http://schemas.openxmlformats.org/drawingml/2006/main">
            <a:r>
              <a:t>https://iceberg.apache.org/docs/1.10.0/spark-writes/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19]</a:t>
            </a:r>
          </a:p>
          <a:p xmlns:a="http://schemas.openxmlformats.org/drawingml/2006/main">
            <a:r>
              <a:t>원문·정규화·순위를 단계별로 확인한다.</a:t>
            </a:r>
          </a:p>
          <a:p xmlns:a="http://schemas.openxmlformats.org/drawingml/2006/main">
            <a:r>
              <a:t/>
            </a:r>
          </a:p>
          <a:p xmlns:a="http://schemas.openxmlformats.org/drawingml/2006/main">
            <a:r>
              <a:t>공식 문서</a:t>
            </a:r>
          </a:p>
          <a:p xmlns:a="http://schemas.openxmlformats.org/drawingml/2006/main">
            <a:r>
              <a:t>https://github.com/kim-dabin/cdc-lakehouse-study/tree/main/labs/session04</a:t>
            </a:r>
          </a:p>
          <a:p xmlns:a="http://schemas.openxmlformats.org/drawingml/2006/main">
            <a:r>
              <a:t>https://spark.apache.org/docs/3.5.6/sql-ref-syntax-qry-select-window.html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20]</a:t>
            </a:r>
          </a:p>
          <a:p xmlns:a="http://schemas.openxmlformats.org/drawingml/2006/main">
            <a:r>
              <a:t>입력 범위를 늘리며 Silver의 같은 PK 한 행이 바뀌는 것을 본다.</a:t>
            </a:r>
          </a:p>
          <a:p xmlns:a="http://schemas.openxmlformats.org/drawingml/2006/main">
            <a:r>
              <a:t/>
            </a:r>
          </a:p>
          <a:p xmlns:a="http://schemas.openxmlformats.org/drawingml/2006/main">
            <a:r>
              <a:t>공식 문서</a:t>
            </a:r>
          </a:p>
          <a:p xmlns:a="http://schemas.openxmlformats.org/drawingml/2006/main">
            <a:r>
              <a:t>https://github.com/kim-dabin/cdc-lakehouse-study/tree/main/labs/session04</a:t>
            </a:r>
          </a:p>
          <a:p xmlns:a="http://schemas.openxmlformats.org/drawingml/2006/main">
            <a:r>
              <a:t>https://github.com/kim-dabin/cdc-lakehouse-study/blob/main/scripts/pipeline.py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21]</a:t>
            </a:r>
          </a:p>
          <a:p xmlns:a="http://schemas.openxmlformats.org/drawingml/2006/main">
            <a:r>
              <a:t>삭제 이력은 보존하면서 유효한 현재 환불에서 제외한다.</a:t>
            </a:r>
          </a:p>
          <a:p xmlns:a="http://schemas.openxmlformats.org/drawingml/2006/main">
            <a:r>
              <a:t/>
            </a:r>
          </a:p>
          <a:p xmlns:a="http://schemas.openxmlformats.org/drawingml/2006/main">
            <a:r>
              <a:t>공식 문서</a:t>
            </a:r>
          </a:p>
          <a:p xmlns:a="http://schemas.openxmlformats.org/drawingml/2006/main">
            <a:r>
              <a:t>https://github.com/kim-dabin/cdc-lakehouse-study/tree/main/labs/session04</a:t>
            </a:r>
          </a:p>
          <a:p xmlns:a="http://schemas.openxmlformats.org/drawingml/2006/main">
            <a:r>
              <a:t>https://github.com/kim-dabin/cdc-lakehouse-study/blob/main/scripts/pipeline.py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22]</a:t>
            </a:r>
          </a:p>
          <a:p xmlns:a="http://schemas.openxmlformats.org/drawingml/2006/main">
            <a:r>
              <a:t>동일 입력 재실행과 같은 전달 위치(offset 12)의 중복 뒤에도 d·LSN300·offset12와 PK 한 행을 유지한다. 실제 COW 실행에서는 값이 같아도 새 snapshot·파일이 생성됐다.</a:t>
            </a:r>
          </a:p>
          <a:p xmlns:a="http://schemas.openxmlformats.org/drawingml/2006/main">
            <a:r>
              <a:t/>
            </a:r>
          </a:p>
          <a:p xmlns:a="http://schemas.openxmlformats.org/drawingml/2006/main">
            <a:r>
              <a:t>공식 문서</a:t>
            </a:r>
          </a:p>
          <a:p xmlns:a="http://schemas.openxmlformats.org/drawingml/2006/main">
            <a:r>
              <a:t>https://github.com/kim-dabin/cdc-lakehouse-study/tree/main/labs/session04</a:t>
            </a:r>
          </a:p>
          <a:p xmlns:a="http://schemas.openxmlformats.org/drawingml/2006/main">
            <a:r>
              <a:t>https://github.com/kim-dabin/cdc-lakehouse-study/blob/main/scripts/pipeline.py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23]</a:t>
            </a:r>
          </a:p>
          <a:p xmlns:a="http://schemas.openxmlformats.org/drawingml/2006/main">
            <a:r>
              <a:t>동일 전달 위치의 삭제 중복 뒤, 과거 배치(upper_lsn=200)를 선택해 u200/offset13을 실제 incoming으로 MERGE에 넘긴다. target d300/offset12가 버전 가드를 통해 유지되고 guard_rejected=true인지 확인한다. 전체 후보가 d300을 고른 결과와 MERGE 가드 검증을 구분한다.</a:t>
            </a:r>
          </a:p>
          <a:p xmlns:a="http://schemas.openxmlformats.org/drawingml/2006/main">
            <a:r>
              <a:t/>
            </a:r>
          </a:p>
          <a:p xmlns:a="http://schemas.openxmlformats.org/drawingml/2006/main">
            <a:r>
              <a:t>공식 문서</a:t>
            </a:r>
          </a:p>
          <a:p xmlns:a="http://schemas.openxmlformats.org/drawingml/2006/main">
            <a:r>
              <a:t>https://github.com/kim-dabin/cdc-lakehouse-study/tree/main/labs/session04</a:t>
            </a:r>
          </a:p>
          <a:p xmlns:a="http://schemas.openxmlformats.org/drawingml/2006/main">
            <a:r>
              <a:t>https://github.com/kim-dabin/cdc-lakehouse-study/blob/main/scripts/pipeline.py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24]</a:t>
            </a:r>
          </a:p>
          <a:p xmlns:a="http://schemas.openxmlformats.org/drawingml/2006/main">
            <a:r>
              <a:t>SQL은 스캔·재분배·정렬·매칭·파일 쓰기와 commit으로 실행된다. Spark 3.5.6의 copy-on-write MERGE는 다시 쓸 파일을 WHEN MATCHED의 버전 조건이 아니라 ON 조건으로 고르므로, 업무 값이 같아도 새 파일과 snapshot이 생길 수 있다. 10/26 실행에서 관찰한 결과이며 모든 버전의 법칙은 아니다.</a:t>
            </a:r>
          </a:p>
          <a:p xmlns:a="http://schemas.openxmlformats.org/drawingml/2006/main"/>
          <a:p xmlns:a="http://schemas.openxmlformats.org/drawingml/2006/main">
            <a:r>
              <a:t>공식 문서</a:t>
            </a:r>
          </a:p>
          <a:p xmlns:a="http://schemas.openxmlformats.org/drawingml/2006/main">
            <a:r>
              <a:t>https://spark.apache.org/docs/3.5.6/sql-ref-syntax-qry-explain.html</a:t>
            </a:r>
          </a:p>
          <a:p xmlns:a="http://schemas.openxmlformats.org/drawingml/2006/main">
            <a:r>
              <a:t>https://spark.apache.org/docs/3.5.6/sql-ref-syntax-qry-select-window.html</a:t>
            </a:r>
          </a:p>
          <a:p xmlns:a="http://schemas.openxmlformats.org/drawingml/2006/main">
            <a:r>
              <a:t>https://iceberg.apache.org/docs/1.10.0/spark-writes/</a:t>
            </a:r>
          </a:p>
          <a:p xmlns:a="http://schemas.openxmlformats.org/drawingml/2006/main">
            <a:r>
              <a:t>https://iceberg.apache.org/docs/1.10.0/configuration/</a:t>
            </a:r>
          </a:p>
          <a:p xmlns:a="http://schemas.openxmlformats.org/drawingml/2006/main">
            <a:r>
              <a:t>https://iceberg.apache.org/docs/1.10.0/reliability/</a:t>
            </a:r>
          </a:p>
          <a:p xmlns:a="http://schemas.openxmlformats.org/drawingml/2006/main">
            <a:r>
              <a:t>https://spark.apache.org/docs/3.5.6/sql-performance-tuning.html</a:t>
            </a:r>
          </a:p>
          <a:p xmlns:a="http://schemas.openxmlformats.org/drawingml/2006/main">
            <a:r>
              <a:t>https://github.com/apache/spark/blob/v3.5.6/sql/catalyst/src/main/scala/org/apache/spark/sql/catalyst/analysis/RewriteMergeIntoTable.scala</a:t>
            </a:r>
          </a:p>
          <a:p xmlns:a="http://schemas.openxmlformats.org/drawingml/2006/main">
            <a:r>
              <a:t>https://iceberg.apache.org/docs/1.10.0/spark-procedures/#carry-over-rows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25]</a:t>
            </a:r>
          </a:p>
          <a:p xmlns:a="http://schemas.openxmlformats.org/drawingml/2006/main">
            <a:r>
              <a:t>Iceberg 테이블 commit은 세 원천 테이블을 동시에 확정하는 트랜잭션이 아니다.</a:t>
            </a:r>
          </a:p>
          <a:p xmlns:a="http://schemas.openxmlformats.org/drawingml/2006/main">
            <a:r>
              <a:t/>
            </a:r>
          </a:p>
          <a:p xmlns:a="http://schemas.openxmlformats.org/drawingml/2006/main">
            <a:r>
              <a:t>공식 문서</a:t>
            </a:r>
          </a:p>
          <a:p xmlns:a="http://schemas.openxmlformats.org/drawingml/2006/main">
            <a:r>
              <a:t>https://github.com/kim-dabin/cdc-lakehouse-study/blob/main/scripts/pipeline.py</a:t>
            </a:r>
          </a:p>
          <a:p xmlns:a="http://schemas.openxmlformats.org/drawingml/2006/main">
            <a:r>
              <a:t>https://iceberg.apache.org/docs/1.10.0/reliability/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26]</a:t>
            </a:r>
          </a:p>
          <a:p xmlns:a="http://schemas.openxmlformats.org/drawingml/2006/main">
            <a:r>
              <a:t>기준 구현은 매번 Bronze 전체를 읽는다. Bronze에 모든 이력이 남아 있으면 Silver의 모든 키가 ON 조건에 걸려, copy-on-write가 바뀐 값이 없어도 Silver 전체를 다시 쓴다. 매번 5분 안에 끝나는 5분 정기 실행만 세도 하루 최대 288번이고, 예전 파일은 snapshot 만료 전까지 남는다(정리는 7회차). Iceberg의 Spark 증분·스트리밍 읽기는 append snapshot만 읽으므로 MERGE로 덮어쓰는 Silver는 이어 읽을 수 없다. 그래서 다음 회차 Gold는 Silver의 현재 상태를 정해진 주기에 배치로 읽는다.</a:t>
            </a:r>
          </a:p>
          <a:p xmlns:a="http://schemas.openxmlformats.org/drawingml/2006/main"/>
          <a:p xmlns:a="http://schemas.openxmlformats.org/drawingml/2006/main">
            <a:r>
              <a:t>공식 문서</a:t>
            </a:r>
          </a:p>
          <a:p xmlns:a="http://schemas.openxmlformats.org/drawingml/2006/main">
            <a:r>
              <a:t>https://github.com/kim-dabin/cdc-lakehouse-study/blob/main/scripts/pipeline.py</a:t>
            </a:r>
          </a:p>
          <a:p xmlns:a="http://schemas.openxmlformats.org/drawingml/2006/main">
            <a:r>
              <a:t>https://iceberg.apache.org/docs/1.10.0/spark-queries/</a:t>
            </a:r>
          </a:p>
          <a:p xmlns:a="http://schemas.openxmlformats.org/drawingml/2006/main">
            <a:r>
              <a:t>https://github.com/kim-dabin/cdc-lakehouse-study/blob/main/labs/README.md</a:t>
            </a:r>
          </a:p>
          <a:p xmlns:a="http://schemas.openxmlformats.org/drawingml/2006/main">
            <a:r>
              <a:t>https://iceberg.apache.org/docs/1.10.0/spark-queries/#incremental-read</a:t>
            </a:r>
          </a:p>
          <a:p xmlns:a="http://schemas.openxmlformats.org/drawingml/2006/main">
            <a:r>
              <a:t>https://iceberg.apache.org/docs/1.10.0/maintenance/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27]</a:t>
            </a:r>
          </a:p>
          <a:p xmlns:a="http://schemas.openxmlformats.org/drawingml/2006/main">
            <a:r>
              <a:t>키·버전·삭제 규칙은 그대로 두고, 실행 방식은 필요한 신선도로 고른다. 분 단위가 필요하면 지금 배치의 실행 시간부터 재고 증분 배치나 상시 스트리밍을 비교한다. Spark Structured Streaming은 micro-batch 입력에 같은 후보 규칙과 가드 MERGE를 쓰고 버전 비교를 테이블에서 한다. Flink upsert는 키별 최신 행을 job 상태로 들고 Iceberg 내부 삭제 파일과 새 행을 쓴다(업무 열 is_deleted와 다름). 기존 Silver와 맞는 상태에서 시작하거나 복구해야 하고, 상태를 잃거나 만료되면 늦게 온 과거 변경이 현재 값을 덮을 수 있다. 쌓인 삭제 파일은 정리해야 한다. 두 방식은 이번 수업에서 설계로만 다루었고 실행하지 않았다.</a:t>
            </a:r>
          </a:p>
          <a:p xmlns:a="http://schemas.openxmlformats.org/drawingml/2006/main"/>
          <a:p xmlns:a="http://schemas.openxmlformats.org/drawingml/2006/main">
            <a:r>
              <a:t>공식 문서</a:t>
            </a:r>
          </a:p>
          <a:p xmlns:a="http://schemas.openxmlformats.org/drawingml/2006/main">
            <a:r>
              <a:t>https://spark.apache.org/docs/3.5.6/sql-performance-tuning.html</a:t>
            </a:r>
          </a:p>
          <a:p xmlns:a="http://schemas.openxmlformats.org/drawingml/2006/main">
            <a:r>
              <a:t>https://iceberg.apache.org/docs/1.10.0/spark-writes/</a:t>
            </a:r>
          </a:p>
          <a:p xmlns:a="http://schemas.openxmlformats.org/drawingml/2006/main">
            <a:r>
              <a:t>https://iceberg.apache.org/docs/1.10.0/maintenance/</a:t>
            </a:r>
          </a:p>
          <a:p xmlns:a="http://schemas.openxmlformats.org/drawingml/2006/main">
            <a:r>
              <a:t>https://spark.apache.org/docs/3.5.6/structured-streaming-programming-guide.html#foreachbatch</a:t>
            </a:r>
          </a:p>
          <a:p xmlns:a="http://schemas.openxmlformats.org/drawingml/2006/main">
            <a:r>
              <a:t>https://iceberg.apache.org/docs/1.10.0/spark-structured-streaming/</a:t>
            </a:r>
          </a:p>
          <a:p xmlns:a="http://schemas.openxmlformats.org/drawingml/2006/main">
            <a:r>
              <a:t>https://iceberg.apache.org/docs/1.10.0/flink-writes/#upsert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28]</a:t>
            </a:r>
          </a:p>
          <a:p xmlns:a="http://schemas.openxmlformats.org/drawingml/2006/main">
            <a:r>
              <a:t>오늘 따라온 순서가 그대로 Silver 설계 순서다(학생 가이드 'Silver 설계 순서' 표, 학습지와 같은 순서). 필수 12분: 자기 테이블 하나의 한 행·PK, 최신 버전 범위와 삭제 규칙, ROW_NUMBER 최신 후보 SQL 뼈대를 정한다. 미구축 학생도 의사 SQL까지 남긴다. 확장 8분: 타입 정규화 상세, MERGE 가드, 다섯 기대값 표를 붙이고 가능하면 실행한다. 단계마다 답·근거·깨지는 조건을 함께 적고, 실행 결과와 예상만 한 결과를 구분한다.</a:t>
            </a:r>
          </a:p>
          <a:p xmlns:a="http://schemas.openxmlformats.org/drawingml/2006/main"/>
          <a:p xmlns:a="http://schemas.openxmlformats.org/drawingml/2006/main">
            <a:r>
              <a:t>공식 문서</a:t>
            </a:r>
          </a:p>
          <a:p xmlns:a="http://schemas.openxmlformats.org/drawingml/2006/main">
            <a:r>
              <a:t>https://github.com/kim-dabin/cdc-lakehouse-study/blob/main/labs/session03/design-worksheet.md</a:t>
            </a:r>
          </a:p>
          <a:p xmlns:a="http://schemas.openxmlformats.org/drawingml/2006/main">
            <a:r>
              <a:t>https://github.com/kim-dabin/cdc-lakehouse-study/blob/main/docs/project-template.md</a:t>
            </a:r>
          </a:p>
          <a:p xmlns:a="http://schemas.openxmlformats.org/drawingml/2006/main">
            <a:r>
              <a:t>https://github.com/kim-dabin/cdc-lakehouse-study/blob/main/labs/session04/student-guide.md</a:t>
            </a:r>
          </a:p>
          <a:p xmlns:a="http://schemas.openxmlformats.org/drawingml/2006/main">
            <a:r>
              <a:t>https://github.com/kim-dabin/cdc-lakehouse-study/blob/main/labs/session04/design-worksheet.md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29]</a:t>
            </a:r>
          </a:p>
          <a:p xmlns:a="http://schemas.openxmlformats.org/drawingml/2006/main">
            <a:r>
              <a:t>자신의 선택을 반례와 기대값으로 설명한다.</a:t>
            </a:r>
          </a:p>
          <a:p xmlns:a="http://schemas.openxmlformats.org/drawingml/2006/main">
            <a:r>
              <a:t/>
            </a:r>
          </a:p>
          <a:p xmlns:a="http://schemas.openxmlformats.org/drawingml/2006/main">
            <a:r>
              <a:t>공식 문서</a:t>
            </a:r>
          </a:p>
          <a:p xmlns:a="http://schemas.openxmlformats.org/drawingml/2006/main">
            <a:r>
              <a:t>https://github.com/kim-dabin/cdc-lakehouse-study/blob/main/labs/README.md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30]</a:t>
            </a:r>
          </a:p>
          <a:p xmlns:a="http://schemas.openxmlformats.org/drawingml/2006/main">
            <a:r>
              <a:t>Silver 계약·SQL·검증을 Gold 모델의 입력으로 넘긴다. 다음 회차에는 Gold가 Silver의 현재 상태를 30분 주기 배치로 읽도록 설계하고, 오늘 정한 키·삭제 규칙과 기대값을 dbt 테스트로 옮긴다. 가져갈 것은 refunds의 답이 아니라 질문 순서다. 한 행, 키, 최신의 근거, 삭제, 거절할 입력, 반영 조건, 갱신 방식, 기대값 순서로 묻고 답마다 근거를 남긴다.</a:t>
            </a:r>
          </a:p>
          <a:p xmlns:a="http://schemas.openxmlformats.org/drawingml/2006/main"/>
          <a:p xmlns:a="http://schemas.openxmlformats.org/drawingml/2006/main">
            <a:r>
              <a:t>공식 문서</a:t>
            </a:r>
          </a:p>
          <a:p xmlns:a="http://schemas.openxmlformats.org/drawingml/2006/main">
            <a:r>
              <a:t>https://spark.apache.org/docs/3.5.6/sql-ref-syntax-qry-select-window.html</a:t>
            </a:r>
          </a:p>
          <a:p xmlns:a="http://schemas.openxmlformats.org/drawingml/2006/main">
            <a:r>
              <a:t>https://iceberg.apache.org/docs/1.10.0/spark-writes/</a:t>
            </a:r>
          </a:p>
          <a:p xmlns:a="http://schemas.openxmlformats.org/drawingml/2006/main">
            <a:r>
              <a:t>https://iceberg.apache.org/docs/1.10.0/reliability/</a:t>
            </a:r>
          </a:p>
          <a:p xmlns:a="http://schemas.openxmlformats.org/drawingml/2006/main">
            <a:r>
              <a:t>https://github.com/kim-dabin/cdc-lakehouse-study/blob/main/labs/README.md</a:t>
            </a:r>
          </a:p>
          <a:p xmlns:a="http://schemas.openxmlformats.org/drawingml/2006/main">
            <a:r>
              <a:t>https://github.com/kim-dabin/cdc-lakehouse-study/blob/main/labs/session04/student-guide.md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c2c5549ebb9846a9"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0b4dedaaf2b54a4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2571986dc8843d0"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9c4c72effc06414c"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c53db17e5b774fb6"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caff6b7b52da4520"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094685-1EB5-4CBD-AC9A-C42C04D4B8F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8A878AE-B2C1-4D2F-8A33-6B951F3807F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998D0F7-4811-4D99-A7A6-31FBA3C7554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8CF480-7062-46AB-A61D-E404E16C71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33599D4-BD08-42E0-8C02-7FF9561D1B2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2965D1B-EABA-44A1-8B0E-8C3C708F19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B952FA-5DA8-42A7-B253-30E7E1A5895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C0EB4C4-18B4-4D3D-AD73-EE6C5433CE8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789514-56B3-4A2F-9E70-B6F42C0DA0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59AF48-E6F8-4073-BE7E-E1FE80E47B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5891f8d9f704b38" Type="http://schemas.openxmlformats.org/officeDocument/2006/relationships/slideLayout" Target="../slideLayouts/slideLayout4.xml"/><Relationship Id="R4f8f0f6ae03d4a97" Type="http://schemas.openxmlformats.org/officeDocument/2006/relationships/slideLayout" Target="../slideLayouts/slideLayout2.xml"/><Relationship Id="R66a89555f59b495a" Type="http://schemas.openxmlformats.org/officeDocument/2006/relationships/slideLayout" Target="../slideLayouts/slideLayout1.xml"/><Relationship Id="R6970f2295c3c49f8" Type="http://schemas.openxmlformats.org/officeDocument/2006/relationships/theme" Target="theme/theme2.xml"/><Relationship Id="Rdd370c02fef14411" Type="http://schemas.openxmlformats.org/officeDocument/2006/relationships/slideLayout" Target="../slideLayouts/slideLayout6.xml"/><Relationship Id="Re15d9618fca940c1" Type="http://schemas.openxmlformats.org/officeDocument/2006/relationships/slideLayout" Target="../slideLayouts/slideLayout5.xml"/><Relationship Id="Rf89b5246422446dd" Type="http://schemas.openxmlformats.org/officeDocument/2006/relationships/slideLayout" Target="../slideLayouts/slideLayout3.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a89555f59b495a"/>
    <p:sldLayoutId xmlns:r="http://schemas.openxmlformats.org/officeDocument/2006/relationships" id="2147483650" r:id="R4f8f0f6ae03d4a97"/>
    <p:sldLayoutId xmlns:r="http://schemas.openxmlformats.org/officeDocument/2006/relationships" id="2147483651" r:id="Rf89b5246422446dd"/>
    <p:sldLayoutId xmlns:r="http://schemas.openxmlformats.org/officeDocument/2006/relationships" id="2147483652" r:id="R05891f8d9f704b38"/>
    <p:sldLayoutId xmlns:r="http://schemas.openxmlformats.org/officeDocument/2006/relationships" id="2147483653" r:id="Re15d9618fca940c1"/>
    <p:sldLayoutId xmlns:r="http://schemas.openxmlformats.org/officeDocument/2006/relationships" id="2147483654" r:id="Rdd370c02fef144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d6ad75814f034a71" Type="http://schemas.openxmlformats.org/officeDocument/2006/relationships/notesSlide" Target="../notesSlides/notesSlide1.xml"/><Relationship Id="Rd8f26085f29248bc"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64610060e2c74ca6" Type="http://schemas.openxmlformats.org/officeDocument/2006/relationships/image" Target="../media/image.png"/><Relationship Id="R701400602ef04ad2" Type="http://schemas.openxmlformats.org/officeDocument/2006/relationships/slideLayout" Target="../slideLayouts/slideLayout6.xml"/><Relationship Id="Rb204c729a9cc4a3d"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17644a558e6c47c8" Type="http://schemas.openxmlformats.org/officeDocument/2006/relationships/slideLayout" Target="../slideLayouts/slideLayout6.xml"/><Relationship Id="R7dff880881e1468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76e34c56f2fd4fe6" Type="http://schemas.openxmlformats.org/officeDocument/2006/relationships/slideLayout" Target="../slideLayouts/slideLayout6.xml"/><Relationship Id="Rbb4d505d27fb42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0ff9e2b1b0df43b3" Type="http://schemas.openxmlformats.org/officeDocument/2006/relationships/notesSlide" Target="../notesSlides/notesSlide5.xml"/><Relationship Id="Rd313544460da45d3"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18230c0f0349404e" Type="http://schemas.openxmlformats.org/officeDocument/2006/relationships/slideLayout" Target="../slideLayouts/slideLayout6.xml"/><Relationship Id="Re7aafe90e6cf4aa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002ac837fe9c4089" Type="http://schemas.openxmlformats.org/officeDocument/2006/relationships/notesSlide" Target="../notesSlides/notesSlide7.xml"/><Relationship Id="R4439c144789e4349"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285f7f2ab0de411f" Type="http://schemas.openxmlformats.org/officeDocument/2006/relationships/notesSlide" Target="../notesSlides/notesSlide8.xml"/><Relationship Id="R7802b6d08e054b4a"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24561014351247f3" Type="http://schemas.openxmlformats.org/officeDocument/2006/relationships/notesSlide" Target="../notesSlides/notesSlide9.xml"/><Relationship Id="R4efa8ef01d4446e4"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37c266f72d1143ad" Type="http://schemas.openxmlformats.org/officeDocument/2006/relationships/notesSlide" Target="../notesSlides/notesSlide10.xml"/><Relationship Id="R40a84c6eb6ce48aa"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ac7e1dfcbcfb4f64" Type="http://schemas.openxmlformats.org/officeDocument/2006/relationships/notesSlide" Target="../notesSlides/notesSlide11.xml"/><Relationship Id="Rbd0e5849652d4584"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662fbfe767c1427e" Type="http://schemas.openxmlformats.org/officeDocument/2006/relationships/notesSlide" Target="../notesSlides/notesSlide12.xml"/><Relationship Id="Rf4d59b40650944c6"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6c820da2f3444482" Type="http://schemas.openxmlformats.org/officeDocument/2006/relationships/notesSlide" Target="../notesSlides/notesSlide13.xml"/><Relationship Id="R6f2743fb37db4a37"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44bd5142e05047e4" Type="http://schemas.openxmlformats.org/officeDocument/2006/relationships/slideLayout" Target="../slideLayouts/slideLayout6.xml"/><Relationship Id="R5c8559cf318c43e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0e4ebdaaaf014503" Type="http://schemas.openxmlformats.org/officeDocument/2006/relationships/notesSlide" Target="../notesSlides/notesSlide15.xml"/><Relationship Id="R72d23b16ce8f4326"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c0a9d741da53454f" Type="http://schemas.openxmlformats.org/officeDocument/2006/relationships/notesSlide" Target="../notesSlides/notesSlide16.xml"/><Relationship Id="Rfd09686cdedb4c75"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11fc817ecc2043d6" Type="http://schemas.openxmlformats.org/officeDocument/2006/relationships/slideLayout" Target="../slideLayouts/slideLayout6.xml"/><Relationship Id="R6b369ddeeb324f8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52c4d35e32a140c8" Type="http://schemas.openxmlformats.org/officeDocument/2006/relationships/notesSlide" Target="../notesSlides/notesSlide18.xml"/><Relationship Id="R6cb5cb93075a407a"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30edee3848cb49a2" Type="http://schemas.openxmlformats.org/officeDocument/2006/relationships/slideLayout" Target="../slideLayouts/slideLayout6.xml"/><Relationship Id="R983d3e2b07ec4c3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5f02ea3041ad4d08" Type="http://schemas.openxmlformats.org/officeDocument/2006/relationships/notesSlide" Target="../notesSlides/notesSlide20.xml"/><Relationship Id="R85041af3725b432c"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39e6545fa2a14b2c" Type="http://schemas.openxmlformats.org/officeDocument/2006/relationships/notesSlide" Target="../notesSlides/notesSlide21.xml"/><Relationship Id="Rc16bd3521bf24685"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7b68b3e288894823" Type="http://schemas.openxmlformats.org/officeDocument/2006/relationships/slideLayout" Target="../slideLayouts/slideLayout6.xml"/><Relationship Id="Rbd480d8d0f8c4c0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8cc28da5e9cb4c50" Type="http://schemas.openxmlformats.org/officeDocument/2006/relationships/notesSlide" Target="../notesSlides/notesSlide23.xml"/><Relationship Id="Rb6e290bfd00c486c"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4b5b8178f5fe4837" Type="http://schemas.openxmlformats.org/officeDocument/2006/relationships/notesSlide" Target="../notesSlides/notesSlide24.xml"/><Relationship Id="Rc9d74917de6e476b"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72b76de5426242bb" Type="http://schemas.openxmlformats.org/officeDocument/2006/relationships/slideLayout" Target="../slideLayouts/slideLayout6.xml"/><Relationship Id="Rfcff644666a24ebf"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a1ab619f38624033" Type="http://schemas.openxmlformats.org/officeDocument/2006/relationships/notesSlide" Target="../notesSlides/notesSlide26.xml"/><Relationship Id="Rc182df8832ea45dd"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22708d36d15c4907" Type="http://schemas.openxmlformats.org/officeDocument/2006/relationships/notesSlide" Target="../notesSlides/notesSlide27.xml"/><Relationship Id="R6817e8ce39924aaa"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672ee7fbc9de4577" Type="http://schemas.openxmlformats.org/officeDocument/2006/relationships/slideLayout" Target="../slideLayouts/slideLayout6.xml"/><Relationship Id="Rabd49692ab3a46eb"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6884af92d4e64a7d" Type="http://schemas.openxmlformats.org/officeDocument/2006/relationships/slideLayout" Target="../slideLayouts/slideLayout6.xml"/><Relationship Id="Rd49a74ceb8464041"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407fa8d87a4d4976" Type="http://schemas.openxmlformats.org/officeDocument/2006/relationships/slideLayout" Target="../slideLayouts/slideLayout6.xml"/><Relationship Id="R9f7edab56ffa418b" Type="http://schemas.openxmlformats.org/officeDocument/2006/relationships/notesSlide" Target="../notesSlides/notesSlide30.xml"/></Relationships>
</file>

<file path=ppt/slides/slide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DE6B6716-0B0E-47BB-96F7-1297EBBC555B}"/>
              </a:ext>
            </a:extLst>
          </p:cNvPr>
          <p:cNvSpPr>
            <a:spLocks xmlns:a="http://schemas.openxmlformats.org/drawingml/2006/main" noGrp="1"/>
          </p:cNvSpPr>
          <p:nvPr/>
        </p:nvSpPr>
        <p:spPr>
          <a:xfrm xmlns:a="http://schemas.openxmlformats.org/drawingml/2006/main">
            <a:off x="609600" y="5715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CDC / Iceberg 프로젝트 스터디</a:t>
            </a:r>
          </a:p>
        </p:txBody>
      </p:sp>
      <p:sp>
        <p:nvSpPr>
          <p:cNvPr id="2" name="text-1">
            <a:extLst xmlns:a="http://schemas.openxmlformats.org/drawingml/2006/main">
              <a:ext uri="{FF2B5EF4-FFF2-40B4-BE49-F238E27FC236}">
                <a16:creationId xmlns:a16="http://schemas.microsoft.com/office/drawing/2014/main" id="{06E7E411-999A-4CDA-8864-5F55F5C81061}"/>
              </a:ext>
            </a:extLst>
          </p:cNvPr>
          <p:cNvSpPr>
            <a:spLocks xmlns:a="http://schemas.openxmlformats.org/drawingml/2006/main" noGrp="1"/>
          </p:cNvSpPr>
          <p:nvPr/>
        </p:nvSpPr>
        <p:spPr>
          <a:xfrm xmlns:a="http://schemas.openxmlformats.org/drawingml/2006/main">
            <a:off x="609600" y="1466850"/>
            <a:ext cx="10858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F8FAFC"/>
                </a:solidFill>
                <a:latin typeface="Apple SD Gothic Neo"/>
                <a:ea typeface="Apple SD Gothic Neo"/>
                <a:cs typeface="Apple SD Gothic Neo"/>
              </a:defRPr>
            </a:defPPr>
            <a:lvl1pPr algn="l">
              <a:buNone/>
              <a:defRPr sz="4650" b="1">
                <a:solidFill>
                  <a:srgbClr val="F8FAFC"/>
                </a:solidFill>
                <a:latin typeface="Apple SD Gothic Neo"/>
                <a:ea typeface="Apple SD Gothic Neo"/>
                <a:cs typeface="Apple SD Gothic Neo"/>
              </a:defRPr>
            </a:lvl1pPr>
            <a:lvl2pPr algn="l">
              <a:buNone/>
              <a:defRPr sz="4650" b="1">
                <a:solidFill>
                  <a:srgbClr val="F8FAFC"/>
                </a:solidFill>
                <a:latin typeface="Apple SD Gothic Neo"/>
                <a:ea typeface="Apple SD Gothic Neo"/>
                <a:cs typeface="Apple SD Gothic Neo"/>
              </a:defRPr>
            </a:lvl2pPr>
            <a:lvl3pPr algn="l">
              <a:buNone/>
              <a:defRPr sz="4650" b="1">
                <a:solidFill>
                  <a:srgbClr val="F8FAFC"/>
                </a:solidFill>
                <a:latin typeface="Apple SD Gothic Neo"/>
                <a:ea typeface="Apple SD Gothic Neo"/>
                <a:cs typeface="Apple SD Gothic Neo"/>
              </a:defRPr>
            </a:lvl3pPr>
            <a:lvl4pPr algn="l">
              <a:buNone/>
              <a:defRPr sz="4650" b="1">
                <a:solidFill>
                  <a:srgbClr val="F8FAFC"/>
                </a:solidFill>
                <a:latin typeface="Apple SD Gothic Neo"/>
                <a:ea typeface="Apple SD Gothic Neo"/>
                <a:cs typeface="Apple SD Gothic Neo"/>
              </a:defRPr>
            </a:lvl4pPr>
            <a:lvl5pPr algn="l">
              <a:buNone/>
              <a:defRPr sz="4650" b="1">
                <a:solidFill>
                  <a:srgbClr val="F8FAFC"/>
                </a:solidFill>
                <a:latin typeface="Apple SD Gothic Neo"/>
                <a:ea typeface="Apple SD Gothic Neo"/>
                <a:cs typeface="Apple SD Gothic Neo"/>
              </a:defRPr>
            </a:lvl5pPr>
            <a:lvl6pPr algn="l">
              <a:buNone/>
              <a:defRPr sz="4650" b="1">
                <a:solidFill>
                  <a:srgbClr val="F8FAFC"/>
                </a:solidFill>
                <a:latin typeface="Apple SD Gothic Neo"/>
                <a:ea typeface="Apple SD Gothic Neo"/>
                <a:cs typeface="Apple SD Gothic Neo"/>
              </a:defRPr>
            </a:lvl6pPr>
            <a:lvl7pPr algn="l">
              <a:buNone/>
              <a:defRPr sz="4650" b="1">
                <a:solidFill>
                  <a:srgbClr val="F8FAFC"/>
                </a:solidFill>
                <a:latin typeface="Apple SD Gothic Neo"/>
                <a:ea typeface="Apple SD Gothic Neo"/>
                <a:cs typeface="Apple SD Gothic Neo"/>
              </a:defRPr>
            </a:lvl7pPr>
            <a:lvl8pPr algn="l">
              <a:buNone/>
              <a:defRPr sz="4650" b="1">
                <a:solidFill>
                  <a:srgbClr val="F8FAFC"/>
                </a:solidFill>
                <a:latin typeface="Apple SD Gothic Neo"/>
                <a:ea typeface="Apple SD Gothic Neo"/>
                <a:cs typeface="Apple SD Gothic Neo"/>
              </a:defRPr>
            </a:lvl8pPr>
            <a:lvl9pPr algn="l">
              <a:buNone/>
              <a:defRPr sz="4650" b="1">
                <a:solidFill>
                  <a:srgbClr val="F8FAFC"/>
                </a:solidFill>
                <a:latin typeface="Apple SD Gothic Neo"/>
                <a:ea typeface="Apple SD Gothic Neo"/>
                <a:cs typeface="Apple SD Gothic Neo"/>
              </a:defRPr>
            </a:lvl9pPr>
          </a:lstStyle>
          <a:p xmlns:a="http://schemas.openxmlformats.org/drawingml/2006/main">
            <a:pPr algn="l">
              <a:buNone/>
              <a:defRPr sz="4650" b="1">
                <a:solidFill>
                  <a:srgbClr val="F8FAFC"/>
                </a:solidFill>
                <a:latin typeface="Apple SD Gothic Neo"/>
                <a:ea typeface="Apple SD Gothic Neo"/>
                <a:cs typeface="Apple SD Gothic Neo"/>
              </a:defRPr>
            </a:pPr>
            <a:r>
              <a:rPr sz="4650" b="1">
                <a:solidFill>
                  <a:srgbClr val="F8FAFC"/>
                </a:solidFill>
                <a:latin typeface="Apple SD Gothic Neo"/>
                <a:ea typeface="Apple SD Gothic Neo"/>
                <a:cs typeface="Apple SD Gothic Neo"/>
              </a:rPr>
              <a:t>변경 이력에서</a:t>
            </a:r>
          </a:p>
          <a:p xmlns:a="http://schemas.openxmlformats.org/drawingml/2006/main">
            <a:pPr algn="l">
              <a:buNone/>
              <a:defRPr sz="4650" b="1">
                <a:solidFill>
                  <a:srgbClr val="F8FAFC"/>
                </a:solidFill>
                <a:latin typeface="Apple SD Gothic Neo"/>
                <a:ea typeface="Apple SD Gothic Neo"/>
                <a:cs typeface="Apple SD Gothic Neo"/>
              </a:defRPr>
            </a:pPr>
            <a:r>
              <a:rPr sz="4650" b="1">
                <a:solidFill>
                  <a:srgbClr val="F8FAFC"/>
                </a:solidFill>
                <a:latin typeface="Apple SD Gothic Neo"/>
                <a:ea typeface="Apple SD Gothic Neo"/>
                <a:cs typeface="Apple SD Gothic Neo"/>
              </a:rPr>
              <a:t>현재 상태로</a:t>
            </a:r>
          </a:p>
        </p:txBody>
      </p:sp>
      <p:sp>
        <p:nvSpPr>
          <p:cNvPr id="3" name="">
            <a:extLst xmlns:a="http://schemas.openxmlformats.org/drawingml/2006/main">
              <a:ext uri="{FF2B5EF4-FFF2-40B4-BE49-F238E27FC236}">
                <a16:creationId xmlns:a16="http://schemas.microsoft.com/office/drawing/2014/main" id="{C96D2B3F-196B-4441-ACAE-1D00FF4B3CDA}"/>
              </a:ext>
            </a:extLst>
          </p:cNvPr>
          <p:cNvSpPr>
            <a:spLocks xmlns:a="http://schemas.openxmlformats.org/drawingml/2006/main" noGrp="1"/>
          </p:cNvSpPr>
          <p:nvPr/>
        </p:nvSpPr>
        <p:spPr>
          <a:xfrm xmlns:a="http://schemas.openxmlformats.org/drawingml/2006/main">
            <a:off x="609600" y="3524250"/>
            <a:ext cx="1676400" cy="47625"/>
          </a:xfrm>
          <a:prstGeom xmlns:a="http://schemas.openxmlformats.org/drawingml/2006/main" prst="rect">
            <a:avLst/>
          </a:prstGeom>
          <a:solidFill xmlns:a="http://schemas.openxmlformats.org/drawingml/2006/main">
            <a:srgbClr val="22D3EE"/>
          </a:solidFill>
          <a:ln xmlns:a="http://schemas.openxmlformats.org/drawingml/2006/main" w="0">
            <a:noFill/>
          </a:ln>
        </p:spPr>
      </p:sp>
      <p:sp>
        <p:nvSpPr>
          <p:cNvPr id="4" name="text-2">
            <a:extLst xmlns:a="http://schemas.openxmlformats.org/drawingml/2006/main">
              <a:ext uri="{FF2B5EF4-FFF2-40B4-BE49-F238E27FC236}">
                <a16:creationId xmlns:a16="http://schemas.microsoft.com/office/drawing/2014/main" id="{544D45B2-6D0C-4A5E-8FCD-D8CBF8D265E1}"/>
              </a:ext>
            </a:extLst>
          </p:cNvPr>
          <p:cNvSpPr>
            <a:spLocks xmlns:a="http://schemas.openxmlformats.org/drawingml/2006/main" noGrp="1"/>
          </p:cNvSpPr>
          <p:nvPr/>
        </p:nvSpPr>
        <p:spPr>
          <a:xfrm xmlns:a="http://schemas.openxmlformats.org/drawingml/2006/main">
            <a:off x="609600" y="392430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A7B5CA"/>
                </a:solidFill>
                <a:latin typeface="Apple SD Gothic Neo"/>
                <a:ea typeface="Apple SD Gothic Neo"/>
                <a:cs typeface="Apple SD Gothic Neo"/>
              </a:defRPr>
            </a:defPPr>
            <a:lvl1pPr algn="l">
              <a:buNone/>
              <a:defRPr sz="2325" b="0">
                <a:solidFill>
                  <a:srgbClr val="A7B5CA"/>
                </a:solidFill>
                <a:latin typeface="Apple SD Gothic Neo"/>
                <a:ea typeface="Apple SD Gothic Neo"/>
                <a:cs typeface="Apple SD Gothic Neo"/>
              </a:defRPr>
            </a:lvl1pPr>
            <a:lvl2pPr algn="l">
              <a:buNone/>
              <a:defRPr sz="2325" b="0">
                <a:solidFill>
                  <a:srgbClr val="A7B5CA"/>
                </a:solidFill>
                <a:latin typeface="Apple SD Gothic Neo"/>
                <a:ea typeface="Apple SD Gothic Neo"/>
                <a:cs typeface="Apple SD Gothic Neo"/>
              </a:defRPr>
            </a:lvl2pPr>
            <a:lvl3pPr algn="l">
              <a:buNone/>
              <a:defRPr sz="2325" b="0">
                <a:solidFill>
                  <a:srgbClr val="A7B5CA"/>
                </a:solidFill>
                <a:latin typeface="Apple SD Gothic Neo"/>
                <a:ea typeface="Apple SD Gothic Neo"/>
                <a:cs typeface="Apple SD Gothic Neo"/>
              </a:defRPr>
            </a:lvl3pPr>
            <a:lvl4pPr algn="l">
              <a:buNone/>
              <a:defRPr sz="2325" b="0">
                <a:solidFill>
                  <a:srgbClr val="A7B5CA"/>
                </a:solidFill>
                <a:latin typeface="Apple SD Gothic Neo"/>
                <a:ea typeface="Apple SD Gothic Neo"/>
                <a:cs typeface="Apple SD Gothic Neo"/>
              </a:defRPr>
            </a:lvl4pPr>
            <a:lvl5pPr algn="l">
              <a:buNone/>
              <a:defRPr sz="2325" b="0">
                <a:solidFill>
                  <a:srgbClr val="A7B5CA"/>
                </a:solidFill>
                <a:latin typeface="Apple SD Gothic Neo"/>
                <a:ea typeface="Apple SD Gothic Neo"/>
                <a:cs typeface="Apple SD Gothic Neo"/>
              </a:defRPr>
            </a:lvl5pPr>
            <a:lvl6pPr algn="l">
              <a:buNone/>
              <a:defRPr sz="2325" b="0">
                <a:solidFill>
                  <a:srgbClr val="A7B5CA"/>
                </a:solidFill>
                <a:latin typeface="Apple SD Gothic Neo"/>
                <a:ea typeface="Apple SD Gothic Neo"/>
                <a:cs typeface="Apple SD Gothic Neo"/>
              </a:defRPr>
            </a:lvl6pPr>
            <a:lvl7pPr algn="l">
              <a:buNone/>
              <a:defRPr sz="2325" b="0">
                <a:solidFill>
                  <a:srgbClr val="A7B5CA"/>
                </a:solidFill>
                <a:latin typeface="Apple SD Gothic Neo"/>
                <a:ea typeface="Apple SD Gothic Neo"/>
                <a:cs typeface="Apple SD Gothic Neo"/>
              </a:defRPr>
            </a:lvl7pPr>
            <a:lvl8pPr algn="l">
              <a:buNone/>
              <a:defRPr sz="2325" b="0">
                <a:solidFill>
                  <a:srgbClr val="A7B5CA"/>
                </a:solidFill>
                <a:latin typeface="Apple SD Gothic Neo"/>
                <a:ea typeface="Apple SD Gothic Neo"/>
                <a:cs typeface="Apple SD Gothic Neo"/>
              </a:defRPr>
            </a:lvl8pPr>
            <a:lvl9pPr algn="l">
              <a:buNone/>
              <a:defRPr sz="2325" b="0">
                <a:solidFill>
                  <a:srgbClr val="A7B5CA"/>
                </a:solidFill>
                <a:latin typeface="Apple SD Gothic Neo"/>
                <a:ea typeface="Apple SD Gothic Neo"/>
                <a:cs typeface="Apple SD Gothic Neo"/>
              </a:defRPr>
            </a:lvl9pPr>
          </a:lstStyle>
          <a:p xmlns:a="http://schemas.openxmlformats.org/drawingml/2006/main">
            <a:pPr algn="l">
              <a:buNone/>
              <a:defRPr sz="2325" b="0">
                <a:solidFill>
                  <a:srgbClr val="A7B5CA"/>
                </a:solidFill>
                <a:latin typeface="Apple SD Gothic Neo"/>
                <a:ea typeface="Apple SD Gothic Neo"/>
                <a:cs typeface="Apple SD Gothic Neo"/>
              </a:defRPr>
            </a:pPr>
            <a:r>
              <a:rPr sz="2325" b="0">
                <a:solidFill>
                  <a:srgbClr val="A7B5CA"/>
                </a:solidFill>
                <a:latin typeface="Apple SD Gothic Neo"/>
                <a:ea typeface="Apple SD Gothic Neo"/>
                <a:cs typeface="Apple SD Gothic Neo"/>
              </a:rPr>
              <a:t>Spark SQL · 중복 제거 · 버전 조건 MERGE</a:t>
            </a:r>
          </a:p>
        </p:txBody>
      </p:sp>
      <p:sp>
        <p:nvSpPr>
          <p:cNvPr id="5" name="text-3">
            <a:extLst xmlns:a="http://schemas.openxmlformats.org/drawingml/2006/main">
              <a:ext uri="{FF2B5EF4-FFF2-40B4-BE49-F238E27FC236}">
                <a16:creationId xmlns:a16="http://schemas.microsoft.com/office/drawing/2014/main" id="{09413CA0-7499-4E3E-9D3E-2F9ADD43D6C7}"/>
              </a:ext>
            </a:extLst>
          </p:cNvPr>
          <p:cNvSpPr>
            <a:spLocks xmlns:a="http://schemas.openxmlformats.org/drawingml/2006/main" noGrp="1"/>
          </p:cNvSpPr>
          <p:nvPr/>
        </p:nvSpPr>
        <p:spPr>
          <a:xfrm xmlns:a="http://schemas.openxmlformats.org/drawingml/2006/main">
            <a:off x="609600" y="55435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4D399"/>
                </a:solidFill>
                <a:latin typeface="Apple SD Gothic Neo"/>
                <a:ea typeface="Apple SD Gothic Neo"/>
                <a:cs typeface="Apple SD Gothic Neo"/>
              </a:defRPr>
            </a:defPPr>
            <a:lvl1pPr algn="l">
              <a:buNone/>
              <a:defRPr sz="1875" b="0">
                <a:solidFill>
                  <a:srgbClr val="34D399"/>
                </a:solidFill>
                <a:latin typeface="Apple SD Gothic Neo"/>
                <a:ea typeface="Apple SD Gothic Neo"/>
                <a:cs typeface="Apple SD Gothic Neo"/>
              </a:defRPr>
            </a:lvl1pPr>
            <a:lvl2pPr algn="l">
              <a:buNone/>
              <a:defRPr sz="1875" b="0">
                <a:solidFill>
                  <a:srgbClr val="34D399"/>
                </a:solidFill>
                <a:latin typeface="Apple SD Gothic Neo"/>
                <a:ea typeface="Apple SD Gothic Neo"/>
                <a:cs typeface="Apple SD Gothic Neo"/>
              </a:defRPr>
            </a:lvl2pPr>
            <a:lvl3pPr algn="l">
              <a:buNone/>
              <a:defRPr sz="1875" b="0">
                <a:solidFill>
                  <a:srgbClr val="34D399"/>
                </a:solidFill>
                <a:latin typeface="Apple SD Gothic Neo"/>
                <a:ea typeface="Apple SD Gothic Neo"/>
                <a:cs typeface="Apple SD Gothic Neo"/>
              </a:defRPr>
            </a:lvl3pPr>
            <a:lvl4pPr algn="l">
              <a:buNone/>
              <a:defRPr sz="1875" b="0">
                <a:solidFill>
                  <a:srgbClr val="34D399"/>
                </a:solidFill>
                <a:latin typeface="Apple SD Gothic Neo"/>
                <a:ea typeface="Apple SD Gothic Neo"/>
                <a:cs typeface="Apple SD Gothic Neo"/>
              </a:defRPr>
            </a:lvl4pPr>
            <a:lvl5pPr algn="l">
              <a:buNone/>
              <a:defRPr sz="1875" b="0">
                <a:solidFill>
                  <a:srgbClr val="34D399"/>
                </a:solidFill>
                <a:latin typeface="Apple SD Gothic Neo"/>
                <a:ea typeface="Apple SD Gothic Neo"/>
                <a:cs typeface="Apple SD Gothic Neo"/>
              </a:defRPr>
            </a:lvl5pPr>
            <a:lvl6pPr algn="l">
              <a:buNone/>
              <a:defRPr sz="1875" b="0">
                <a:solidFill>
                  <a:srgbClr val="34D399"/>
                </a:solidFill>
                <a:latin typeface="Apple SD Gothic Neo"/>
                <a:ea typeface="Apple SD Gothic Neo"/>
                <a:cs typeface="Apple SD Gothic Neo"/>
              </a:defRPr>
            </a:lvl6pPr>
            <a:lvl7pPr algn="l">
              <a:buNone/>
              <a:defRPr sz="1875" b="0">
                <a:solidFill>
                  <a:srgbClr val="34D399"/>
                </a:solidFill>
                <a:latin typeface="Apple SD Gothic Neo"/>
                <a:ea typeface="Apple SD Gothic Neo"/>
                <a:cs typeface="Apple SD Gothic Neo"/>
              </a:defRPr>
            </a:lvl7pPr>
            <a:lvl8pPr algn="l">
              <a:buNone/>
              <a:defRPr sz="1875" b="0">
                <a:solidFill>
                  <a:srgbClr val="34D399"/>
                </a:solidFill>
                <a:latin typeface="Apple SD Gothic Neo"/>
                <a:ea typeface="Apple SD Gothic Neo"/>
                <a:cs typeface="Apple SD Gothic Neo"/>
              </a:defRPr>
            </a:lvl8pPr>
            <a:lvl9pPr algn="l">
              <a:buNone/>
              <a:defRPr sz="1875" b="0">
                <a:solidFill>
                  <a:srgbClr val="34D399"/>
                </a:solidFill>
                <a:latin typeface="Apple SD Gothic Neo"/>
                <a:ea typeface="Apple SD Gothic Neo"/>
                <a:cs typeface="Apple SD Gothic Neo"/>
              </a:defRPr>
            </a:lvl9pPr>
          </a:lstStyle>
          <a:p xmlns:a="http://schemas.openxmlformats.org/drawingml/2006/main">
            <a:pPr algn="l">
              <a:buNone/>
              <a:defRPr sz="1875" b="0">
                <a:solidFill>
                  <a:srgbClr val="34D399"/>
                </a:solidFill>
                <a:latin typeface="Apple SD Gothic Neo"/>
                <a:ea typeface="Apple SD Gothic Neo"/>
                <a:cs typeface="Apple SD Gothic Neo"/>
              </a:defRPr>
            </a:pPr>
            <a:r>
              <a:rPr sz="1875" b="0">
                <a:solidFill>
                  <a:srgbClr val="34D399"/>
                </a:solidFill>
                <a:latin typeface="Apple SD Gothic Neo"/>
                <a:ea typeface="Apple SD Gothic Neo"/>
                <a:cs typeface="Apple SD Gothic Neo"/>
              </a:rPr>
              <a:t>공통 예제의 규칙을 내 테이블 설계로 옮깁니다</a:t>
            </a:r>
          </a:p>
        </p:txBody>
      </p:sp>
      <p:sp>
        <p:nvSpPr>
          <p:cNvPr id="6" name="">
            <a:extLst xmlns:a="http://schemas.openxmlformats.org/drawingml/2006/main">
              <a:ext uri="{FF2B5EF4-FFF2-40B4-BE49-F238E27FC236}">
                <a16:creationId xmlns:a16="http://schemas.microsoft.com/office/drawing/2014/main" id="{BACBE9BC-103F-4273-BC74-39A862668092}"/>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7" name="text-4">
            <a:extLst xmlns:a="http://schemas.openxmlformats.org/drawingml/2006/main">
              <a:ext uri="{FF2B5EF4-FFF2-40B4-BE49-F238E27FC236}">
                <a16:creationId xmlns:a16="http://schemas.microsoft.com/office/drawing/2014/main" id="{3BB9D8AC-43EF-41E0-887C-CB7CB258FE42}"/>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8" name="text-5">
            <a:extLst xmlns:a="http://schemas.openxmlformats.org/drawingml/2006/main">
              <a:ext uri="{FF2B5EF4-FFF2-40B4-BE49-F238E27FC236}">
                <a16:creationId xmlns:a16="http://schemas.microsoft.com/office/drawing/2014/main" id="{F2AF13BD-9796-4D64-874F-0DA80CD29DA6}"/>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01</a:t>
            </a:r>
          </a:p>
        </p:txBody>
      </p:sp>
    </p:spTree>
    <p:extLst>
      <p:ext uri="{BB962C8B-B14F-4D97-AF65-F5344CB8AC3E}">
        <p14:creationId xmlns:p14="http://schemas.microsoft.com/office/powerpoint/2010/main" val="2095960341"/>
      </p:ext>
    </p:extLst>
  </p:cSld>
</p:sld>
</file>

<file path=ppt/slides/slide2.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BF6B7DD-DE05-4944-97F8-F7A2197CB1DF}"/>
              </a:ext>
            </a:extLst>
          </p:cNvPr>
          <p:cNvPicPr>
            <a:picLocks xmlns:a="http://schemas.openxmlformats.org/drawingml/2006/main" noChangeAspect="1"/>
          </p:cNvPicPr>
          <p:nvPr/>
        </p:nvPicPr>
        <p:blipFill>
          <a:blip xmlns:r="http://schemas.openxmlformats.org/officeDocument/2006/relationships" xmlns:a="http://schemas.openxmlformats.org/drawingml/2006/main" r:embed="R64610060e2c74ca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99261296"/>
      </p:ext>
    </p:extLst>
  </p:cSld>
</p:sld>
</file>

<file path=ppt/slides/slide3.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9" name="text-46">
            <a:extLst xmlns:a="http://schemas.openxmlformats.org/drawingml/2006/main">
              <a:ext uri="{FF2B5EF4-FFF2-40B4-BE49-F238E27FC236}">
                <a16:creationId xmlns:a16="http://schemas.microsoft.com/office/drawing/2014/main" id="{D3F65DCF-B16A-4121-9FC0-34B29F1AB0E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47">
            <a:extLst xmlns:a="http://schemas.openxmlformats.org/drawingml/2006/main">
              <a:ext uri="{FF2B5EF4-FFF2-40B4-BE49-F238E27FC236}">
                <a16:creationId xmlns:a16="http://schemas.microsoft.com/office/drawing/2014/main" id="{A4AF2A9B-4790-4685-AB60-7E92F760958E}"/>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같은 환불의 원천과 Bronze</a:t>
            </a:r>
          </a:p>
        </p:txBody>
      </p:sp>
      <p:sp>
        <p:nvSpPr>
          <p:cNvPr id="6" name="">
            <a:extLst xmlns:a="http://schemas.openxmlformats.org/drawingml/2006/main">
              <a:ext uri="{FF2B5EF4-FFF2-40B4-BE49-F238E27FC236}">
                <a16:creationId xmlns:a16="http://schemas.microsoft.com/office/drawing/2014/main" id="{99C62537-090E-4F5A-BEB0-31A70ACCD748}"/>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7" name="text-50">
            <a:extLst xmlns:a="http://schemas.openxmlformats.org/drawingml/2006/main">
              <a:ext uri="{FF2B5EF4-FFF2-40B4-BE49-F238E27FC236}">
                <a16:creationId xmlns:a16="http://schemas.microsoft.com/office/drawing/2014/main" id="{00D05031-C79D-4FF1-8B64-E29E0D6CD0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8" name="text-51">
            <a:extLst xmlns:a="http://schemas.openxmlformats.org/drawingml/2006/main">
              <a:ext uri="{FF2B5EF4-FFF2-40B4-BE49-F238E27FC236}">
                <a16:creationId xmlns:a16="http://schemas.microsoft.com/office/drawing/2014/main" id="{1D8B1809-7B23-47C6-A634-91FE4293479D}"/>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03</a:t>
            </a:r>
          </a:p>
        </p:txBody>
      </p:sp>
      <p:graphicFrame>
        <p:nvGraphicFramePr>
          <p:cNvPr id="10" name="">
            <a:extLst xmlns:a="http://schemas.openxmlformats.org/drawingml/2006/main">
              <a:ext uri="{FF2B5EF4-FFF2-40B4-BE49-F238E27FC236}">
                <a16:creationId xmlns:a16="http://schemas.microsoft.com/office/drawing/2014/main" id="{9F0920B2-6096-41BB-864B-F7DB62C98180}"/>
              </a:ext>
            </a:extLst>
          </p:cNvPr>
          <p:cNvGraphicFramePr/>
          <p:nvPr/>
        </p:nvGraphicFramePr>
        <p:xfrm>
          <a:off xmlns:a="http://schemas.openxmlformats.org/drawingml/2006/main" x="609600" y="1695450"/>
          <a:ext xmlns:a="http://schemas.openxmlformats.org/drawingml/2006/main" cx="10972800" cy="3476625"/>
        </p:xfrm>
        <a:graphic xmlns:a="http://schemas.openxmlformats.org/drawingml/2006/main">
          <a:graphicData uri="http://schemas.openxmlformats.org/drawingml/2006/table">
            <a:tbl>
              <a:tblPr/>
              <a:tblGrid>
                <a:gridCol w="2286000"/>
                <a:gridCol w="3810000"/>
                <a:gridCol w="4876800"/>
              </a:tblGrid>
              <a:tr h="695325">
                <a:tc>
                  <a:txBody>
                    <a:bodyPr/>
                    <a:lstStyle/>
                    <a:p>
                      <a:r>
                        <a:rPr sz="1875" b="1">
                          <a:solidFill>
                            <a:srgbClr val="22D3EE"/>
                          </a:solidFill>
                          <a:latin typeface="Apple SD Gothic Neo"/>
                          <a:ea typeface="Apple SD Gothic Neo"/>
                          <a:cs typeface="Apple SD Gothic Neo"/>
                        </a:rPr>
                        <a:t>환불 변경</a:t>
                      </a:r>
                    </a:p>
                  </a:txBody>
                  <a:tcPr marL="152400" marR="152400" marT="95250" marB="95250">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c>
                  <a:txBody>
                    <a:bodyPr/>
                    <a:lstStyle/>
                    <a:p>
                      <a:r>
                        <a:rPr sz="1875" b="1">
                          <a:solidFill>
                            <a:srgbClr val="22D3EE"/>
                          </a:solidFill>
                          <a:latin typeface="Apple SD Gothic Neo"/>
                          <a:ea typeface="Apple SD Gothic Neo"/>
                          <a:cs typeface="Apple SD Gothic Neo"/>
                        </a:rPr>
                        <a:t>같은 refund_id의 이력</a:t>
                      </a:r>
                    </a:p>
                  </a:txBody>
                  <a:tcPr marL="152400" marR="152400" marT="95250" marB="95250">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c>
                  <a:txBody>
                    <a:bodyPr/>
                    <a:lstStyle/>
                    <a:p>
                      <a:r>
                        <a:rPr sz="1875" b="1">
                          <a:solidFill>
                            <a:srgbClr val="22D3EE"/>
                          </a:solidFill>
                          <a:latin typeface="Apple SD Gothic Neo"/>
                          <a:ea typeface="Apple SD Gothic Neo"/>
                          <a:cs typeface="Apple SD Gothic Neo"/>
                        </a:rPr>
                        <a:t>변경 후 원천</a:t>
                      </a:r>
                    </a:p>
                  </a:txBody>
                  <a:tcPr marL="152400" marR="152400" marT="95250" marB="95250">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r>
              <a:tr h="695325">
                <a:tc>
                  <a:txBody>
                    <a:bodyPr/>
                    <a:lstStyle/>
                    <a:p>
                      <a:r>
                        <a:rPr sz="1875" b="0">
                          <a:solidFill>
                            <a:srgbClr val="F8FAFC"/>
                          </a:solidFill>
                          <a:latin typeface="Apple SD Gothic Neo"/>
                          <a:ea typeface="Apple SD Gothic Neo"/>
                          <a:cs typeface="Apple SD Gothic Neo"/>
                        </a:rPr>
                        <a:t>생성 c</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after.amount = 20000</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현재 환불 1행</a:t>
                      </a:r>
                    </a:p>
                  </a:txBody>
                  <a:tcPr marL="152400" marR="152400" marT="95250" marB="95250">
                    <a:lnR w="9525">
                      <a:solidFill>
                        <a:srgbClr val="334155"/>
                      </a:solidFill>
                      <a:prstDash val="solid"/>
                    </a:lnR>
                    <a:lnB w="9525">
                      <a:solidFill>
                        <a:srgbClr val="334155"/>
                      </a:solidFill>
                      <a:prstDash val="solid"/>
                    </a:lnB>
                    <a:solidFill>
                      <a:srgbClr val="1E293B"/>
                    </a:solidFill>
                  </a:tcPr>
                </a:tc>
              </a:tr>
              <a:tr h="695325">
                <a:tc>
                  <a:txBody>
                    <a:bodyPr/>
                    <a:lstStyle/>
                    <a:p>
                      <a:r>
                        <a:rPr sz="1875" b="0">
                          <a:solidFill>
                            <a:srgbClr val="F8FAFC"/>
                          </a:solidFill>
                          <a:latin typeface="Apple SD Gothic Neo"/>
                          <a:ea typeface="Apple SD Gothic Neo"/>
                          <a:cs typeface="Apple SD Gothic Neo"/>
                        </a:rPr>
                        <a:t>정정 u</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20000 → 30000</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현재 환불 1행</a:t>
                      </a:r>
                    </a:p>
                  </a:txBody>
                  <a:tcPr marL="152400" marR="152400" marT="95250" marB="95250">
                    <a:lnR w="9525">
                      <a:solidFill>
                        <a:srgbClr val="334155"/>
                      </a:solidFill>
                      <a:prstDash val="solid"/>
                    </a:lnR>
                    <a:lnB w="9525">
                      <a:solidFill>
                        <a:srgbClr val="334155"/>
                      </a:solidFill>
                      <a:prstDash val="solid"/>
                    </a:lnB>
                    <a:solidFill>
                      <a:srgbClr val="1E293B"/>
                    </a:solidFill>
                  </a:tcPr>
                </a:tc>
              </a:tr>
              <a:tr h="695325">
                <a:tc>
                  <a:txBody>
                    <a:bodyPr/>
                    <a:lstStyle/>
                    <a:p>
                      <a:r>
                        <a:rPr sz="1875" b="0">
                          <a:solidFill>
                            <a:srgbClr val="F8FAFC"/>
                          </a:solidFill>
                          <a:latin typeface="Apple SD Gothic Neo"/>
                          <a:ea typeface="Apple SD Gothic Neo"/>
                          <a:cs typeface="Apple SD Gothic Neo"/>
                        </a:rPr>
                        <a:t>철회 d</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before.amount = 30000</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현재 환불 0행</a:t>
                      </a:r>
                    </a:p>
                  </a:txBody>
                  <a:tcPr marL="152400" marR="152400" marT="95250" marB="95250">
                    <a:lnR w="9525">
                      <a:solidFill>
                        <a:srgbClr val="334155"/>
                      </a:solidFill>
                      <a:prstDash val="solid"/>
                    </a:lnR>
                    <a:lnB w="9525">
                      <a:solidFill>
                        <a:srgbClr val="334155"/>
                      </a:solidFill>
                      <a:prstDash val="solid"/>
                    </a:lnB>
                    <a:solidFill>
                      <a:srgbClr val="1E293B"/>
                    </a:solidFill>
                  </a:tcPr>
                </a:tc>
              </a:tr>
              <a:tr h="695325">
                <a:tc>
                  <a:txBody>
                    <a:bodyPr/>
                    <a:lstStyle/>
                    <a:p>
                      <a:r>
                        <a:rPr sz="1875" b="0">
                          <a:solidFill>
                            <a:srgbClr val="F8FAFC"/>
                          </a:solidFill>
                          <a:latin typeface="Apple SD Gothic Neo"/>
                          <a:ea typeface="Apple SD Gothic Neo"/>
                          <a:cs typeface="Apple SD Gothic Neo"/>
                        </a:rPr>
                        <a:t>Bronze</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c / u / d 세 이력 보존</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주문·결제는 유지</a:t>
                      </a:r>
                    </a:p>
                  </a:txBody>
                  <a:tcPr marL="152400" marR="152400" marT="95250" marB="95250">
                    <a:lnR w="9525">
                      <a:solidFill>
                        <a:srgbClr val="334155"/>
                      </a:solidFill>
                      <a:prstDash val="solid"/>
                    </a:lnR>
                    <a:lnB w="9525">
                      <a:solidFill>
                        <a:srgbClr val="334155"/>
                      </a:solidFill>
                      <a:prstDash val="solid"/>
                    </a:lnB>
                    <a:solidFill>
                      <a:srgbClr val="1E293B"/>
                    </a:solidFill>
                  </a:tcPr>
                </a:tc>
              </a:tr>
            </a:tbl>
          </a:graphicData>
        </a:graphic>
      </p:graphicFrame>
      <p:sp>
        <p:nvSpPr>
          <p:cNvPr id="11" name="s03-panel-161">
            <a:extLst xmlns:a="http://schemas.openxmlformats.org/drawingml/2006/main">
              <a:ext uri="{FF2B5EF4-FFF2-40B4-BE49-F238E27FC236}">
                <a16:creationId xmlns:a16="http://schemas.microsoft.com/office/drawing/2014/main" id="{7D6DB973-27F6-4FFF-9AF6-A62C893D3DBC}"/>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12" name="s03-text-162">
            <a:extLst xmlns:a="http://schemas.openxmlformats.org/drawingml/2006/main">
              <a:ext uri="{FF2B5EF4-FFF2-40B4-BE49-F238E27FC236}">
                <a16:creationId xmlns:a16="http://schemas.microsoft.com/office/drawing/2014/main" id="{E04F9E40-532B-486E-AC95-8DACBA0C0BBF}"/>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공통 의미 복습 · 결제 100000원, 환불 한 건의 생성·정정·철회</a:t>
            </a:r>
          </a:p>
        </p:txBody>
      </p:sp>
    </p:spTree>
    <p:extLst>
      <p:ext uri="{BB962C8B-B14F-4D97-AF65-F5344CB8AC3E}">
        <p14:creationId xmlns:p14="http://schemas.microsoft.com/office/powerpoint/2010/main" val="1899261296"/>
      </p:ext>
    </p:extLst>
  </p:cSld>
</p:sld>
</file>

<file path=ppt/slides/slide4.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9" name="text-46">
            <a:extLst xmlns:a="http://schemas.openxmlformats.org/drawingml/2006/main">
              <a:ext uri="{FF2B5EF4-FFF2-40B4-BE49-F238E27FC236}">
                <a16:creationId xmlns:a16="http://schemas.microsoft.com/office/drawing/2014/main" id="{D3F65DCF-B16A-4121-9FC0-34B29F1AB0E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47">
            <a:extLst xmlns:a="http://schemas.openxmlformats.org/drawingml/2006/main">
              <a:ext uri="{FF2B5EF4-FFF2-40B4-BE49-F238E27FC236}">
                <a16:creationId xmlns:a16="http://schemas.microsoft.com/office/drawing/2014/main" id="{A4AF2A9B-4790-4685-AB60-7E92F760958E}"/>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환불 이력 세 줄은 환불 세 건이 아닙니다</a:t>
            </a:r>
          </a:p>
        </p:txBody>
      </p:sp>
      <p:sp>
        <p:nvSpPr>
          <p:cNvPr id="6" name="">
            <a:extLst xmlns:a="http://schemas.openxmlformats.org/drawingml/2006/main">
              <a:ext uri="{FF2B5EF4-FFF2-40B4-BE49-F238E27FC236}">
                <a16:creationId xmlns:a16="http://schemas.microsoft.com/office/drawing/2014/main" id="{99C62537-090E-4F5A-BEB0-31A70ACCD748}"/>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7" name="text-50">
            <a:extLst xmlns:a="http://schemas.openxmlformats.org/drawingml/2006/main">
              <a:ext uri="{FF2B5EF4-FFF2-40B4-BE49-F238E27FC236}">
                <a16:creationId xmlns:a16="http://schemas.microsoft.com/office/drawing/2014/main" id="{00D05031-C79D-4FF1-8B64-E29E0D6CD0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8" name="text-51">
            <a:extLst xmlns:a="http://schemas.openxmlformats.org/drawingml/2006/main">
              <a:ext uri="{FF2B5EF4-FFF2-40B4-BE49-F238E27FC236}">
                <a16:creationId xmlns:a16="http://schemas.microsoft.com/office/drawing/2014/main" id="{1D8B1809-7B23-47C6-A634-91FE4293479D}"/>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04</a:t>
            </a:r>
          </a:p>
        </p:txBody>
      </p:sp>
      <p:sp>
        <p:nvSpPr>
          <p:cNvPr id="10" name="first-flink-panel-24">
            <a:extLst xmlns:a="http://schemas.openxmlformats.org/drawingml/2006/main">
              <a:ext uri="{FF2B5EF4-FFF2-40B4-BE49-F238E27FC236}">
                <a16:creationId xmlns:a16="http://schemas.microsoft.com/office/drawing/2014/main" id="{7E8A25FE-5721-4110-A971-5AE940D35AEC}"/>
              </a:ext>
            </a:extLst>
          </p:cNvPr>
          <p:cNvSpPr>
            <a:spLocks xmlns:a="http://schemas.openxmlformats.org/drawingml/2006/main" noGrp="1"/>
          </p:cNvSpPr>
          <p:nvPr/>
        </p:nvSpPr>
        <p:spPr>
          <a:xfrm xmlns:a="http://schemas.openxmlformats.org/drawingml/2006/main">
            <a:off x="609600" y="1809750"/>
            <a:ext cx="5353050" cy="3314700"/>
          </a:xfrm>
          <a:prstGeom xmlns:a="http://schemas.openxmlformats.org/drawingml/2006/main" prst="roundRect">
            <a:avLst>
              <a:gd name="adj" fmla="val 2586"/>
            </a:avLst>
          </a:prstGeom>
          <a:solidFill xmlns:a="http://schemas.openxmlformats.org/drawingml/2006/main">
            <a:srgbClr val="1E293B"/>
          </a:solidFill>
          <a:ln xmlns:a="http://schemas.openxmlformats.org/drawingml/2006/main" w="9525">
            <a:solidFill>
              <a:srgbClr val="334155"/>
            </a:solidFill>
          </a:ln>
        </p:spPr>
      </p:sp>
      <p:sp>
        <p:nvSpPr>
          <p:cNvPr id="11" name="first-flink-text-25">
            <a:extLst xmlns:a="http://schemas.openxmlformats.org/drawingml/2006/main">
              <a:ext uri="{FF2B5EF4-FFF2-40B4-BE49-F238E27FC236}">
                <a16:creationId xmlns:a16="http://schemas.microsoft.com/office/drawing/2014/main" id="{B5636EA6-F1D5-458A-89E6-1052AF8F40F0}"/>
              </a:ext>
            </a:extLst>
          </p:cNvPr>
          <p:cNvSpPr>
            <a:spLocks xmlns:a="http://schemas.openxmlformats.org/drawingml/2006/main" noGrp="1"/>
          </p:cNvSpPr>
          <p:nvPr/>
        </p:nvSpPr>
        <p:spPr>
          <a:xfrm xmlns:a="http://schemas.openxmlformats.org/drawingml/2006/main">
            <a:off x="819150" y="2028825"/>
            <a:ext cx="4933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2D3EE"/>
                </a:solidFill>
                <a:latin typeface="Apple SD Gothic Neo"/>
                <a:ea typeface="Apple SD Gothic Neo"/>
                <a:cs typeface="Apple SD Gothic Neo"/>
              </a:defRPr>
            </a:defPPr>
            <a:lvl1pPr algn="l">
              <a:buNone/>
              <a:defRPr sz="2100" b="1">
                <a:solidFill>
                  <a:srgbClr val="22D3EE"/>
                </a:solidFill>
                <a:latin typeface="Apple SD Gothic Neo"/>
                <a:ea typeface="Apple SD Gothic Neo"/>
                <a:cs typeface="Apple SD Gothic Neo"/>
              </a:defRPr>
            </a:lvl1pPr>
            <a:lvl2pPr algn="l">
              <a:buNone/>
              <a:defRPr sz="2100" b="1">
                <a:solidFill>
                  <a:srgbClr val="22D3EE"/>
                </a:solidFill>
                <a:latin typeface="Apple SD Gothic Neo"/>
                <a:ea typeface="Apple SD Gothic Neo"/>
                <a:cs typeface="Apple SD Gothic Neo"/>
              </a:defRPr>
            </a:lvl2pPr>
            <a:lvl3pPr algn="l">
              <a:buNone/>
              <a:defRPr sz="2100" b="1">
                <a:solidFill>
                  <a:srgbClr val="22D3EE"/>
                </a:solidFill>
                <a:latin typeface="Apple SD Gothic Neo"/>
                <a:ea typeface="Apple SD Gothic Neo"/>
                <a:cs typeface="Apple SD Gothic Neo"/>
              </a:defRPr>
            </a:lvl3pPr>
            <a:lvl4pPr algn="l">
              <a:buNone/>
              <a:defRPr sz="2100" b="1">
                <a:solidFill>
                  <a:srgbClr val="22D3EE"/>
                </a:solidFill>
                <a:latin typeface="Apple SD Gothic Neo"/>
                <a:ea typeface="Apple SD Gothic Neo"/>
                <a:cs typeface="Apple SD Gothic Neo"/>
              </a:defRPr>
            </a:lvl4pPr>
            <a:lvl5pPr algn="l">
              <a:buNone/>
              <a:defRPr sz="2100" b="1">
                <a:solidFill>
                  <a:srgbClr val="22D3EE"/>
                </a:solidFill>
                <a:latin typeface="Apple SD Gothic Neo"/>
                <a:ea typeface="Apple SD Gothic Neo"/>
                <a:cs typeface="Apple SD Gothic Neo"/>
              </a:defRPr>
            </a:lvl5pPr>
            <a:lvl6pPr algn="l">
              <a:buNone/>
              <a:defRPr sz="2100" b="1">
                <a:solidFill>
                  <a:srgbClr val="22D3EE"/>
                </a:solidFill>
                <a:latin typeface="Apple SD Gothic Neo"/>
                <a:ea typeface="Apple SD Gothic Neo"/>
                <a:cs typeface="Apple SD Gothic Neo"/>
              </a:defRPr>
            </a:lvl6pPr>
            <a:lvl7pPr algn="l">
              <a:buNone/>
              <a:defRPr sz="2100" b="1">
                <a:solidFill>
                  <a:srgbClr val="22D3EE"/>
                </a:solidFill>
                <a:latin typeface="Apple SD Gothic Neo"/>
                <a:ea typeface="Apple SD Gothic Neo"/>
                <a:cs typeface="Apple SD Gothic Neo"/>
              </a:defRPr>
            </a:lvl7pPr>
            <a:lvl8pPr algn="l">
              <a:buNone/>
              <a:defRPr sz="2100" b="1">
                <a:solidFill>
                  <a:srgbClr val="22D3EE"/>
                </a:solidFill>
                <a:latin typeface="Apple SD Gothic Neo"/>
                <a:ea typeface="Apple SD Gothic Neo"/>
                <a:cs typeface="Apple SD Gothic Neo"/>
              </a:defRPr>
            </a:lvl8pPr>
            <a:lvl9pPr algn="l">
              <a:buNone/>
              <a:defRPr sz="2100" b="1">
                <a:solidFill>
                  <a:srgbClr val="22D3EE"/>
                </a:solidFill>
                <a:latin typeface="Apple SD Gothic Neo"/>
                <a:ea typeface="Apple SD Gothic Neo"/>
                <a:cs typeface="Apple SD Gothic Neo"/>
              </a:defRPr>
            </a:lvl9pPr>
          </a:lstStyle>
          <a:p xmlns:a="http://schemas.openxmlformats.org/drawingml/2006/main">
            <a:pPr algn="l">
              <a:buNone/>
              <a:defRPr sz="2100" b="1">
                <a:solidFill>
                  <a:srgbClr val="22D3EE"/>
                </a:solidFill>
                <a:latin typeface="Apple SD Gothic Neo"/>
                <a:ea typeface="Apple SD Gothic Neo"/>
                <a:cs typeface="Apple SD Gothic Neo"/>
              </a:defRPr>
            </a:pPr>
            <a:r>
              <a:rPr sz="2100" b="1">
                <a:solidFill>
                  <a:srgbClr val="22D3EE"/>
                </a:solidFill>
                <a:latin typeface="Apple SD Gothic Neo"/>
                <a:ea typeface="Apple SD Gothic Neo"/>
                <a:cs typeface="Apple SD Gothic Neo"/>
              </a:rPr>
              <a:t>이력의 질문</a:t>
            </a:r>
          </a:p>
        </p:txBody>
      </p:sp>
      <p:sp>
        <p:nvSpPr>
          <p:cNvPr id="12" name="first-flink-text-26">
            <a:extLst xmlns:a="http://schemas.openxmlformats.org/drawingml/2006/main">
              <a:ext uri="{FF2B5EF4-FFF2-40B4-BE49-F238E27FC236}">
                <a16:creationId xmlns:a16="http://schemas.microsoft.com/office/drawing/2014/main" id="{35CE7EF9-5A20-4FF6-9DE4-701E513B1A8A}"/>
              </a:ext>
            </a:extLst>
          </p:cNvPr>
          <p:cNvSpPr>
            <a:spLocks xmlns:a="http://schemas.openxmlformats.org/drawingml/2006/main" noGrp="1"/>
          </p:cNvSpPr>
          <p:nvPr/>
        </p:nvSpPr>
        <p:spPr>
          <a:xfrm xmlns:a="http://schemas.openxmlformats.org/drawingml/2006/main">
            <a:off x="819150" y="2847975"/>
            <a:ext cx="493395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AFC"/>
                </a:solidFill>
                <a:latin typeface="Apple SD Gothic Neo"/>
                <a:ea typeface="Apple SD Gothic Neo"/>
                <a:cs typeface="Apple SD Gothic Neo"/>
              </a:defRPr>
            </a:defPPr>
            <a:lvl1pPr algn="l">
              <a:buNone/>
              <a:defRPr sz="2025" b="0">
                <a:solidFill>
                  <a:srgbClr val="F8FAFC"/>
                </a:solidFill>
                <a:latin typeface="Apple SD Gothic Neo"/>
                <a:ea typeface="Apple SD Gothic Neo"/>
                <a:cs typeface="Apple SD Gothic Neo"/>
              </a:defRPr>
            </a:lvl1pPr>
            <a:lvl2pPr algn="l">
              <a:buNone/>
              <a:defRPr sz="2025" b="0">
                <a:solidFill>
                  <a:srgbClr val="F8FAFC"/>
                </a:solidFill>
                <a:latin typeface="Apple SD Gothic Neo"/>
                <a:ea typeface="Apple SD Gothic Neo"/>
                <a:cs typeface="Apple SD Gothic Neo"/>
              </a:defRPr>
            </a:lvl2pPr>
            <a:lvl3pPr algn="l">
              <a:buNone/>
              <a:defRPr sz="2025" b="0">
                <a:solidFill>
                  <a:srgbClr val="F8FAFC"/>
                </a:solidFill>
                <a:latin typeface="Apple SD Gothic Neo"/>
                <a:ea typeface="Apple SD Gothic Neo"/>
                <a:cs typeface="Apple SD Gothic Neo"/>
              </a:defRPr>
            </a:lvl3pPr>
            <a:lvl4pPr algn="l">
              <a:buNone/>
              <a:defRPr sz="2025" b="0">
                <a:solidFill>
                  <a:srgbClr val="F8FAFC"/>
                </a:solidFill>
                <a:latin typeface="Apple SD Gothic Neo"/>
                <a:ea typeface="Apple SD Gothic Neo"/>
                <a:cs typeface="Apple SD Gothic Neo"/>
              </a:defRPr>
            </a:lvl4pPr>
            <a:lvl5pPr algn="l">
              <a:buNone/>
              <a:defRPr sz="2025" b="0">
                <a:solidFill>
                  <a:srgbClr val="F8FAFC"/>
                </a:solidFill>
                <a:latin typeface="Apple SD Gothic Neo"/>
                <a:ea typeface="Apple SD Gothic Neo"/>
                <a:cs typeface="Apple SD Gothic Neo"/>
              </a:defRPr>
            </a:lvl5pPr>
            <a:lvl6pPr algn="l">
              <a:buNone/>
              <a:defRPr sz="2025" b="0">
                <a:solidFill>
                  <a:srgbClr val="F8FAFC"/>
                </a:solidFill>
                <a:latin typeface="Apple SD Gothic Neo"/>
                <a:ea typeface="Apple SD Gothic Neo"/>
                <a:cs typeface="Apple SD Gothic Neo"/>
              </a:defRPr>
            </a:lvl6pPr>
            <a:lvl7pPr algn="l">
              <a:buNone/>
              <a:defRPr sz="2025" b="0">
                <a:solidFill>
                  <a:srgbClr val="F8FAFC"/>
                </a:solidFill>
                <a:latin typeface="Apple SD Gothic Neo"/>
                <a:ea typeface="Apple SD Gothic Neo"/>
                <a:cs typeface="Apple SD Gothic Neo"/>
              </a:defRPr>
            </a:lvl7pPr>
            <a:lvl8pPr algn="l">
              <a:buNone/>
              <a:defRPr sz="2025" b="0">
                <a:solidFill>
                  <a:srgbClr val="F8FAFC"/>
                </a:solidFill>
                <a:latin typeface="Apple SD Gothic Neo"/>
                <a:ea typeface="Apple SD Gothic Neo"/>
                <a:cs typeface="Apple SD Gothic Neo"/>
              </a:defRPr>
            </a:lvl8pPr>
            <a:lvl9pPr algn="l">
              <a:buNone/>
              <a:defRPr sz="2025" b="0">
                <a:solidFill>
                  <a:srgbClr val="F8FAFC"/>
                </a:solidFill>
                <a:latin typeface="Apple SD Gothic Neo"/>
                <a:ea typeface="Apple SD Gothic Neo"/>
                <a:cs typeface="Apple SD Gothic Neo"/>
              </a:defRPr>
            </a:lvl9pPr>
          </a:lstStyle>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무슨 변경이 있었나요?</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같은 키의 여러 버전 보관</a:t>
            </a:r>
          </a:p>
        </p:txBody>
      </p:sp>
      <p:sp>
        <p:nvSpPr>
          <p:cNvPr id="13" name="first-flink-panel-27">
            <a:extLst xmlns:a="http://schemas.openxmlformats.org/drawingml/2006/main">
              <a:ext uri="{FF2B5EF4-FFF2-40B4-BE49-F238E27FC236}">
                <a16:creationId xmlns:a16="http://schemas.microsoft.com/office/drawing/2014/main" id="{70004556-3AE2-4AE8-AFA2-A4749887BEDA}"/>
              </a:ext>
            </a:extLst>
          </p:cNvPr>
          <p:cNvSpPr>
            <a:spLocks xmlns:a="http://schemas.openxmlformats.org/drawingml/2006/main" noGrp="1"/>
          </p:cNvSpPr>
          <p:nvPr/>
        </p:nvSpPr>
        <p:spPr>
          <a:xfrm xmlns:a="http://schemas.openxmlformats.org/drawingml/2006/main">
            <a:off x="6229350" y="1809750"/>
            <a:ext cx="5353050" cy="3314700"/>
          </a:xfrm>
          <a:prstGeom xmlns:a="http://schemas.openxmlformats.org/drawingml/2006/main" prst="roundRect">
            <a:avLst>
              <a:gd name="adj" fmla="val 2586"/>
            </a:avLst>
          </a:prstGeom>
          <a:solidFill xmlns:a="http://schemas.openxmlformats.org/drawingml/2006/main">
            <a:srgbClr val="1E293B"/>
          </a:solidFill>
          <a:ln xmlns:a="http://schemas.openxmlformats.org/drawingml/2006/main" w="9525">
            <a:solidFill>
              <a:srgbClr val="334155"/>
            </a:solidFill>
          </a:ln>
        </p:spPr>
      </p:sp>
      <p:sp>
        <p:nvSpPr>
          <p:cNvPr id="14" name="first-flink-text-28">
            <a:extLst xmlns:a="http://schemas.openxmlformats.org/drawingml/2006/main">
              <a:ext uri="{FF2B5EF4-FFF2-40B4-BE49-F238E27FC236}">
                <a16:creationId xmlns:a16="http://schemas.microsoft.com/office/drawing/2014/main" id="{1D19D5BE-557B-4C45-9FB7-9E7908B69B9F}"/>
              </a:ext>
            </a:extLst>
          </p:cNvPr>
          <p:cNvSpPr>
            <a:spLocks xmlns:a="http://schemas.openxmlformats.org/drawingml/2006/main" noGrp="1"/>
          </p:cNvSpPr>
          <p:nvPr/>
        </p:nvSpPr>
        <p:spPr>
          <a:xfrm xmlns:a="http://schemas.openxmlformats.org/drawingml/2006/main">
            <a:off x="6438900" y="2028825"/>
            <a:ext cx="4933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B923C"/>
                </a:solidFill>
                <a:latin typeface="Apple SD Gothic Neo"/>
                <a:ea typeface="Apple SD Gothic Neo"/>
                <a:cs typeface="Apple SD Gothic Neo"/>
              </a:defRPr>
            </a:defPPr>
            <a:lvl1pPr algn="l">
              <a:buNone/>
              <a:defRPr sz="2100" b="1">
                <a:solidFill>
                  <a:srgbClr val="FB923C"/>
                </a:solidFill>
                <a:latin typeface="Apple SD Gothic Neo"/>
                <a:ea typeface="Apple SD Gothic Neo"/>
                <a:cs typeface="Apple SD Gothic Neo"/>
              </a:defRPr>
            </a:lvl1pPr>
            <a:lvl2pPr algn="l">
              <a:buNone/>
              <a:defRPr sz="2100" b="1">
                <a:solidFill>
                  <a:srgbClr val="FB923C"/>
                </a:solidFill>
                <a:latin typeface="Apple SD Gothic Neo"/>
                <a:ea typeface="Apple SD Gothic Neo"/>
                <a:cs typeface="Apple SD Gothic Neo"/>
              </a:defRPr>
            </a:lvl2pPr>
            <a:lvl3pPr algn="l">
              <a:buNone/>
              <a:defRPr sz="2100" b="1">
                <a:solidFill>
                  <a:srgbClr val="FB923C"/>
                </a:solidFill>
                <a:latin typeface="Apple SD Gothic Neo"/>
                <a:ea typeface="Apple SD Gothic Neo"/>
                <a:cs typeface="Apple SD Gothic Neo"/>
              </a:defRPr>
            </a:lvl3pPr>
            <a:lvl4pPr algn="l">
              <a:buNone/>
              <a:defRPr sz="2100" b="1">
                <a:solidFill>
                  <a:srgbClr val="FB923C"/>
                </a:solidFill>
                <a:latin typeface="Apple SD Gothic Neo"/>
                <a:ea typeface="Apple SD Gothic Neo"/>
                <a:cs typeface="Apple SD Gothic Neo"/>
              </a:defRPr>
            </a:lvl4pPr>
            <a:lvl5pPr algn="l">
              <a:buNone/>
              <a:defRPr sz="2100" b="1">
                <a:solidFill>
                  <a:srgbClr val="FB923C"/>
                </a:solidFill>
                <a:latin typeface="Apple SD Gothic Neo"/>
                <a:ea typeface="Apple SD Gothic Neo"/>
                <a:cs typeface="Apple SD Gothic Neo"/>
              </a:defRPr>
            </a:lvl5pPr>
            <a:lvl6pPr algn="l">
              <a:buNone/>
              <a:defRPr sz="2100" b="1">
                <a:solidFill>
                  <a:srgbClr val="FB923C"/>
                </a:solidFill>
                <a:latin typeface="Apple SD Gothic Neo"/>
                <a:ea typeface="Apple SD Gothic Neo"/>
                <a:cs typeface="Apple SD Gothic Neo"/>
              </a:defRPr>
            </a:lvl6pPr>
            <a:lvl7pPr algn="l">
              <a:buNone/>
              <a:defRPr sz="2100" b="1">
                <a:solidFill>
                  <a:srgbClr val="FB923C"/>
                </a:solidFill>
                <a:latin typeface="Apple SD Gothic Neo"/>
                <a:ea typeface="Apple SD Gothic Neo"/>
                <a:cs typeface="Apple SD Gothic Neo"/>
              </a:defRPr>
            </a:lvl7pPr>
            <a:lvl8pPr algn="l">
              <a:buNone/>
              <a:defRPr sz="2100" b="1">
                <a:solidFill>
                  <a:srgbClr val="FB923C"/>
                </a:solidFill>
                <a:latin typeface="Apple SD Gothic Neo"/>
                <a:ea typeface="Apple SD Gothic Neo"/>
                <a:cs typeface="Apple SD Gothic Neo"/>
              </a:defRPr>
            </a:lvl8pPr>
            <a:lvl9pPr algn="l">
              <a:buNone/>
              <a:defRPr sz="2100" b="1">
                <a:solidFill>
                  <a:srgbClr val="FB923C"/>
                </a:solidFill>
                <a:latin typeface="Apple SD Gothic Neo"/>
                <a:ea typeface="Apple SD Gothic Neo"/>
                <a:cs typeface="Apple SD Gothic Neo"/>
              </a:defRPr>
            </a:lvl9pPr>
          </a:lstStyle>
          <a:p xmlns:a="http://schemas.openxmlformats.org/drawingml/2006/main">
            <a:pPr algn="l">
              <a:buNone/>
              <a:defRPr sz="2100" b="1">
                <a:solidFill>
                  <a:srgbClr val="FB923C"/>
                </a:solidFill>
                <a:latin typeface="Apple SD Gothic Neo"/>
                <a:ea typeface="Apple SD Gothic Neo"/>
                <a:cs typeface="Apple SD Gothic Neo"/>
              </a:defRPr>
            </a:pPr>
            <a:r>
              <a:rPr sz="2100" b="1">
                <a:solidFill>
                  <a:srgbClr val="FB923C"/>
                </a:solidFill>
                <a:latin typeface="Apple SD Gothic Neo"/>
                <a:ea typeface="Apple SD Gothic Neo"/>
                <a:cs typeface="Apple SD Gothic Neo"/>
              </a:rPr>
              <a:t>현재 상태의 질문</a:t>
            </a:r>
          </a:p>
        </p:txBody>
      </p:sp>
      <p:sp>
        <p:nvSpPr>
          <p:cNvPr id="15" name="first-flink-text-29">
            <a:extLst xmlns:a="http://schemas.openxmlformats.org/drawingml/2006/main">
              <a:ext uri="{FF2B5EF4-FFF2-40B4-BE49-F238E27FC236}">
                <a16:creationId xmlns:a16="http://schemas.microsoft.com/office/drawing/2014/main" id="{9869B682-0573-421D-A104-DBFBACCDEF63}"/>
              </a:ext>
            </a:extLst>
          </p:cNvPr>
          <p:cNvSpPr>
            <a:spLocks xmlns:a="http://schemas.openxmlformats.org/drawingml/2006/main" noGrp="1"/>
          </p:cNvSpPr>
          <p:nvPr/>
        </p:nvSpPr>
        <p:spPr>
          <a:xfrm xmlns:a="http://schemas.openxmlformats.org/drawingml/2006/main">
            <a:off x="6438900" y="2847975"/>
            <a:ext cx="493395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AFC"/>
                </a:solidFill>
                <a:latin typeface="Apple SD Gothic Neo"/>
                <a:ea typeface="Apple SD Gothic Neo"/>
                <a:cs typeface="Apple SD Gothic Neo"/>
              </a:defRPr>
            </a:defPPr>
            <a:lvl1pPr algn="l">
              <a:buNone/>
              <a:defRPr sz="2025" b="0">
                <a:solidFill>
                  <a:srgbClr val="F8FAFC"/>
                </a:solidFill>
                <a:latin typeface="Apple SD Gothic Neo"/>
                <a:ea typeface="Apple SD Gothic Neo"/>
                <a:cs typeface="Apple SD Gothic Neo"/>
              </a:defRPr>
            </a:lvl1pPr>
            <a:lvl2pPr algn="l">
              <a:buNone/>
              <a:defRPr sz="2025" b="0">
                <a:solidFill>
                  <a:srgbClr val="F8FAFC"/>
                </a:solidFill>
                <a:latin typeface="Apple SD Gothic Neo"/>
                <a:ea typeface="Apple SD Gothic Neo"/>
                <a:cs typeface="Apple SD Gothic Neo"/>
              </a:defRPr>
            </a:lvl2pPr>
            <a:lvl3pPr algn="l">
              <a:buNone/>
              <a:defRPr sz="2025" b="0">
                <a:solidFill>
                  <a:srgbClr val="F8FAFC"/>
                </a:solidFill>
                <a:latin typeface="Apple SD Gothic Neo"/>
                <a:ea typeface="Apple SD Gothic Neo"/>
                <a:cs typeface="Apple SD Gothic Neo"/>
              </a:defRPr>
            </a:lvl3pPr>
            <a:lvl4pPr algn="l">
              <a:buNone/>
              <a:defRPr sz="2025" b="0">
                <a:solidFill>
                  <a:srgbClr val="F8FAFC"/>
                </a:solidFill>
                <a:latin typeface="Apple SD Gothic Neo"/>
                <a:ea typeface="Apple SD Gothic Neo"/>
                <a:cs typeface="Apple SD Gothic Neo"/>
              </a:defRPr>
            </a:lvl4pPr>
            <a:lvl5pPr algn="l">
              <a:buNone/>
              <a:defRPr sz="2025" b="0">
                <a:solidFill>
                  <a:srgbClr val="F8FAFC"/>
                </a:solidFill>
                <a:latin typeface="Apple SD Gothic Neo"/>
                <a:ea typeface="Apple SD Gothic Neo"/>
                <a:cs typeface="Apple SD Gothic Neo"/>
              </a:defRPr>
            </a:lvl5pPr>
            <a:lvl6pPr algn="l">
              <a:buNone/>
              <a:defRPr sz="2025" b="0">
                <a:solidFill>
                  <a:srgbClr val="F8FAFC"/>
                </a:solidFill>
                <a:latin typeface="Apple SD Gothic Neo"/>
                <a:ea typeface="Apple SD Gothic Neo"/>
                <a:cs typeface="Apple SD Gothic Neo"/>
              </a:defRPr>
            </a:lvl6pPr>
            <a:lvl7pPr algn="l">
              <a:buNone/>
              <a:defRPr sz="2025" b="0">
                <a:solidFill>
                  <a:srgbClr val="F8FAFC"/>
                </a:solidFill>
                <a:latin typeface="Apple SD Gothic Neo"/>
                <a:ea typeface="Apple SD Gothic Neo"/>
                <a:cs typeface="Apple SD Gothic Neo"/>
              </a:defRPr>
            </a:lvl7pPr>
            <a:lvl8pPr algn="l">
              <a:buNone/>
              <a:defRPr sz="2025" b="0">
                <a:solidFill>
                  <a:srgbClr val="F8FAFC"/>
                </a:solidFill>
                <a:latin typeface="Apple SD Gothic Neo"/>
                <a:ea typeface="Apple SD Gothic Neo"/>
                <a:cs typeface="Apple SD Gothic Neo"/>
              </a:defRPr>
            </a:lvl8pPr>
            <a:lvl9pPr algn="l">
              <a:buNone/>
              <a:defRPr sz="2025" b="0">
                <a:solidFill>
                  <a:srgbClr val="F8FAFC"/>
                </a:solidFill>
                <a:latin typeface="Apple SD Gothic Neo"/>
                <a:ea typeface="Apple SD Gothic Neo"/>
                <a:cs typeface="Apple SD Gothic Neo"/>
              </a:defRPr>
            </a:lvl9pPr>
          </a:lstStyle>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지금 유효한 환불은?</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키·버전·삭제 규칙 필요</a:t>
            </a:r>
          </a:p>
        </p:txBody>
      </p:sp>
      <p:sp>
        <p:nvSpPr>
          <p:cNvPr id="16" name="first-flink-panel-30">
            <a:extLst xmlns:a="http://schemas.openxmlformats.org/drawingml/2006/main">
              <a:ext uri="{FF2B5EF4-FFF2-40B4-BE49-F238E27FC236}">
                <a16:creationId xmlns:a16="http://schemas.microsoft.com/office/drawing/2014/main" id="{B89EE408-3FD0-4AEF-A4A1-B107F1BD0F46}"/>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17" name="first-flink-text-31">
            <a:extLst xmlns:a="http://schemas.openxmlformats.org/drawingml/2006/main">
              <a:ext uri="{FF2B5EF4-FFF2-40B4-BE49-F238E27FC236}">
                <a16:creationId xmlns:a16="http://schemas.microsoft.com/office/drawing/2014/main" id="{376F5ACE-817D-4573-84D1-482C76AA8155}"/>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20000원과 30000원은 같은 환불의 서로 다른 버전입니다</a:t>
            </a:r>
          </a:p>
        </p:txBody>
      </p:sp>
    </p:spTree>
    <p:extLst>
      <p:ext uri="{BB962C8B-B14F-4D97-AF65-F5344CB8AC3E}">
        <p14:creationId xmlns:p14="http://schemas.microsoft.com/office/powerpoint/2010/main" val="1899261296"/>
      </p:ext>
    </p:extLst>
  </p:cSld>
</p:sld>
</file>

<file path=ppt/slides/slide5.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9" name="text-46">
            <a:extLst xmlns:a="http://schemas.openxmlformats.org/drawingml/2006/main">
              <a:ext uri="{FF2B5EF4-FFF2-40B4-BE49-F238E27FC236}">
                <a16:creationId xmlns:a16="http://schemas.microsoft.com/office/drawing/2014/main" id="{D3F65DCF-B16A-4121-9FC0-34B29F1AB0E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47">
            <a:extLst xmlns:a="http://schemas.openxmlformats.org/drawingml/2006/main">
              <a:ext uri="{FF2B5EF4-FFF2-40B4-BE49-F238E27FC236}">
                <a16:creationId xmlns:a16="http://schemas.microsoft.com/office/drawing/2014/main" id="{A4AF2A9B-4790-4685-AB60-7E92F760958E}"/>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오늘 확인할 다섯 가지 결과</a:t>
            </a:r>
          </a:p>
        </p:txBody>
      </p:sp>
      <p:sp>
        <p:nvSpPr>
          <p:cNvPr id="6" name="">
            <a:extLst xmlns:a="http://schemas.openxmlformats.org/drawingml/2006/main">
              <a:ext uri="{FF2B5EF4-FFF2-40B4-BE49-F238E27FC236}">
                <a16:creationId xmlns:a16="http://schemas.microsoft.com/office/drawing/2014/main" id="{99C62537-090E-4F5A-BEB0-31A70ACCD748}"/>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7" name="text-50">
            <a:extLst xmlns:a="http://schemas.openxmlformats.org/drawingml/2006/main">
              <a:ext uri="{FF2B5EF4-FFF2-40B4-BE49-F238E27FC236}">
                <a16:creationId xmlns:a16="http://schemas.microsoft.com/office/drawing/2014/main" id="{00D05031-C79D-4FF1-8B64-E29E0D6CD0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8" name="text-51">
            <a:extLst xmlns:a="http://schemas.openxmlformats.org/drawingml/2006/main">
              <a:ext uri="{FF2B5EF4-FFF2-40B4-BE49-F238E27FC236}">
                <a16:creationId xmlns:a16="http://schemas.microsoft.com/office/drawing/2014/main" id="{1D8B1809-7B23-47C6-A634-91FE4293479D}"/>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05</a:t>
            </a:r>
          </a:p>
        </p:txBody>
      </p:sp>
      <p:graphicFrame>
        <p:nvGraphicFramePr>
          <p:cNvPr id="10" name="">
            <a:extLst xmlns:a="http://schemas.openxmlformats.org/drawingml/2006/main">
              <a:ext uri="{FF2B5EF4-FFF2-40B4-BE49-F238E27FC236}">
                <a16:creationId xmlns:a16="http://schemas.microsoft.com/office/drawing/2014/main" id="{829A1295-1A21-4C3F-B93A-E44F66389DD6}"/>
              </a:ext>
            </a:extLst>
          </p:cNvPr>
          <p:cNvGraphicFramePr/>
          <p:nvPr/>
        </p:nvGraphicFramePr>
        <p:xfrm>
          <a:off xmlns:a="http://schemas.openxmlformats.org/drawingml/2006/main" x="609600" y="1695450"/>
          <a:ext xmlns:a="http://schemas.openxmlformats.org/drawingml/2006/main" cx="10972800" cy="4171950"/>
        </p:xfrm>
        <a:graphic xmlns:a="http://schemas.openxmlformats.org/drawingml/2006/main">
          <a:graphicData uri="http://schemas.openxmlformats.org/drawingml/2006/table">
            <a:tbl>
              <a:tblPr/>
              <a:tblGrid>
                <a:gridCol w="3333750"/>
                <a:gridCol w="7639050"/>
              </a:tblGrid>
              <a:tr h="579438">
                <a:tc>
                  <a:txBody>
                    <a:bodyPr/>
                    <a:lstStyle/>
                    <a:p>
                      <a:r>
                        <a:rPr sz="1875" b="1">
                          <a:solidFill>
                            <a:srgbClr val="22D3EE"/>
                          </a:solidFill>
                          <a:latin typeface="Apple SD Gothic Neo"/>
                          <a:ea typeface="Apple SD Gothic Neo"/>
                          <a:cs typeface="Apple SD Gothic Neo"/>
                        </a:rPr>
                        <a:t>검증할 것</a:t>
                      </a:r>
                    </a:p>
                  </a:txBody>
                  <a:tcPr marL="152400" marR="152400" marT="95250" marB="95250">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c>
                  <a:txBody>
                    <a:bodyPr/>
                    <a:lstStyle/>
                    <a:p>
                      <a:r>
                        <a:rPr sz="1875" b="1">
                          <a:solidFill>
                            <a:srgbClr val="22D3EE"/>
                          </a:solidFill>
                          <a:latin typeface="Apple SD Gothic Neo"/>
                          <a:ea typeface="Apple SD Gothic Neo"/>
                          <a:cs typeface="Apple SD Gothic Neo"/>
                        </a:rPr>
                        <a:t>기대 상태</a:t>
                      </a:r>
                    </a:p>
                  </a:txBody>
                  <a:tcPr marL="152400" marR="152400" marT="95250" marB="95250">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r>
              <a:tr h="579438">
                <a:tc>
                  <a:txBody>
                    <a:bodyPr/>
                    <a:lstStyle/>
                    <a:p>
                      <a:r>
                        <a:rPr sz="1875" b="0">
                          <a:solidFill>
                            <a:srgbClr val="F8FAFC"/>
                          </a:solidFill>
                          <a:latin typeface="Apple SD Gothic Neo"/>
                          <a:ea typeface="Apple SD Gothic Neo"/>
                          <a:cs typeface="Apple SD Gothic Neo"/>
                        </a:rPr>
                        <a:t>PK 한 행</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같은 키는 현재 snapshot에 한 행 보존</a:t>
                      </a:r>
                    </a:p>
                  </a:txBody>
                  <a:tcPr marL="152400" marR="152400" marT="95250" marB="95250">
                    <a:lnR w="9525">
                      <a:solidFill>
                        <a:srgbClr val="334155"/>
                      </a:solidFill>
                      <a:prstDash val="solid"/>
                    </a:lnR>
                    <a:lnB w="9525">
                      <a:solidFill>
                        <a:srgbClr val="334155"/>
                      </a:solidFill>
                      <a:prstDash val="solid"/>
                    </a:lnB>
                    <a:solidFill>
                      <a:srgbClr val="1E293B"/>
                    </a:solidFill>
                  </a:tcPr>
                </a:tc>
              </a:tr>
              <a:tr h="579438">
                <a:tc>
                  <a:txBody>
                    <a:bodyPr/>
                    <a:lstStyle/>
                    <a:p>
                      <a:r>
                        <a:rPr sz="1875" b="0">
                          <a:solidFill>
                            <a:srgbClr val="F8FAFC"/>
                          </a:solidFill>
                          <a:latin typeface="Apple SD Gothic Neo"/>
                          <a:ea typeface="Apple SD Gothic Neo"/>
                          <a:cs typeface="Apple SD Gothic Neo"/>
                        </a:rPr>
                        <a:t>최신 버전</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비교 범위 안에서 최신 원천 버전 선택</a:t>
                      </a:r>
                    </a:p>
                  </a:txBody>
                  <a:tcPr marL="152400" marR="152400" marT="95250" marB="95250">
                    <a:lnR w="9525">
                      <a:solidFill>
                        <a:srgbClr val="334155"/>
                      </a:solidFill>
                      <a:prstDash val="solid"/>
                    </a:lnR>
                    <a:lnB w="9525">
                      <a:solidFill>
                        <a:srgbClr val="334155"/>
                      </a:solidFill>
                      <a:prstDash val="solid"/>
                    </a:lnB>
                    <a:solidFill>
                      <a:srgbClr val="1E293B"/>
                    </a:solidFill>
                  </a:tcPr>
                </a:tc>
              </a:tr>
              <a:tr h="579438">
                <a:tc>
                  <a:txBody>
                    <a:bodyPr/>
                    <a:lstStyle/>
                    <a:p>
                      <a:r>
                        <a:rPr sz="1875" b="0">
                          <a:solidFill>
                            <a:srgbClr val="F8FAFC"/>
                          </a:solidFill>
                          <a:latin typeface="Apple SD Gothic Neo"/>
                          <a:ea typeface="Apple SD Gothic Neo"/>
                          <a:cs typeface="Apple SD Gothic Neo"/>
                        </a:rPr>
                        <a:t>삭제 유지</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늦은 과거 UPDATE가 삭제를 바꾸지 않기</a:t>
                      </a:r>
                    </a:p>
                  </a:txBody>
                  <a:tcPr marL="152400" marR="152400" marT="95250" marB="95250">
                    <a:lnR w="9525">
                      <a:solidFill>
                        <a:srgbClr val="334155"/>
                      </a:solidFill>
                      <a:prstDash val="solid"/>
                    </a:lnR>
                    <a:lnB w="9525">
                      <a:solidFill>
                        <a:srgbClr val="334155"/>
                      </a:solidFill>
                      <a:prstDash val="solid"/>
                    </a:lnB>
                    <a:solidFill>
                      <a:srgbClr val="1E293B"/>
                    </a:solidFill>
                  </a:tcPr>
                </a:tc>
              </a:tr>
              <a:tr h="579438">
                <a:tc>
                  <a:txBody>
                    <a:bodyPr/>
                    <a:lstStyle/>
                    <a:p>
                      <a:r>
                        <a:rPr sz="1875" b="0">
                          <a:solidFill>
                            <a:srgbClr val="F8FAFC"/>
                          </a:solidFill>
                          <a:latin typeface="Apple SD Gothic Neo"/>
                          <a:ea typeface="Apple SD Gothic Neo"/>
                          <a:cs typeface="Apple SD Gothic Neo"/>
                        </a:rPr>
                        <a:t>같은 입력 재실행</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업무 결과 유지 · 물리 쓰기와 구분</a:t>
                      </a:r>
                    </a:p>
                  </a:txBody>
                  <a:tcPr marL="152400" marR="152400" marT="95250" marB="95250">
                    <a:lnR w="9525">
                      <a:solidFill>
                        <a:srgbClr val="334155"/>
                      </a:solidFill>
                      <a:prstDash val="solid"/>
                    </a:lnR>
                    <a:lnB w="9525">
                      <a:solidFill>
                        <a:srgbClr val="334155"/>
                      </a:solidFill>
                      <a:prstDash val="solid"/>
                    </a:lnB>
                    <a:solidFill>
                      <a:srgbClr val="1E293B"/>
                    </a:solidFill>
                  </a:tcPr>
                </a:tc>
              </a:tr>
              <a:tr h="579438">
                <a:tc>
                  <a:txBody>
                    <a:bodyPr/>
                    <a:lstStyle/>
                    <a:p>
                      <a:r>
                        <a:rPr sz="1875" b="0">
                          <a:solidFill>
                            <a:srgbClr val="F8FAFC"/>
                          </a:solidFill>
                          <a:latin typeface="Apple SD Gothic Neo"/>
                          <a:ea typeface="Apple SD Gothic Neo"/>
                          <a:cs typeface="Apple SD Gothic Neo"/>
                        </a:rPr>
                        <a:t>무효 입력 거절</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검증 위반이면 MERGE 전에 중단</a:t>
                      </a:r>
                    </a:p>
                  </a:txBody>
                  <a:tcPr marL="152400" marR="152400" marT="95250" marB="95250">
                    <a:lnR w="9525">
                      <a:solidFill>
                        <a:srgbClr val="334155"/>
                      </a:solidFill>
                      <a:prstDash val="solid"/>
                    </a:lnR>
                    <a:lnB w="9525">
                      <a:solidFill>
                        <a:srgbClr val="334155"/>
                      </a:solidFill>
                      <a:prstDash val="solid"/>
                    </a:lnB>
                    <a:solidFill>
                      <a:srgbClr val="1E293B"/>
                    </a:solidFill>
                  </a:tcPr>
                </a:tc>
              </a:tr>
            </a:tbl>
          </a:graphicData>
        </a:graphic>
      </p:graphicFrame>
      <p:sp>
        <p:nvSpPr>
          <p:cNvPr id="11" name="s03-panel-229">
            <a:extLst xmlns:a="http://schemas.openxmlformats.org/drawingml/2006/main">
              <a:ext uri="{FF2B5EF4-FFF2-40B4-BE49-F238E27FC236}">
                <a16:creationId xmlns:a16="http://schemas.microsoft.com/office/drawing/2014/main" id="{E81AC006-5800-4122-9396-527FFC8F6CC2}"/>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12" name="s03-text-230">
            <a:extLst xmlns:a="http://schemas.openxmlformats.org/drawingml/2006/main">
              <a:ext uri="{FF2B5EF4-FFF2-40B4-BE49-F238E27FC236}">
                <a16:creationId xmlns:a16="http://schemas.microsoft.com/office/drawing/2014/main" id="{C637AF07-C22A-4E6A-9560-94EF4B350AE5}"/>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개인 원천 DDL을 한 테이블의 Silver 계약으로 연결합니다</a:t>
            </a:r>
          </a:p>
        </p:txBody>
      </p:sp>
    </p:spTree>
    <p:extLst>
      <p:ext uri="{BB962C8B-B14F-4D97-AF65-F5344CB8AC3E}">
        <p14:creationId xmlns:p14="http://schemas.microsoft.com/office/powerpoint/2010/main" val="1899261296"/>
      </p:ext>
    </p:extLst>
  </p:cSld>
</p:sld>
</file>

<file path=ppt/slides/slide6.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9" name="text-46">
            <a:extLst xmlns:a="http://schemas.openxmlformats.org/drawingml/2006/main">
              <a:ext uri="{FF2B5EF4-FFF2-40B4-BE49-F238E27FC236}">
                <a16:creationId xmlns:a16="http://schemas.microsoft.com/office/drawing/2014/main" id="{D3F65DCF-B16A-4121-9FC0-34B29F1AB0E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47">
            <a:extLst xmlns:a="http://schemas.openxmlformats.org/drawingml/2006/main">
              <a:ext uri="{FF2B5EF4-FFF2-40B4-BE49-F238E27FC236}">
                <a16:creationId xmlns:a16="http://schemas.microsoft.com/office/drawing/2014/main" id="{A4AF2A9B-4790-4685-AB60-7E92F760958E}"/>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Bronze에서 Silver로 갱신하는 경로</a:t>
            </a:r>
          </a:p>
        </p:txBody>
      </p:sp>
      <p:sp>
        <p:nvSpPr>
          <p:cNvPr id="6" name="">
            <a:extLst xmlns:a="http://schemas.openxmlformats.org/drawingml/2006/main">
              <a:ext uri="{FF2B5EF4-FFF2-40B4-BE49-F238E27FC236}">
                <a16:creationId xmlns:a16="http://schemas.microsoft.com/office/drawing/2014/main" id="{99C62537-090E-4F5A-BEB0-31A70ACCD748}"/>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7" name="text-50">
            <a:extLst xmlns:a="http://schemas.openxmlformats.org/drawingml/2006/main">
              <a:ext uri="{FF2B5EF4-FFF2-40B4-BE49-F238E27FC236}">
                <a16:creationId xmlns:a16="http://schemas.microsoft.com/office/drawing/2014/main" id="{00D05031-C79D-4FF1-8B64-E29E0D6CD0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8" name="text-51">
            <a:extLst xmlns:a="http://schemas.openxmlformats.org/drawingml/2006/main">
              <a:ext uri="{FF2B5EF4-FFF2-40B4-BE49-F238E27FC236}">
                <a16:creationId xmlns:a16="http://schemas.microsoft.com/office/drawing/2014/main" id="{1D8B1809-7B23-47C6-A634-91FE4293479D}"/>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06</a:t>
            </a:r>
          </a:p>
        </p:txBody>
      </p:sp>
      <p:sp>
        <p:nvSpPr>
          <p:cNvPr id="52" name="s03-panel-36">
            <a:extLst xmlns:a="http://schemas.openxmlformats.org/drawingml/2006/main">
              <a:ext uri="{FF2B5EF4-FFF2-40B4-BE49-F238E27FC236}">
                <a16:creationId xmlns:a16="http://schemas.microsoft.com/office/drawing/2014/main" id="{E7E5E4E0-4F6D-43DB-B082-CC379C1E02C0}"/>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53" name="s03-text-37">
            <a:extLst xmlns:a="http://schemas.openxmlformats.org/drawingml/2006/main">
              <a:ext uri="{FF2B5EF4-FFF2-40B4-BE49-F238E27FC236}">
                <a16:creationId xmlns:a16="http://schemas.microsoft.com/office/drawing/2014/main" id="{B6E4DFE2-D67B-4ED0-809C-FA42008A80BF}"/>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오늘은 Bronze 규격 고정 입력으로 전용 Silver 규칙을 검증합니다</a:t>
            </a:r>
          </a:p>
        </p:txBody>
      </p:sp>
      <p:sp>
        <p:nvSpPr>
          <p:cNvPr id="54" name="">
            <a:extLst xmlns:a="http://schemas.openxmlformats.org/drawingml/2006/main">
              <a:ext uri="{FF2B5EF4-FFF2-40B4-BE49-F238E27FC236}">
                <a16:creationId xmlns:a16="http://schemas.microsoft.com/office/drawing/2014/main" id="{2D8FAA6D-8B6F-48D0-9A4E-3B8A13C11902}"/>
              </a:ext>
            </a:extLst>
          </p:cNvPr>
          <p:cNvSpPr>
            <a:spLocks xmlns:a="http://schemas.openxmlformats.org/drawingml/2006/main" noGrp="1"/>
          </p:cNvSpPr>
          <p:nvPr/>
        </p:nvSpPr>
        <p:spPr>
          <a:xfrm xmlns:a="http://schemas.openxmlformats.org/drawingml/2006/main">
            <a:off x="609600" y="1581150"/>
            <a:ext cx="6448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A7B5CA"/>
                </a:solidFill>
                <a:latin typeface="Apple SD Gothic Neo"/>
                <a:ea typeface="Apple SD Gothic Neo"/>
                <a:cs typeface="Apple SD Gothic Neo"/>
              </a:defRPr>
            </a:defPPr>
            <a:lvl1pPr>
              <a:defRPr sz="1575" b="0">
                <a:solidFill>
                  <a:srgbClr val="A7B5CA"/>
                </a:solidFill>
                <a:latin typeface="Apple SD Gothic Neo"/>
                <a:ea typeface="Apple SD Gothic Neo"/>
                <a:cs typeface="Apple SD Gothic Neo"/>
              </a:defRPr>
            </a:lvl1pPr>
            <a:lvl2pPr>
              <a:defRPr sz="1575" b="0">
                <a:solidFill>
                  <a:srgbClr val="A7B5CA"/>
                </a:solidFill>
                <a:latin typeface="Apple SD Gothic Neo"/>
                <a:ea typeface="Apple SD Gothic Neo"/>
                <a:cs typeface="Apple SD Gothic Neo"/>
              </a:defRPr>
            </a:lvl2pPr>
            <a:lvl3pPr>
              <a:defRPr sz="1575" b="0">
                <a:solidFill>
                  <a:srgbClr val="A7B5CA"/>
                </a:solidFill>
                <a:latin typeface="Apple SD Gothic Neo"/>
                <a:ea typeface="Apple SD Gothic Neo"/>
                <a:cs typeface="Apple SD Gothic Neo"/>
              </a:defRPr>
            </a:lvl3pPr>
            <a:lvl4pPr>
              <a:defRPr sz="1575" b="0">
                <a:solidFill>
                  <a:srgbClr val="A7B5CA"/>
                </a:solidFill>
                <a:latin typeface="Apple SD Gothic Neo"/>
                <a:ea typeface="Apple SD Gothic Neo"/>
                <a:cs typeface="Apple SD Gothic Neo"/>
              </a:defRPr>
            </a:lvl4pPr>
            <a:lvl5pPr>
              <a:defRPr sz="1575" b="0">
                <a:solidFill>
                  <a:srgbClr val="A7B5CA"/>
                </a:solidFill>
                <a:latin typeface="Apple SD Gothic Neo"/>
                <a:ea typeface="Apple SD Gothic Neo"/>
                <a:cs typeface="Apple SD Gothic Neo"/>
              </a:defRPr>
            </a:lvl5pPr>
            <a:lvl6pPr>
              <a:defRPr sz="1575" b="0">
                <a:solidFill>
                  <a:srgbClr val="A7B5CA"/>
                </a:solidFill>
                <a:latin typeface="Apple SD Gothic Neo"/>
                <a:ea typeface="Apple SD Gothic Neo"/>
                <a:cs typeface="Apple SD Gothic Neo"/>
              </a:defRPr>
            </a:lvl6pPr>
            <a:lvl7pPr>
              <a:defRPr sz="1575" b="0">
                <a:solidFill>
                  <a:srgbClr val="A7B5CA"/>
                </a:solidFill>
                <a:latin typeface="Apple SD Gothic Neo"/>
                <a:ea typeface="Apple SD Gothic Neo"/>
                <a:cs typeface="Apple SD Gothic Neo"/>
              </a:defRPr>
            </a:lvl7pPr>
            <a:lvl8pPr>
              <a:defRPr sz="1575" b="0">
                <a:solidFill>
                  <a:srgbClr val="A7B5CA"/>
                </a:solidFill>
                <a:latin typeface="Apple SD Gothic Neo"/>
                <a:ea typeface="Apple SD Gothic Neo"/>
                <a:cs typeface="Apple SD Gothic Neo"/>
              </a:defRPr>
            </a:lvl8pPr>
            <a:lvl9pPr>
              <a:defRPr sz="1575" b="0">
                <a:solidFill>
                  <a:srgbClr val="A7B5CA"/>
                </a:solidFill>
                <a:latin typeface="Apple SD Gothic Neo"/>
                <a:ea typeface="Apple SD Gothic Neo"/>
                <a:cs typeface="Apple SD Gothic Neo"/>
              </a:defRPr>
            </a:lvl9pPr>
          </a:lstStyle>
          <a:p xmlns:a="http://schemas.openxmlformats.org/drawingml/2006/main">
            <a:pPr>
              <a:defRPr sz="1575" b="0">
                <a:solidFill>
                  <a:srgbClr val="A7B5CA"/>
                </a:solidFill>
                <a:latin typeface="Apple SD Gothic Neo"/>
                <a:ea typeface="Apple SD Gothic Neo"/>
                <a:cs typeface="Apple SD Gothic Neo"/>
              </a:defRPr>
            </a:pPr>
            <a:r>
              <a:rPr sz="1575" b="0">
                <a:solidFill>
                  <a:srgbClr val="A7B5CA"/>
                </a:solidFill>
                <a:latin typeface="Apple SD Gothic Neo"/>
                <a:ea typeface="Apple SD Gothic Neo"/>
                <a:cs typeface="Apple SD Gothic Neo"/>
              </a:rPr>
              <a:t>지난 회차의 수집 흐름</a:t>
            </a:r>
          </a:p>
        </p:txBody>
      </p:sp>
      <p:sp>
        <p:nvSpPr>
          <p:cNvPr id="55" name="">
            <a:extLst xmlns:a="http://schemas.openxmlformats.org/drawingml/2006/main">
              <a:ext uri="{FF2B5EF4-FFF2-40B4-BE49-F238E27FC236}">
                <a16:creationId xmlns:a16="http://schemas.microsoft.com/office/drawing/2014/main" id="{9D9D8C00-632E-49ED-A535-3399648B8E70}"/>
              </a:ext>
            </a:extLst>
          </p:cNvPr>
          <p:cNvSpPr>
            <a:spLocks xmlns:a="http://schemas.openxmlformats.org/drawingml/2006/main" noGrp="1"/>
          </p:cNvSpPr>
          <p:nvPr/>
        </p:nvSpPr>
        <p:spPr>
          <a:xfrm xmlns:a="http://schemas.openxmlformats.org/drawingml/2006/main">
            <a:off x="7172325" y="1581150"/>
            <a:ext cx="3076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22D3EE"/>
                </a:solidFill>
                <a:latin typeface="Apple SD Gothic Neo"/>
                <a:ea typeface="Apple SD Gothic Neo"/>
                <a:cs typeface="Apple SD Gothic Neo"/>
              </a:defRPr>
            </a:defPPr>
            <a:lvl1pPr>
              <a:defRPr sz="1575" b="1">
                <a:solidFill>
                  <a:srgbClr val="22D3EE"/>
                </a:solidFill>
                <a:latin typeface="Apple SD Gothic Neo"/>
                <a:ea typeface="Apple SD Gothic Neo"/>
                <a:cs typeface="Apple SD Gothic Neo"/>
              </a:defRPr>
            </a:lvl1pPr>
            <a:lvl2pPr>
              <a:defRPr sz="1575" b="1">
                <a:solidFill>
                  <a:srgbClr val="22D3EE"/>
                </a:solidFill>
                <a:latin typeface="Apple SD Gothic Neo"/>
                <a:ea typeface="Apple SD Gothic Neo"/>
                <a:cs typeface="Apple SD Gothic Neo"/>
              </a:defRPr>
            </a:lvl2pPr>
            <a:lvl3pPr>
              <a:defRPr sz="1575" b="1">
                <a:solidFill>
                  <a:srgbClr val="22D3EE"/>
                </a:solidFill>
                <a:latin typeface="Apple SD Gothic Neo"/>
                <a:ea typeface="Apple SD Gothic Neo"/>
                <a:cs typeface="Apple SD Gothic Neo"/>
              </a:defRPr>
            </a:lvl3pPr>
            <a:lvl4pPr>
              <a:defRPr sz="1575" b="1">
                <a:solidFill>
                  <a:srgbClr val="22D3EE"/>
                </a:solidFill>
                <a:latin typeface="Apple SD Gothic Neo"/>
                <a:ea typeface="Apple SD Gothic Neo"/>
                <a:cs typeface="Apple SD Gothic Neo"/>
              </a:defRPr>
            </a:lvl4pPr>
            <a:lvl5pPr>
              <a:defRPr sz="1575" b="1">
                <a:solidFill>
                  <a:srgbClr val="22D3EE"/>
                </a:solidFill>
                <a:latin typeface="Apple SD Gothic Neo"/>
                <a:ea typeface="Apple SD Gothic Neo"/>
                <a:cs typeface="Apple SD Gothic Neo"/>
              </a:defRPr>
            </a:lvl5pPr>
            <a:lvl6pPr>
              <a:defRPr sz="1575" b="1">
                <a:solidFill>
                  <a:srgbClr val="22D3EE"/>
                </a:solidFill>
                <a:latin typeface="Apple SD Gothic Neo"/>
                <a:ea typeface="Apple SD Gothic Neo"/>
                <a:cs typeface="Apple SD Gothic Neo"/>
              </a:defRPr>
            </a:lvl6pPr>
            <a:lvl7pPr>
              <a:defRPr sz="1575" b="1">
                <a:solidFill>
                  <a:srgbClr val="22D3EE"/>
                </a:solidFill>
                <a:latin typeface="Apple SD Gothic Neo"/>
                <a:ea typeface="Apple SD Gothic Neo"/>
                <a:cs typeface="Apple SD Gothic Neo"/>
              </a:defRPr>
            </a:lvl7pPr>
            <a:lvl8pPr>
              <a:defRPr sz="1575" b="1">
                <a:solidFill>
                  <a:srgbClr val="22D3EE"/>
                </a:solidFill>
                <a:latin typeface="Apple SD Gothic Neo"/>
                <a:ea typeface="Apple SD Gothic Neo"/>
                <a:cs typeface="Apple SD Gothic Neo"/>
              </a:defRPr>
            </a:lvl8pPr>
            <a:lvl9pPr>
              <a:defRPr sz="1575" b="1">
                <a:solidFill>
                  <a:srgbClr val="22D3EE"/>
                </a:solidFill>
                <a:latin typeface="Apple SD Gothic Neo"/>
                <a:ea typeface="Apple SD Gothic Neo"/>
                <a:cs typeface="Apple SD Gothic Neo"/>
              </a:defRPr>
            </a:lvl9pPr>
          </a:lstStyle>
          <a:p xmlns:a="http://schemas.openxmlformats.org/drawingml/2006/main">
            <a:pPr>
              <a:defRPr sz="1575" b="1">
                <a:solidFill>
                  <a:srgbClr val="22D3EE"/>
                </a:solidFill>
                <a:latin typeface="Apple SD Gothic Neo"/>
                <a:ea typeface="Apple SD Gothic Neo"/>
                <a:cs typeface="Apple SD Gothic Neo"/>
              </a:defRPr>
            </a:pPr>
            <a:r>
              <a:rPr sz="1575" b="1">
                <a:solidFill>
                  <a:srgbClr val="22D3EE"/>
                </a:solidFill>
                <a:latin typeface="Apple SD Gothic Neo"/>
                <a:ea typeface="Apple SD Gothic Neo"/>
                <a:cs typeface="Apple SD Gothic Neo"/>
              </a:rPr>
              <a:t>오늘: Spark SQL로 Silver 갱신</a:t>
            </a:r>
          </a:p>
        </p:txBody>
      </p:sp>
      <p:sp>
        <p:nvSpPr>
          <p:cNvPr id="56" name="">
            <a:extLst xmlns:a="http://schemas.openxmlformats.org/drawingml/2006/main">
              <a:ext uri="{FF2B5EF4-FFF2-40B4-BE49-F238E27FC236}">
                <a16:creationId xmlns:a16="http://schemas.microsoft.com/office/drawing/2014/main" id="{BEC80236-BFFA-4E42-B2F9-DEAD95353A2F}"/>
              </a:ext>
            </a:extLst>
          </p:cNvPr>
          <p:cNvSpPr>
            <a:spLocks xmlns:a="http://schemas.openxmlformats.org/drawingml/2006/main" noGrp="1"/>
          </p:cNvSpPr>
          <p:nvPr/>
        </p:nvSpPr>
        <p:spPr>
          <a:xfrm xmlns:a="http://schemas.openxmlformats.org/drawingml/2006/main">
            <a:off x="10363200" y="1581150"/>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A7B5CA"/>
                </a:solidFill>
                <a:latin typeface="Apple SD Gothic Neo"/>
                <a:ea typeface="Apple SD Gothic Neo"/>
                <a:cs typeface="Apple SD Gothic Neo"/>
              </a:defRPr>
            </a:defPPr>
            <a:lvl1pPr>
              <a:defRPr sz="1575" b="0">
                <a:solidFill>
                  <a:srgbClr val="A7B5CA"/>
                </a:solidFill>
                <a:latin typeface="Apple SD Gothic Neo"/>
                <a:ea typeface="Apple SD Gothic Neo"/>
                <a:cs typeface="Apple SD Gothic Neo"/>
              </a:defRPr>
            </a:lvl1pPr>
            <a:lvl2pPr>
              <a:defRPr sz="1575" b="0">
                <a:solidFill>
                  <a:srgbClr val="A7B5CA"/>
                </a:solidFill>
                <a:latin typeface="Apple SD Gothic Neo"/>
                <a:ea typeface="Apple SD Gothic Neo"/>
                <a:cs typeface="Apple SD Gothic Neo"/>
              </a:defRPr>
            </a:lvl2pPr>
            <a:lvl3pPr>
              <a:defRPr sz="1575" b="0">
                <a:solidFill>
                  <a:srgbClr val="A7B5CA"/>
                </a:solidFill>
                <a:latin typeface="Apple SD Gothic Neo"/>
                <a:ea typeface="Apple SD Gothic Neo"/>
                <a:cs typeface="Apple SD Gothic Neo"/>
              </a:defRPr>
            </a:lvl3pPr>
            <a:lvl4pPr>
              <a:defRPr sz="1575" b="0">
                <a:solidFill>
                  <a:srgbClr val="A7B5CA"/>
                </a:solidFill>
                <a:latin typeface="Apple SD Gothic Neo"/>
                <a:ea typeface="Apple SD Gothic Neo"/>
                <a:cs typeface="Apple SD Gothic Neo"/>
              </a:defRPr>
            </a:lvl4pPr>
            <a:lvl5pPr>
              <a:defRPr sz="1575" b="0">
                <a:solidFill>
                  <a:srgbClr val="A7B5CA"/>
                </a:solidFill>
                <a:latin typeface="Apple SD Gothic Neo"/>
                <a:ea typeface="Apple SD Gothic Neo"/>
                <a:cs typeface="Apple SD Gothic Neo"/>
              </a:defRPr>
            </a:lvl5pPr>
            <a:lvl6pPr>
              <a:defRPr sz="1575" b="0">
                <a:solidFill>
                  <a:srgbClr val="A7B5CA"/>
                </a:solidFill>
                <a:latin typeface="Apple SD Gothic Neo"/>
                <a:ea typeface="Apple SD Gothic Neo"/>
                <a:cs typeface="Apple SD Gothic Neo"/>
              </a:defRPr>
            </a:lvl6pPr>
            <a:lvl7pPr>
              <a:defRPr sz="1575" b="0">
                <a:solidFill>
                  <a:srgbClr val="A7B5CA"/>
                </a:solidFill>
                <a:latin typeface="Apple SD Gothic Neo"/>
                <a:ea typeface="Apple SD Gothic Neo"/>
                <a:cs typeface="Apple SD Gothic Neo"/>
              </a:defRPr>
            </a:lvl7pPr>
            <a:lvl8pPr>
              <a:defRPr sz="1575" b="0">
                <a:solidFill>
                  <a:srgbClr val="A7B5CA"/>
                </a:solidFill>
                <a:latin typeface="Apple SD Gothic Neo"/>
                <a:ea typeface="Apple SD Gothic Neo"/>
                <a:cs typeface="Apple SD Gothic Neo"/>
              </a:defRPr>
            </a:lvl8pPr>
            <a:lvl9pPr>
              <a:defRPr sz="1575" b="0">
                <a:solidFill>
                  <a:srgbClr val="A7B5CA"/>
                </a:solidFill>
                <a:latin typeface="Apple SD Gothic Neo"/>
                <a:ea typeface="Apple SD Gothic Neo"/>
                <a:cs typeface="Apple SD Gothic Neo"/>
              </a:defRPr>
            </a:lvl9pPr>
          </a:lstStyle>
          <a:p xmlns:a="http://schemas.openxmlformats.org/drawingml/2006/main">
            <a:pPr>
              <a:defRPr sz="1575" b="0">
                <a:solidFill>
                  <a:srgbClr val="A7B5CA"/>
                </a:solidFill>
                <a:latin typeface="Apple SD Gothic Neo"/>
                <a:ea typeface="Apple SD Gothic Neo"/>
                <a:cs typeface="Apple SD Gothic Neo"/>
              </a:defRPr>
            </a:pPr>
            <a:r>
              <a:rPr sz="1575" b="0">
                <a:solidFill>
                  <a:srgbClr val="A7B5CA"/>
                </a:solidFill>
                <a:latin typeface="Apple SD Gothic Neo"/>
                <a:ea typeface="Apple SD Gothic Neo"/>
                <a:cs typeface="Apple SD Gothic Neo"/>
              </a:rPr>
              <a:t>후속</a:t>
            </a:r>
          </a:p>
        </p:txBody>
      </p:sp>
      <p:sp>
        <p:nvSpPr>
          <p:cNvPr id="57" name="">
            <a:extLst xmlns:a="http://schemas.openxmlformats.org/drawingml/2006/main">
              <a:ext uri="{FF2B5EF4-FFF2-40B4-BE49-F238E27FC236}">
                <a16:creationId xmlns:a16="http://schemas.microsoft.com/office/drawing/2014/main" id="{183B7BB3-C38E-46B5-98CE-B81E964EE72D}"/>
              </a:ext>
            </a:extLst>
          </p:cNvPr>
          <p:cNvSpPr>
            <a:spLocks xmlns:a="http://schemas.openxmlformats.org/drawingml/2006/main" noGrp="1"/>
          </p:cNvSpPr>
          <p:nvPr/>
        </p:nvSpPr>
        <p:spPr>
          <a:xfrm xmlns:a="http://schemas.openxmlformats.org/drawingml/2006/main">
            <a:off x="609600" y="2000250"/>
            <a:ext cx="1466850" cy="1619250"/>
          </a:xfrm>
          <a:prstGeom xmlns:a="http://schemas.openxmlformats.org/drawingml/2006/main" prst="roundRect">
            <a:avLst>
              <a:gd name="adj" fmla="val 6494"/>
            </a:avLst>
          </a:prstGeom>
          <a:solidFill xmlns:a="http://schemas.openxmlformats.org/drawingml/2006/main">
            <a:srgbClr val="1E293B"/>
          </a:solidFill>
          <a:ln xmlns:a="http://schemas.openxmlformats.org/drawingml/2006/main" w="9525">
            <a:solidFill>
              <a:srgbClr val="22D3EE"/>
            </a:solidFill>
          </a:ln>
        </p:spPr>
      </p:sp>
      <p:sp>
        <p:nvSpPr>
          <p:cNvPr id="58" name="">
            <a:extLst xmlns:a="http://schemas.openxmlformats.org/drawingml/2006/main">
              <a:ext uri="{FF2B5EF4-FFF2-40B4-BE49-F238E27FC236}">
                <a16:creationId xmlns:a16="http://schemas.microsoft.com/office/drawing/2014/main" id="{C5A9BEE6-13AD-4395-827E-32F9DBD0B02B}"/>
              </a:ext>
            </a:extLst>
          </p:cNvPr>
          <p:cNvSpPr>
            <a:spLocks xmlns:a="http://schemas.openxmlformats.org/drawingml/2006/main" noGrp="1"/>
          </p:cNvSpPr>
          <p:nvPr/>
        </p:nvSpPr>
        <p:spPr>
          <a:xfrm xmlns:a="http://schemas.openxmlformats.org/drawingml/2006/main">
            <a:off x="733425" y="2152650"/>
            <a:ext cx="1219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22D3EE"/>
                </a:solidFill>
                <a:latin typeface="Apple SD Gothic Neo"/>
                <a:ea typeface="Apple SD Gothic Neo"/>
                <a:cs typeface="Apple SD Gothic Neo"/>
              </a:defRPr>
            </a:defPPr>
            <a:lvl1pPr>
              <a:defRPr sz="1650" b="1">
                <a:solidFill>
                  <a:srgbClr val="22D3EE"/>
                </a:solidFill>
                <a:latin typeface="Apple SD Gothic Neo"/>
                <a:ea typeface="Apple SD Gothic Neo"/>
                <a:cs typeface="Apple SD Gothic Neo"/>
              </a:defRPr>
            </a:lvl1pPr>
            <a:lvl2pPr>
              <a:defRPr sz="1650" b="1">
                <a:solidFill>
                  <a:srgbClr val="22D3EE"/>
                </a:solidFill>
                <a:latin typeface="Apple SD Gothic Neo"/>
                <a:ea typeface="Apple SD Gothic Neo"/>
                <a:cs typeface="Apple SD Gothic Neo"/>
              </a:defRPr>
            </a:lvl2pPr>
            <a:lvl3pPr>
              <a:defRPr sz="1650" b="1">
                <a:solidFill>
                  <a:srgbClr val="22D3EE"/>
                </a:solidFill>
                <a:latin typeface="Apple SD Gothic Neo"/>
                <a:ea typeface="Apple SD Gothic Neo"/>
                <a:cs typeface="Apple SD Gothic Neo"/>
              </a:defRPr>
            </a:lvl3pPr>
            <a:lvl4pPr>
              <a:defRPr sz="1650" b="1">
                <a:solidFill>
                  <a:srgbClr val="22D3EE"/>
                </a:solidFill>
                <a:latin typeface="Apple SD Gothic Neo"/>
                <a:ea typeface="Apple SD Gothic Neo"/>
                <a:cs typeface="Apple SD Gothic Neo"/>
              </a:defRPr>
            </a:lvl4pPr>
            <a:lvl5pPr>
              <a:defRPr sz="1650" b="1">
                <a:solidFill>
                  <a:srgbClr val="22D3EE"/>
                </a:solidFill>
                <a:latin typeface="Apple SD Gothic Neo"/>
                <a:ea typeface="Apple SD Gothic Neo"/>
                <a:cs typeface="Apple SD Gothic Neo"/>
              </a:defRPr>
            </a:lvl5pPr>
            <a:lvl6pPr>
              <a:defRPr sz="1650" b="1">
                <a:solidFill>
                  <a:srgbClr val="22D3EE"/>
                </a:solidFill>
                <a:latin typeface="Apple SD Gothic Neo"/>
                <a:ea typeface="Apple SD Gothic Neo"/>
                <a:cs typeface="Apple SD Gothic Neo"/>
              </a:defRPr>
            </a:lvl6pPr>
            <a:lvl7pPr>
              <a:defRPr sz="1650" b="1">
                <a:solidFill>
                  <a:srgbClr val="22D3EE"/>
                </a:solidFill>
                <a:latin typeface="Apple SD Gothic Neo"/>
                <a:ea typeface="Apple SD Gothic Neo"/>
                <a:cs typeface="Apple SD Gothic Neo"/>
              </a:defRPr>
            </a:lvl7pPr>
            <a:lvl8pPr>
              <a:defRPr sz="1650" b="1">
                <a:solidFill>
                  <a:srgbClr val="22D3EE"/>
                </a:solidFill>
                <a:latin typeface="Apple SD Gothic Neo"/>
                <a:ea typeface="Apple SD Gothic Neo"/>
                <a:cs typeface="Apple SD Gothic Neo"/>
              </a:defRPr>
            </a:lvl8pPr>
            <a:lvl9pPr>
              <a:defRPr sz="1650" b="1">
                <a:solidFill>
                  <a:srgbClr val="22D3EE"/>
                </a:solidFill>
                <a:latin typeface="Apple SD Gothic Neo"/>
                <a:ea typeface="Apple SD Gothic Neo"/>
                <a:cs typeface="Apple SD Gothic Neo"/>
              </a:defRPr>
            </a:lvl9pPr>
          </a:lstStyle>
          <a:p xmlns:a="http://schemas.openxmlformats.org/drawingml/2006/main">
            <a:pPr>
              <a:defRPr sz="1650" b="1">
                <a:solidFill>
                  <a:srgbClr val="22D3EE"/>
                </a:solidFill>
                <a:latin typeface="Apple SD Gothic Neo"/>
                <a:ea typeface="Apple SD Gothic Neo"/>
                <a:cs typeface="Apple SD Gothic Neo"/>
              </a:defRPr>
            </a:pPr>
            <a:r>
              <a:rPr sz="1650" b="1">
                <a:solidFill>
                  <a:srgbClr val="22D3EE"/>
                </a:solidFill>
                <a:latin typeface="Apple SD Gothic Neo"/>
                <a:ea typeface="Apple SD Gothic Neo"/>
                <a:cs typeface="Apple SD Gothic Neo"/>
              </a:rPr>
              <a:t>PostgreSQL</a:t>
            </a:r>
          </a:p>
        </p:txBody>
      </p:sp>
      <p:sp>
        <p:nvSpPr>
          <p:cNvPr id="59" name="">
            <a:extLst xmlns:a="http://schemas.openxmlformats.org/drawingml/2006/main">
              <a:ext uri="{FF2B5EF4-FFF2-40B4-BE49-F238E27FC236}">
                <a16:creationId xmlns:a16="http://schemas.microsoft.com/office/drawing/2014/main" id="{679D4F36-F14A-4682-A520-EC58A2E8A4AF}"/>
              </a:ext>
            </a:extLst>
          </p:cNvPr>
          <p:cNvSpPr>
            <a:spLocks xmlns:a="http://schemas.openxmlformats.org/drawingml/2006/main" noGrp="1"/>
          </p:cNvSpPr>
          <p:nvPr/>
        </p:nvSpPr>
        <p:spPr>
          <a:xfrm xmlns:a="http://schemas.openxmlformats.org/drawingml/2006/main">
            <a:off x="733425" y="2733675"/>
            <a:ext cx="1219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F8FAFC"/>
                </a:solidFill>
                <a:latin typeface="Apple SD Gothic Neo"/>
                <a:ea typeface="Apple SD Gothic Neo"/>
                <a:cs typeface="Apple SD Gothic Neo"/>
              </a:defRPr>
            </a:defPPr>
            <a:lvl1pPr>
              <a:defRPr sz="1500" b="0">
                <a:solidFill>
                  <a:srgbClr val="F8FAFC"/>
                </a:solidFill>
                <a:latin typeface="Apple SD Gothic Neo"/>
                <a:ea typeface="Apple SD Gothic Neo"/>
                <a:cs typeface="Apple SD Gothic Neo"/>
              </a:defRPr>
            </a:lvl1pPr>
            <a:lvl2pPr>
              <a:defRPr sz="1500" b="0">
                <a:solidFill>
                  <a:srgbClr val="F8FAFC"/>
                </a:solidFill>
                <a:latin typeface="Apple SD Gothic Neo"/>
                <a:ea typeface="Apple SD Gothic Neo"/>
                <a:cs typeface="Apple SD Gothic Neo"/>
              </a:defRPr>
            </a:lvl2pPr>
            <a:lvl3pPr>
              <a:defRPr sz="1500" b="0">
                <a:solidFill>
                  <a:srgbClr val="F8FAFC"/>
                </a:solidFill>
                <a:latin typeface="Apple SD Gothic Neo"/>
                <a:ea typeface="Apple SD Gothic Neo"/>
                <a:cs typeface="Apple SD Gothic Neo"/>
              </a:defRPr>
            </a:lvl3pPr>
            <a:lvl4pPr>
              <a:defRPr sz="1500" b="0">
                <a:solidFill>
                  <a:srgbClr val="F8FAFC"/>
                </a:solidFill>
                <a:latin typeface="Apple SD Gothic Neo"/>
                <a:ea typeface="Apple SD Gothic Neo"/>
                <a:cs typeface="Apple SD Gothic Neo"/>
              </a:defRPr>
            </a:lvl4pPr>
            <a:lvl5pPr>
              <a:defRPr sz="1500" b="0">
                <a:solidFill>
                  <a:srgbClr val="F8FAFC"/>
                </a:solidFill>
                <a:latin typeface="Apple SD Gothic Neo"/>
                <a:ea typeface="Apple SD Gothic Neo"/>
                <a:cs typeface="Apple SD Gothic Neo"/>
              </a:defRPr>
            </a:lvl5pPr>
            <a:lvl6pPr>
              <a:defRPr sz="1500" b="0">
                <a:solidFill>
                  <a:srgbClr val="F8FAFC"/>
                </a:solidFill>
                <a:latin typeface="Apple SD Gothic Neo"/>
                <a:ea typeface="Apple SD Gothic Neo"/>
                <a:cs typeface="Apple SD Gothic Neo"/>
              </a:defRPr>
            </a:lvl6pPr>
            <a:lvl7pPr>
              <a:defRPr sz="1500" b="0">
                <a:solidFill>
                  <a:srgbClr val="F8FAFC"/>
                </a:solidFill>
                <a:latin typeface="Apple SD Gothic Neo"/>
                <a:ea typeface="Apple SD Gothic Neo"/>
                <a:cs typeface="Apple SD Gothic Neo"/>
              </a:defRPr>
            </a:lvl7pPr>
            <a:lvl8pPr>
              <a:defRPr sz="1500" b="0">
                <a:solidFill>
                  <a:srgbClr val="F8FAFC"/>
                </a:solidFill>
                <a:latin typeface="Apple SD Gothic Neo"/>
                <a:ea typeface="Apple SD Gothic Neo"/>
                <a:cs typeface="Apple SD Gothic Neo"/>
              </a:defRPr>
            </a:lvl8pPr>
            <a:lvl9pPr>
              <a:defRPr sz="1500" b="0">
                <a:solidFill>
                  <a:srgbClr val="F8FAFC"/>
                </a:solidFill>
                <a:latin typeface="Apple SD Gothic Neo"/>
                <a:ea typeface="Apple SD Gothic Neo"/>
                <a:cs typeface="Apple SD Gothic Neo"/>
              </a:defRPr>
            </a:lvl9pPr>
          </a:lstStyle>
          <a:p xmlns:a="http://schemas.openxmlformats.org/drawingml/2006/main">
            <a:pPr>
              <a:defRPr sz="1500" b="0">
                <a:solidFill>
                  <a:srgbClr val="F8FAFC"/>
                </a:solidFill>
                <a:latin typeface="Apple SD Gothic Neo"/>
                <a:ea typeface="Apple SD Gothic Neo"/>
                <a:cs typeface="Apple SD Gothic Neo"/>
              </a:defRPr>
            </a:pPr>
            <a:r>
              <a:rPr sz="1500" b="0">
                <a:solidFill>
                  <a:srgbClr val="F8FAFC"/>
                </a:solidFill>
                <a:latin typeface="Apple SD Gothic Neo"/>
                <a:ea typeface="Apple SD Gothic Neo"/>
                <a:cs typeface="Apple SD Gothic Neo"/>
              </a:rPr>
              <a:t>서비스 원천</a:t>
            </a:r>
          </a:p>
          <a:p xmlns:a="http://schemas.openxmlformats.org/drawingml/2006/main">
            <a:pPr>
              <a:defRPr sz="1500" b="0">
                <a:solidFill>
                  <a:srgbClr val="F8FAFC"/>
                </a:solidFill>
                <a:latin typeface="Apple SD Gothic Neo"/>
                <a:ea typeface="Apple SD Gothic Neo"/>
                <a:cs typeface="Apple SD Gothic Neo"/>
              </a:defRPr>
            </a:pPr>
            <a:r>
              <a:rPr sz="1500" b="0">
                <a:solidFill>
                  <a:srgbClr val="F8FAFC"/>
                </a:solidFill>
                <a:latin typeface="Apple SD Gothic Neo"/>
                <a:ea typeface="Apple SD Gothic Neo"/>
                <a:cs typeface="Apple SD Gothic Neo"/>
              </a:rPr>
              <a:t>주문·결제·환불</a:t>
            </a:r>
          </a:p>
        </p:txBody>
      </p:sp>
      <p:sp>
        <p:nvSpPr>
          <p:cNvPr id="60" name="">
            <a:extLst xmlns:a="http://schemas.openxmlformats.org/drawingml/2006/main">
              <a:ext uri="{FF2B5EF4-FFF2-40B4-BE49-F238E27FC236}">
                <a16:creationId xmlns:a16="http://schemas.microsoft.com/office/drawing/2014/main" id="{D1947ED6-1AE7-4D2C-BC56-0F7405F7FAF7}"/>
              </a:ext>
            </a:extLst>
          </p:cNvPr>
          <p:cNvSpPr>
            <a:spLocks xmlns:a="http://schemas.openxmlformats.org/drawingml/2006/main" noGrp="1"/>
          </p:cNvSpPr>
          <p:nvPr/>
        </p:nvSpPr>
        <p:spPr>
          <a:xfrm xmlns:a="http://schemas.openxmlformats.org/drawingml/2006/main">
            <a:off x="2190750" y="2000250"/>
            <a:ext cx="1571625" cy="1619250"/>
          </a:xfrm>
          <a:prstGeom xmlns:a="http://schemas.openxmlformats.org/drawingml/2006/main" prst="roundRect">
            <a:avLst>
              <a:gd name="adj" fmla="val 6061"/>
            </a:avLst>
          </a:prstGeom>
          <a:solidFill xmlns:a="http://schemas.openxmlformats.org/drawingml/2006/main">
            <a:srgbClr val="1E293B"/>
          </a:solidFill>
          <a:ln xmlns:a="http://schemas.openxmlformats.org/drawingml/2006/main" w="9525">
            <a:solidFill>
              <a:srgbClr val="22D3EE"/>
            </a:solidFill>
          </a:ln>
        </p:spPr>
      </p:sp>
      <p:sp>
        <p:nvSpPr>
          <p:cNvPr id="61" name="">
            <a:extLst xmlns:a="http://schemas.openxmlformats.org/drawingml/2006/main">
              <a:ext uri="{FF2B5EF4-FFF2-40B4-BE49-F238E27FC236}">
                <a16:creationId xmlns:a16="http://schemas.microsoft.com/office/drawing/2014/main" id="{26AB16D1-F0FA-4EB5-BD15-B82A429DAB4D}"/>
              </a:ext>
            </a:extLst>
          </p:cNvPr>
          <p:cNvSpPr>
            <a:spLocks xmlns:a="http://schemas.openxmlformats.org/drawingml/2006/main" noGrp="1"/>
          </p:cNvSpPr>
          <p:nvPr/>
        </p:nvSpPr>
        <p:spPr>
          <a:xfrm xmlns:a="http://schemas.openxmlformats.org/drawingml/2006/main">
            <a:off x="2314575" y="2152650"/>
            <a:ext cx="13239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22D3EE"/>
                </a:solidFill>
                <a:latin typeface="Apple SD Gothic Neo"/>
                <a:ea typeface="Apple SD Gothic Neo"/>
                <a:cs typeface="Apple SD Gothic Neo"/>
              </a:defRPr>
            </a:defPPr>
            <a:lvl1pPr>
              <a:defRPr sz="1650" b="1">
                <a:solidFill>
                  <a:srgbClr val="22D3EE"/>
                </a:solidFill>
                <a:latin typeface="Apple SD Gothic Neo"/>
                <a:ea typeface="Apple SD Gothic Neo"/>
                <a:cs typeface="Apple SD Gothic Neo"/>
              </a:defRPr>
            </a:lvl1pPr>
            <a:lvl2pPr>
              <a:defRPr sz="1650" b="1">
                <a:solidFill>
                  <a:srgbClr val="22D3EE"/>
                </a:solidFill>
                <a:latin typeface="Apple SD Gothic Neo"/>
                <a:ea typeface="Apple SD Gothic Neo"/>
                <a:cs typeface="Apple SD Gothic Neo"/>
              </a:defRPr>
            </a:lvl2pPr>
            <a:lvl3pPr>
              <a:defRPr sz="1650" b="1">
                <a:solidFill>
                  <a:srgbClr val="22D3EE"/>
                </a:solidFill>
                <a:latin typeface="Apple SD Gothic Neo"/>
                <a:ea typeface="Apple SD Gothic Neo"/>
                <a:cs typeface="Apple SD Gothic Neo"/>
              </a:defRPr>
            </a:lvl3pPr>
            <a:lvl4pPr>
              <a:defRPr sz="1650" b="1">
                <a:solidFill>
                  <a:srgbClr val="22D3EE"/>
                </a:solidFill>
                <a:latin typeface="Apple SD Gothic Neo"/>
                <a:ea typeface="Apple SD Gothic Neo"/>
                <a:cs typeface="Apple SD Gothic Neo"/>
              </a:defRPr>
            </a:lvl4pPr>
            <a:lvl5pPr>
              <a:defRPr sz="1650" b="1">
                <a:solidFill>
                  <a:srgbClr val="22D3EE"/>
                </a:solidFill>
                <a:latin typeface="Apple SD Gothic Neo"/>
                <a:ea typeface="Apple SD Gothic Neo"/>
                <a:cs typeface="Apple SD Gothic Neo"/>
              </a:defRPr>
            </a:lvl5pPr>
            <a:lvl6pPr>
              <a:defRPr sz="1650" b="1">
                <a:solidFill>
                  <a:srgbClr val="22D3EE"/>
                </a:solidFill>
                <a:latin typeface="Apple SD Gothic Neo"/>
                <a:ea typeface="Apple SD Gothic Neo"/>
                <a:cs typeface="Apple SD Gothic Neo"/>
              </a:defRPr>
            </a:lvl6pPr>
            <a:lvl7pPr>
              <a:defRPr sz="1650" b="1">
                <a:solidFill>
                  <a:srgbClr val="22D3EE"/>
                </a:solidFill>
                <a:latin typeface="Apple SD Gothic Neo"/>
                <a:ea typeface="Apple SD Gothic Neo"/>
                <a:cs typeface="Apple SD Gothic Neo"/>
              </a:defRPr>
            </a:lvl7pPr>
            <a:lvl8pPr>
              <a:defRPr sz="1650" b="1">
                <a:solidFill>
                  <a:srgbClr val="22D3EE"/>
                </a:solidFill>
                <a:latin typeface="Apple SD Gothic Neo"/>
                <a:ea typeface="Apple SD Gothic Neo"/>
                <a:cs typeface="Apple SD Gothic Neo"/>
              </a:defRPr>
            </a:lvl8pPr>
            <a:lvl9pPr>
              <a:defRPr sz="1650" b="1">
                <a:solidFill>
                  <a:srgbClr val="22D3EE"/>
                </a:solidFill>
                <a:latin typeface="Apple SD Gothic Neo"/>
                <a:ea typeface="Apple SD Gothic Neo"/>
                <a:cs typeface="Apple SD Gothic Neo"/>
              </a:defRPr>
            </a:lvl9pPr>
          </a:lstStyle>
          <a:p xmlns:a="http://schemas.openxmlformats.org/drawingml/2006/main">
            <a:pPr>
              <a:defRPr sz="1650" b="1">
                <a:solidFill>
                  <a:srgbClr val="22D3EE"/>
                </a:solidFill>
                <a:latin typeface="Apple SD Gothic Neo"/>
                <a:ea typeface="Apple SD Gothic Neo"/>
                <a:cs typeface="Apple SD Gothic Neo"/>
              </a:defRPr>
            </a:pPr>
            <a:r>
              <a:rPr sz="1650" b="1">
                <a:solidFill>
                  <a:srgbClr val="22D3EE"/>
                </a:solidFill>
                <a:latin typeface="Apple SD Gothic Neo"/>
                <a:ea typeface="Apple SD Gothic Neo"/>
                <a:cs typeface="Apple SD Gothic Neo"/>
              </a:rPr>
              <a:t>Debezium</a:t>
            </a:r>
          </a:p>
          <a:p xmlns:a="http://schemas.openxmlformats.org/drawingml/2006/main">
            <a:pPr>
              <a:defRPr sz="1650" b="1">
                <a:solidFill>
                  <a:srgbClr val="22D3EE"/>
                </a:solidFill>
                <a:latin typeface="Apple SD Gothic Neo"/>
                <a:ea typeface="Apple SD Gothic Neo"/>
                <a:cs typeface="Apple SD Gothic Neo"/>
              </a:defRPr>
            </a:pPr>
            <a:r>
              <a:rPr sz="1650" b="1">
                <a:solidFill>
                  <a:srgbClr val="22D3EE"/>
                </a:solidFill>
                <a:latin typeface="Apple SD Gothic Neo"/>
                <a:ea typeface="Apple SD Gothic Neo"/>
                <a:cs typeface="Apple SD Gothic Neo"/>
              </a:rPr>
              <a:t>+ Kafka</a:t>
            </a:r>
          </a:p>
        </p:txBody>
      </p:sp>
      <p:sp>
        <p:nvSpPr>
          <p:cNvPr id="62" name="">
            <a:extLst xmlns:a="http://schemas.openxmlformats.org/drawingml/2006/main">
              <a:ext uri="{FF2B5EF4-FFF2-40B4-BE49-F238E27FC236}">
                <a16:creationId xmlns:a16="http://schemas.microsoft.com/office/drawing/2014/main" id="{AC382D2E-4AF3-4D39-9B52-0A8256D4A42E}"/>
              </a:ext>
            </a:extLst>
          </p:cNvPr>
          <p:cNvSpPr>
            <a:spLocks xmlns:a="http://schemas.openxmlformats.org/drawingml/2006/main" noGrp="1"/>
          </p:cNvSpPr>
          <p:nvPr/>
        </p:nvSpPr>
        <p:spPr>
          <a:xfrm xmlns:a="http://schemas.openxmlformats.org/drawingml/2006/main">
            <a:off x="2314575" y="2733675"/>
            <a:ext cx="13239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F8FAFC"/>
                </a:solidFill>
                <a:latin typeface="Apple SD Gothic Neo"/>
                <a:ea typeface="Apple SD Gothic Neo"/>
                <a:cs typeface="Apple SD Gothic Neo"/>
              </a:defRPr>
            </a:defPPr>
            <a:lvl1pPr>
              <a:defRPr sz="1500" b="0">
                <a:solidFill>
                  <a:srgbClr val="F8FAFC"/>
                </a:solidFill>
                <a:latin typeface="Apple SD Gothic Neo"/>
                <a:ea typeface="Apple SD Gothic Neo"/>
                <a:cs typeface="Apple SD Gothic Neo"/>
              </a:defRPr>
            </a:lvl1pPr>
            <a:lvl2pPr>
              <a:defRPr sz="1500" b="0">
                <a:solidFill>
                  <a:srgbClr val="F8FAFC"/>
                </a:solidFill>
                <a:latin typeface="Apple SD Gothic Neo"/>
                <a:ea typeface="Apple SD Gothic Neo"/>
                <a:cs typeface="Apple SD Gothic Neo"/>
              </a:defRPr>
            </a:lvl2pPr>
            <a:lvl3pPr>
              <a:defRPr sz="1500" b="0">
                <a:solidFill>
                  <a:srgbClr val="F8FAFC"/>
                </a:solidFill>
                <a:latin typeface="Apple SD Gothic Neo"/>
                <a:ea typeface="Apple SD Gothic Neo"/>
                <a:cs typeface="Apple SD Gothic Neo"/>
              </a:defRPr>
            </a:lvl3pPr>
            <a:lvl4pPr>
              <a:defRPr sz="1500" b="0">
                <a:solidFill>
                  <a:srgbClr val="F8FAFC"/>
                </a:solidFill>
                <a:latin typeface="Apple SD Gothic Neo"/>
                <a:ea typeface="Apple SD Gothic Neo"/>
                <a:cs typeface="Apple SD Gothic Neo"/>
              </a:defRPr>
            </a:lvl4pPr>
            <a:lvl5pPr>
              <a:defRPr sz="1500" b="0">
                <a:solidFill>
                  <a:srgbClr val="F8FAFC"/>
                </a:solidFill>
                <a:latin typeface="Apple SD Gothic Neo"/>
                <a:ea typeface="Apple SD Gothic Neo"/>
                <a:cs typeface="Apple SD Gothic Neo"/>
              </a:defRPr>
            </a:lvl5pPr>
            <a:lvl6pPr>
              <a:defRPr sz="1500" b="0">
                <a:solidFill>
                  <a:srgbClr val="F8FAFC"/>
                </a:solidFill>
                <a:latin typeface="Apple SD Gothic Neo"/>
                <a:ea typeface="Apple SD Gothic Neo"/>
                <a:cs typeface="Apple SD Gothic Neo"/>
              </a:defRPr>
            </a:lvl6pPr>
            <a:lvl7pPr>
              <a:defRPr sz="1500" b="0">
                <a:solidFill>
                  <a:srgbClr val="F8FAFC"/>
                </a:solidFill>
                <a:latin typeface="Apple SD Gothic Neo"/>
                <a:ea typeface="Apple SD Gothic Neo"/>
                <a:cs typeface="Apple SD Gothic Neo"/>
              </a:defRPr>
            </a:lvl7pPr>
            <a:lvl8pPr>
              <a:defRPr sz="1500" b="0">
                <a:solidFill>
                  <a:srgbClr val="F8FAFC"/>
                </a:solidFill>
                <a:latin typeface="Apple SD Gothic Neo"/>
                <a:ea typeface="Apple SD Gothic Neo"/>
                <a:cs typeface="Apple SD Gothic Neo"/>
              </a:defRPr>
            </a:lvl8pPr>
            <a:lvl9pPr>
              <a:defRPr sz="1500" b="0">
                <a:solidFill>
                  <a:srgbClr val="F8FAFC"/>
                </a:solidFill>
                <a:latin typeface="Apple SD Gothic Neo"/>
                <a:ea typeface="Apple SD Gothic Neo"/>
                <a:cs typeface="Apple SD Gothic Neo"/>
              </a:defRPr>
            </a:lvl9pPr>
          </a:lstStyle>
          <a:p xmlns:a="http://schemas.openxmlformats.org/drawingml/2006/main">
            <a:pPr>
              <a:defRPr sz="1500" b="0">
                <a:solidFill>
                  <a:srgbClr val="F8FAFC"/>
                </a:solidFill>
                <a:latin typeface="Apple SD Gothic Neo"/>
                <a:ea typeface="Apple SD Gothic Neo"/>
                <a:cs typeface="Apple SD Gothic Neo"/>
              </a:defRPr>
            </a:pPr>
            <a:r>
              <a:rPr sz="1500" b="0">
                <a:solidFill>
                  <a:srgbClr val="F8FAFC"/>
                </a:solidFill>
                <a:latin typeface="Apple SD Gothic Neo"/>
                <a:ea typeface="Apple SD Gothic Neo"/>
                <a:cs typeface="Apple SD Gothic Neo"/>
              </a:rPr>
              <a:t>변경 이벤트</a:t>
            </a:r>
          </a:p>
          <a:p xmlns:a="http://schemas.openxmlformats.org/drawingml/2006/main">
            <a:pPr>
              <a:defRPr sz="1500" b="0">
                <a:solidFill>
                  <a:srgbClr val="F8FAFC"/>
                </a:solidFill>
                <a:latin typeface="Apple SD Gothic Neo"/>
                <a:ea typeface="Apple SD Gothic Neo"/>
                <a:cs typeface="Apple SD Gothic Neo"/>
              </a:defRPr>
            </a:pPr>
            <a:r>
              <a:rPr sz="1500" b="0">
                <a:solidFill>
                  <a:srgbClr val="F8FAFC"/>
                </a:solidFill>
                <a:latin typeface="Apple SD Gothic Neo"/>
                <a:ea typeface="Apple SD Gothic Neo"/>
                <a:cs typeface="Apple SD Gothic Neo"/>
              </a:rPr>
              <a:t>보관</a:t>
            </a:r>
          </a:p>
        </p:txBody>
      </p:sp>
      <p:sp>
        <p:nvSpPr>
          <p:cNvPr id="63" name="">
            <a:extLst xmlns:a="http://schemas.openxmlformats.org/drawingml/2006/main">
              <a:ext uri="{FF2B5EF4-FFF2-40B4-BE49-F238E27FC236}">
                <a16:creationId xmlns:a16="http://schemas.microsoft.com/office/drawing/2014/main" id="{1315254B-5628-47E8-AD44-A2FFFFF413F9}"/>
              </a:ext>
            </a:extLst>
          </p:cNvPr>
          <p:cNvSpPr>
            <a:spLocks xmlns:a="http://schemas.openxmlformats.org/drawingml/2006/main" noGrp="1"/>
          </p:cNvSpPr>
          <p:nvPr/>
        </p:nvSpPr>
        <p:spPr>
          <a:xfrm xmlns:a="http://schemas.openxmlformats.org/drawingml/2006/main">
            <a:off x="3876675" y="2000250"/>
            <a:ext cx="1371600" cy="1619250"/>
          </a:xfrm>
          <a:prstGeom xmlns:a="http://schemas.openxmlformats.org/drawingml/2006/main" prst="roundRect">
            <a:avLst>
              <a:gd name="adj" fmla="val 6944"/>
            </a:avLst>
          </a:prstGeom>
          <a:solidFill xmlns:a="http://schemas.openxmlformats.org/drawingml/2006/main">
            <a:srgbClr val="1E293B"/>
          </a:solidFill>
          <a:ln xmlns:a="http://schemas.openxmlformats.org/drawingml/2006/main" w="9525">
            <a:solidFill>
              <a:srgbClr val="22D3EE"/>
            </a:solidFill>
          </a:ln>
        </p:spPr>
      </p:sp>
      <p:sp>
        <p:nvSpPr>
          <p:cNvPr id="64" name="">
            <a:extLst xmlns:a="http://schemas.openxmlformats.org/drawingml/2006/main">
              <a:ext uri="{FF2B5EF4-FFF2-40B4-BE49-F238E27FC236}">
                <a16:creationId xmlns:a16="http://schemas.microsoft.com/office/drawing/2014/main" id="{688FA60C-AD8B-4FC6-B892-5114DA384B84}"/>
              </a:ext>
            </a:extLst>
          </p:cNvPr>
          <p:cNvSpPr>
            <a:spLocks xmlns:a="http://schemas.openxmlformats.org/drawingml/2006/main" noGrp="1"/>
          </p:cNvSpPr>
          <p:nvPr/>
        </p:nvSpPr>
        <p:spPr>
          <a:xfrm xmlns:a="http://schemas.openxmlformats.org/drawingml/2006/main">
            <a:off x="4000500" y="2152650"/>
            <a:ext cx="11239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22D3EE"/>
                </a:solidFill>
                <a:latin typeface="Apple SD Gothic Neo"/>
                <a:ea typeface="Apple SD Gothic Neo"/>
                <a:cs typeface="Apple SD Gothic Neo"/>
              </a:defRPr>
            </a:defPPr>
            <a:lvl1pPr>
              <a:defRPr sz="1650" b="1">
                <a:solidFill>
                  <a:srgbClr val="22D3EE"/>
                </a:solidFill>
                <a:latin typeface="Apple SD Gothic Neo"/>
                <a:ea typeface="Apple SD Gothic Neo"/>
                <a:cs typeface="Apple SD Gothic Neo"/>
              </a:defRPr>
            </a:lvl1pPr>
            <a:lvl2pPr>
              <a:defRPr sz="1650" b="1">
                <a:solidFill>
                  <a:srgbClr val="22D3EE"/>
                </a:solidFill>
                <a:latin typeface="Apple SD Gothic Neo"/>
                <a:ea typeface="Apple SD Gothic Neo"/>
                <a:cs typeface="Apple SD Gothic Neo"/>
              </a:defRPr>
            </a:lvl2pPr>
            <a:lvl3pPr>
              <a:defRPr sz="1650" b="1">
                <a:solidFill>
                  <a:srgbClr val="22D3EE"/>
                </a:solidFill>
                <a:latin typeface="Apple SD Gothic Neo"/>
                <a:ea typeface="Apple SD Gothic Neo"/>
                <a:cs typeface="Apple SD Gothic Neo"/>
              </a:defRPr>
            </a:lvl3pPr>
            <a:lvl4pPr>
              <a:defRPr sz="1650" b="1">
                <a:solidFill>
                  <a:srgbClr val="22D3EE"/>
                </a:solidFill>
                <a:latin typeface="Apple SD Gothic Neo"/>
                <a:ea typeface="Apple SD Gothic Neo"/>
                <a:cs typeface="Apple SD Gothic Neo"/>
              </a:defRPr>
            </a:lvl4pPr>
            <a:lvl5pPr>
              <a:defRPr sz="1650" b="1">
                <a:solidFill>
                  <a:srgbClr val="22D3EE"/>
                </a:solidFill>
                <a:latin typeface="Apple SD Gothic Neo"/>
                <a:ea typeface="Apple SD Gothic Neo"/>
                <a:cs typeface="Apple SD Gothic Neo"/>
              </a:defRPr>
            </a:lvl5pPr>
            <a:lvl6pPr>
              <a:defRPr sz="1650" b="1">
                <a:solidFill>
                  <a:srgbClr val="22D3EE"/>
                </a:solidFill>
                <a:latin typeface="Apple SD Gothic Neo"/>
                <a:ea typeface="Apple SD Gothic Neo"/>
                <a:cs typeface="Apple SD Gothic Neo"/>
              </a:defRPr>
            </a:lvl6pPr>
            <a:lvl7pPr>
              <a:defRPr sz="1650" b="1">
                <a:solidFill>
                  <a:srgbClr val="22D3EE"/>
                </a:solidFill>
                <a:latin typeface="Apple SD Gothic Neo"/>
                <a:ea typeface="Apple SD Gothic Neo"/>
                <a:cs typeface="Apple SD Gothic Neo"/>
              </a:defRPr>
            </a:lvl7pPr>
            <a:lvl8pPr>
              <a:defRPr sz="1650" b="1">
                <a:solidFill>
                  <a:srgbClr val="22D3EE"/>
                </a:solidFill>
                <a:latin typeface="Apple SD Gothic Neo"/>
                <a:ea typeface="Apple SD Gothic Neo"/>
                <a:cs typeface="Apple SD Gothic Neo"/>
              </a:defRPr>
            </a:lvl8pPr>
            <a:lvl9pPr>
              <a:defRPr sz="1650" b="1">
                <a:solidFill>
                  <a:srgbClr val="22D3EE"/>
                </a:solidFill>
                <a:latin typeface="Apple SD Gothic Neo"/>
                <a:ea typeface="Apple SD Gothic Neo"/>
                <a:cs typeface="Apple SD Gothic Neo"/>
              </a:defRPr>
            </a:lvl9pPr>
          </a:lstStyle>
          <a:p xmlns:a="http://schemas.openxmlformats.org/drawingml/2006/main">
            <a:pPr>
              <a:defRPr sz="1650" b="1">
                <a:solidFill>
                  <a:srgbClr val="22D3EE"/>
                </a:solidFill>
                <a:latin typeface="Apple SD Gothic Neo"/>
                <a:ea typeface="Apple SD Gothic Neo"/>
                <a:cs typeface="Apple SD Gothic Neo"/>
              </a:defRPr>
            </a:pPr>
            <a:r>
              <a:rPr sz="1650" b="1">
                <a:solidFill>
                  <a:srgbClr val="22D3EE"/>
                </a:solidFill>
                <a:latin typeface="Apple SD Gothic Neo"/>
                <a:ea typeface="Apple SD Gothic Neo"/>
                <a:cs typeface="Apple SD Gothic Neo"/>
              </a:rPr>
              <a:t>Flink</a:t>
            </a:r>
          </a:p>
        </p:txBody>
      </p:sp>
      <p:sp>
        <p:nvSpPr>
          <p:cNvPr id="65" name="">
            <a:extLst xmlns:a="http://schemas.openxmlformats.org/drawingml/2006/main">
              <a:ext uri="{FF2B5EF4-FFF2-40B4-BE49-F238E27FC236}">
                <a16:creationId xmlns:a16="http://schemas.microsoft.com/office/drawing/2014/main" id="{B8BA32C4-29E8-4D39-ABE0-A31651EFF5EA}"/>
              </a:ext>
            </a:extLst>
          </p:cNvPr>
          <p:cNvSpPr>
            <a:spLocks xmlns:a="http://schemas.openxmlformats.org/drawingml/2006/main" noGrp="1"/>
          </p:cNvSpPr>
          <p:nvPr/>
        </p:nvSpPr>
        <p:spPr>
          <a:xfrm xmlns:a="http://schemas.openxmlformats.org/drawingml/2006/main">
            <a:off x="4000500" y="2733675"/>
            <a:ext cx="11239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F8FAFC"/>
                </a:solidFill>
                <a:latin typeface="Apple SD Gothic Neo"/>
                <a:ea typeface="Apple SD Gothic Neo"/>
                <a:cs typeface="Apple SD Gothic Neo"/>
              </a:defRPr>
            </a:defPPr>
            <a:lvl1pPr>
              <a:defRPr sz="1500" b="0">
                <a:solidFill>
                  <a:srgbClr val="F8FAFC"/>
                </a:solidFill>
                <a:latin typeface="Apple SD Gothic Neo"/>
                <a:ea typeface="Apple SD Gothic Neo"/>
                <a:cs typeface="Apple SD Gothic Neo"/>
              </a:defRPr>
            </a:lvl1pPr>
            <a:lvl2pPr>
              <a:defRPr sz="1500" b="0">
                <a:solidFill>
                  <a:srgbClr val="F8FAFC"/>
                </a:solidFill>
                <a:latin typeface="Apple SD Gothic Neo"/>
                <a:ea typeface="Apple SD Gothic Neo"/>
                <a:cs typeface="Apple SD Gothic Neo"/>
              </a:defRPr>
            </a:lvl2pPr>
            <a:lvl3pPr>
              <a:defRPr sz="1500" b="0">
                <a:solidFill>
                  <a:srgbClr val="F8FAFC"/>
                </a:solidFill>
                <a:latin typeface="Apple SD Gothic Neo"/>
                <a:ea typeface="Apple SD Gothic Neo"/>
                <a:cs typeface="Apple SD Gothic Neo"/>
              </a:defRPr>
            </a:lvl3pPr>
            <a:lvl4pPr>
              <a:defRPr sz="1500" b="0">
                <a:solidFill>
                  <a:srgbClr val="F8FAFC"/>
                </a:solidFill>
                <a:latin typeface="Apple SD Gothic Neo"/>
                <a:ea typeface="Apple SD Gothic Neo"/>
                <a:cs typeface="Apple SD Gothic Neo"/>
              </a:defRPr>
            </a:lvl4pPr>
            <a:lvl5pPr>
              <a:defRPr sz="1500" b="0">
                <a:solidFill>
                  <a:srgbClr val="F8FAFC"/>
                </a:solidFill>
                <a:latin typeface="Apple SD Gothic Neo"/>
                <a:ea typeface="Apple SD Gothic Neo"/>
                <a:cs typeface="Apple SD Gothic Neo"/>
              </a:defRPr>
            </a:lvl5pPr>
            <a:lvl6pPr>
              <a:defRPr sz="1500" b="0">
                <a:solidFill>
                  <a:srgbClr val="F8FAFC"/>
                </a:solidFill>
                <a:latin typeface="Apple SD Gothic Neo"/>
                <a:ea typeface="Apple SD Gothic Neo"/>
                <a:cs typeface="Apple SD Gothic Neo"/>
              </a:defRPr>
            </a:lvl6pPr>
            <a:lvl7pPr>
              <a:defRPr sz="1500" b="0">
                <a:solidFill>
                  <a:srgbClr val="F8FAFC"/>
                </a:solidFill>
                <a:latin typeface="Apple SD Gothic Neo"/>
                <a:ea typeface="Apple SD Gothic Neo"/>
                <a:cs typeface="Apple SD Gothic Neo"/>
              </a:defRPr>
            </a:lvl7pPr>
            <a:lvl8pPr>
              <a:defRPr sz="1500" b="0">
                <a:solidFill>
                  <a:srgbClr val="F8FAFC"/>
                </a:solidFill>
                <a:latin typeface="Apple SD Gothic Neo"/>
                <a:ea typeface="Apple SD Gothic Neo"/>
                <a:cs typeface="Apple SD Gothic Neo"/>
              </a:defRPr>
            </a:lvl8pPr>
            <a:lvl9pPr>
              <a:defRPr sz="1500" b="0">
                <a:solidFill>
                  <a:srgbClr val="F8FAFC"/>
                </a:solidFill>
                <a:latin typeface="Apple SD Gothic Neo"/>
                <a:ea typeface="Apple SD Gothic Neo"/>
                <a:cs typeface="Apple SD Gothic Neo"/>
              </a:defRPr>
            </a:lvl9pPr>
          </a:lstStyle>
          <a:p xmlns:a="http://schemas.openxmlformats.org/drawingml/2006/main">
            <a:pPr>
              <a:defRPr sz="1500" b="0">
                <a:solidFill>
                  <a:srgbClr val="F8FAFC"/>
                </a:solidFill>
                <a:latin typeface="Apple SD Gothic Neo"/>
                <a:ea typeface="Apple SD Gothic Neo"/>
                <a:cs typeface="Apple SD Gothic Neo"/>
              </a:defRPr>
            </a:pPr>
            <a:r>
              <a:rPr sz="1500" b="0">
                <a:solidFill>
                  <a:srgbClr val="F8FAFC"/>
                </a:solidFill>
                <a:latin typeface="Apple SD Gothic Neo"/>
                <a:ea typeface="Apple SD Gothic Neo"/>
                <a:cs typeface="Apple SD Gothic Neo"/>
              </a:rPr>
              <a:t>지속 처리</a:t>
            </a:r>
          </a:p>
          <a:p xmlns:a="http://schemas.openxmlformats.org/drawingml/2006/main">
            <a:pPr>
              <a:defRPr sz="1500" b="0">
                <a:solidFill>
                  <a:srgbClr val="F8FAFC"/>
                </a:solidFill>
                <a:latin typeface="Apple SD Gothic Neo"/>
                <a:ea typeface="Apple SD Gothic Neo"/>
                <a:cs typeface="Apple SD Gothic Neo"/>
              </a:defRPr>
            </a:pPr>
            <a:r>
              <a:rPr sz="1500" b="0">
                <a:solidFill>
                  <a:srgbClr val="F8FAFC"/>
                </a:solidFill>
                <a:latin typeface="Apple SD Gothic Neo"/>
                <a:ea typeface="Apple SD Gothic Neo"/>
                <a:cs typeface="Apple SD Gothic Neo"/>
              </a:rPr>
              <a:t>원문 append</a:t>
            </a:r>
          </a:p>
        </p:txBody>
      </p:sp>
      <p:sp>
        <p:nvSpPr>
          <p:cNvPr id="66" name="">
            <a:extLst xmlns:a="http://schemas.openxmlformats.org/drawingml/2006/main">
              <a:ext uri="{FF2B5EF4-FFF2-40B4-BE49-F238E27FC236}">
                <a16:creationId xmlns:a16="http://schemas.microsoft.com/office/drawing/2014/main" id="{005CD296-46C9-4D8C-98BB-0EF7F1490DA9}"/>
              </a:ext>
            </a:extLst>
          </p:cNvPr>
          <p:cNvSpPr>
            <a:spLocks xmlns:a="http://schemas.openxmlformats.org/drawingml/2006/main" noGrp="1"/>
          </p:cNvSpPr>
          <p:nvPr/>
        </p:nvSpPr>
        <p:spPr>
          <a:xfrm xmlns:a="http://schemas.openxmlformats.org/drawingml/2006/main">
            <a:off x="5362575" y="2000250"/>
            <a:ext cx="1695450" cy="1619250"/>
          </a:xfrm>
          <a:prstGeom xmlns:a="http://schemas.openxmlformats.org/drawingml/2006/main" prst="roundRect">
            <a:avLst>
              <a:gd name="adj" fmla="val 5882"/>
            </a:avLst>
          </a:prstGeom>
          <a:solidFill xmlns:a="http://schemas.openxmlformats.org/drawingml/2006/main">
            <a:srgbClr val="1E293B"/>
          </a:solidFill>
          <a:ln xmlns:a="http://schemas.openxmlformats.org/drawingml/2006/main" w="9525">
            <a:solidFill>
              <a:srgbClr val="22D3EE"/>
            </a:solidFill>
          </a:ln>
        </p:spPr>
      </p:sp>
      <p:sp>
        <p:nvSpPr>
          <p:cNvPr id="67" name="">
            <a:extLst xmlns:a="http://schemas.openxmlformats.org/drawingml/2006/main">
              <a:ext uri="{FF2B5EF4-FFF2-40B4-BE49-F238E27FC236}">
                <a16:creationId xmlns:a16="http://schemas.microsoft.com/office/drawing/2014/main" id="{F2243075-3588-45AB-857E-4247CC625D65}"/>
              </a:ext>
            </a:extLst>
          </p:cNvPr>
          <p:cNvSpPr>
            <a:spLocks xmlns:a="http://schemas.openxmlformats.org/drawingml/2006/main" noGrp="1"/>
          </p:cNvSpPr>
          <p:nvPr/>
        </p:nvSpPr>
        <p:spPr>
          <a:xfrm xmlns:a="http://schemas.openxmlformats.org/drawingml/2006/main">
            <a:off x="5486400" y="2152650"/>
            <a:ext cx="1447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22D3EE"/>
                </a:solidFill>
                <a:latin typeface="Apple SD Gothic Neo"/>
                <a:ea typeface="Apple SD Gothic Neo"/>
                <a:cs typeface="Apple SD Gothic Neo"/>
              </a:defRPr>
            </a:defPPr>
            <a:lvl1pPr>
              <a:defRPr sz="1650" b="1">
                <a:solidFill>
                  <a:srgbClr val="22D3EE"/>
                </a:solidFill>
                <a:latin typeface="Apple SD Gothic Neo"/>
                <a:ea typeface="Apple SD Gothic Neo"/>
                <a:cs typeface="Apple SD Gothic Neo"/>
              </a:defRPr>
            </a:lvl1pPr>
            <a:lvl2pPr>
              <a:defRPr sz="1650" b="1">
                <a:solidFill>
                  <a:srgbClr val="22D3EE"/>
                </a:solidFill>
                <a:latin typeface="Apple SD Gothic Neo"/>
                <a:ea typeface="Apple SD Gothic Neo"/>
                <a:cs typeface="Apple SD Gothic Neo"/>
              </a:defRPr>
            </a:lvl2pPr>
            <a:lvl3pPr>
              <a:defRPr sz="1650" b="1">
                <a:solidFill>
                  <a:srgbClr val="22D3EE"/>
                </a:solidFill>
                <a:latin typeface="Apple SD Gothic Neo"/>
                <a:ea typeface="Apple SD Gothic Neo"/>
                <a:cs typeface="Apple SD Gothic Neo"/>
              </a:defRPr>
            </a:lvl3pPr>
            <a:lvl4pPr>
              <a:defRPr sz="1650" b="1">
                <a:solidFill>
                  <a:srgbClr val="22D3EE"/>
                </a:solidFill>
                <a:latin typeface="Apple SD Gothic Neo"/>
                <a:ea typeface="Apple SD Gothic Neo"/>
                <a:cs typeface="Apple SD Gothic Neo"/>
              </a:defRPr>
            </a:lvl4pPr>
            <a:lvl5pPr>
              <a:defRPr sz="1650" b="1">
                <a:solidFill>
                  <a:srgbClr val="22D3EE"/>
                </a:solidFill>
                <a:latin typeface="Apple SD Gothic Neo"/>
                <a:ea typeface="Apple SD Gothic Neo"/>
                <a:cs typeface="Apple SD Gothic Neo"/>
              </a:defRPr>
            </a:lvl5pPr>
            <a:lvl6pPr>
              <a:defRPr sz="1650" b="1">
                <a:solidFill>
                  <a:srgbClr val="22D3EE"/>
                </a:solidFill>
                <a:latin typeface="Apple SD Gothic Neo"/>
                <a:ea typeface="Apple SD Gothic Neo"/>
                <a:cs typeface="Apple SD Gothic Neo"/>
              </a:defRPr>
            </a:lvl6pPr>
            <a:lvl7pPr>
              <a:defRPr sz="1650" b="1">
                <a:solidFill>
                  <a:srgbClr val="22D3EE"/>
                </a:solidFill>
                <a:latin typeface="Apple SD Gothic Neo"/>
                <a:ea typeface="Apple SD Gothic Neo"/>
                <a:cs typeface="Apple SD Gothic Neo"/>
              </a:defRPr>
            </a:lvl7pPr>
            <a:lvl8pPr>
              <a:defRPr sz="1650" b="1">
                <a:solidFill>
                  <a:srgbClr val="22D3EE"/>
                </a:solidFill>
                <a:latin typeface="Apple SD Gothic Neo"/>
                <a:ea typeface="Apple SD Gothic Neo"/>
                <a:cs typeface="Apple SD Gothic Neo"/>
              </a:defRPr>
            </a:lvl8pPr>
            <a:lvl9pPr>
              <a:defRPr sz="1650" b="1">
                <a:solidFill>
                  <a:srgbClr val="22D3EE"/>
                </a:solidFill>
                <a:latin typeface="Apple SD Gothic Neo"/>
                <a:ea typeface="Apple SD Gothic Neo"/>
                <a:cs typeface="Apple SD Gothic Neo"/>
              </a:defRPr>
            </a:lvl9pPr>
          </a:lstStyle>
          <a:p xmlns:a="http://schemas.openxmlformats.org/drawingml/2006/main">
            <a:pPr>
              <a:defRPr sz="1650" b="1">
                <a:solidFill>
                  <a:srgbClr val="22D3EE"/>
                </a:solidFill>
                <a:latin typeface="Apple SD Gothic Neo"/>
                <a:ea typeface="Apple SD Gothic Neo"/>
                <a:cs typeface="Apple SD Gothic Neo"/>
              </a:defRPr>
            </a:pPr>
            <a:r>
              <a:rPr sz="1650" b="1">
                <a:solidFill>
                  <a:srgbClr val="22D3EE"/>
                </a:solidFill>
                <a:latin typeface="Apple SD Gothic Neo"/>
                <a:ea typeface="Apple SD Gothic Neo"/>
                <a:cs typeface="Apple SD Gothic Neo"/>
              </a:rPr>
              <a:t>Iceberg</a:t>
            </a:r>
          </a:p>
          <a:p xmlns:a="http://schemas.openxmlformats.org/drawingml/2006/main">
            <a:pPr>
              <a:defRPr sz="1650" b="1">
                <a:solidFill>
                  <a:srgbClr val="22D3EE"/>
                </a:solidFill>
                <a:latin typeface="Apple SD Gothic Neo"/>
                <a:ea typeface="Apple SD Gothic Neo"/>
                <a:cs typeface="Apple SD Gothic Neo"/>
              </a:defRPr>
            </a:pPr>
            <a:r>
              <a:rPr sz="1650" b="1">
                <a:solidFill>
                  <a:srgbClr val="22D3EE"/>
                </a:solidFill>
                <a:latin typeface="Apple SD Gothic Neo"/>
                <a:ea typeface="Apple SD Gothic Neo"/>
                <a:cs typeface="Apple SD Gothic Neo"/>
              </a:rPr>
              <a:t>Bronze</a:t>
            </a:r>
          </a:p>
        </p:txBody>
      </p:sp>
      <p:sp>
        <p:nvSpPr>
          <p:cNvPr id="68" name="">
            <a:extLst xmlns:a="http://schemas.openxmlformats.org/drawingml/2006/main">
              <a:ext uri="{FF2B5EF4-FFF2-40B4-BE49-F238E27FC236}">
                <a16:creationId xmlns:a16="http://schemas.microsoft.com/office/drawing/2014/main" id="{97CF7264-C8B4-48DF-8B18-F17077618290}"/>
              </a:ext>
            </a:extLst>
          </p:cNvPr>
          <p:cNvSpPr>
            <a:spLocks xmlns:a="http://schemas.openxmlformats.org/drawingml/2006/main" noGrp="1"/>
          </p:cNvSpPr>
          <p:nvPr/>
        </p:nvSpPr>
        <p:spPr>
          <a:xfrm xmlns:a="http://schemas.openxmlformats.org/drawingml/2006/main">
            <a:off x="5486400" y="2733675"/>
            <a:ext cx="1447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F8FAFC"/>
                </a:solidFill>
                <a:latin typeface="Apple SD Gothic Neo"/>
                <a:ea typeface="Apple SD Gothic Neo"/>
                <a:cs typeface="Apple SD Gothic Neo"/>
              </a:defRPr>
            </a:defPPr>
            <a:lvl1pPr>
              <a:defRPr sz="1500" b="0">
                <a:solidFill>
                  <a:srgbClr val="F8FAFC"/>
                </a:solidFill>
                <a:latin typeface="Apple SD Gothic Neo"/>
                <a:ea typeface="Apple SD Gothic Neo"/>
                <a:cs typeface="Apple SD Gothic Neo"/>
              </a:defRPr>
            </a:lvl1pPr>
            <a:lvl2pPr>
              <a:defRPr sz="1500" b="0">
                <a:solidFill>
                  <a:srgbClr val="F8FAFC"/>
                </a:solidFill>
                <a:latin typeface="Apple SD Gothic Neo"/>
                <a:ea typeface="Apple SD Gothic Neo"/>
                <a:cs typeface="Apple SD Gothic Neo"/>
              </a:defRPr>
            </a:lvl2pPr>
            <a:lvl3pPr>
              <a:defRPr sz="1500" b="0">
                <a:solidFill>
                  <a:srgbClr val="F8FAFC"/>
                </a:solidFill>
                <a:latin typeface="Apple SD Gothic Neo"/>
                <a:ea typeface="Apple SD Gothic Neo"/>
                <a:cs typeface="Apple SD Gothic Neo"/>
              </a:defRPr>
            </a:lvl3pPr>
            <a:lvl4pPr>
              <a:defRPr sz="1500" b="0">
                <a:solidFill>
                  <a:srgbClr val="F8FAFC"/>
                </a:solidFill>
                <a:latin typeface="Apple SD Gothic Neo"/>
                <a:ea typeface="Apple SD Gothic Neo"/>
                <a:cs typeface="Apple SD Gothic Neo"/>
              </a:defRPr>
            </a:lvl4pPr>
            <a:lvl5pPr>
              <a:defRPr sz="1500" b="0">
                <a:solidFill>
                  <a:srgbClr val="F8FAFC"/>
                </a:solidFill>
                <a:latin typeface="Apple SD Gothic Neo"/>
                <a:ea typeface="Apple SD Gothic Neo"/>
                <a:cs typeface="Apple SD Gothic Neo"/>
              </a:defRPr>
            </a:lvl5pPr>
            <a:lvl6pPr>
              <a:defRPr sz="1500" b="0">
                <a:solidFill>
                  <a:srgbClr val="F8FAFC"/>
                </a:solidFill>
                <a:latin typeface="Apple SD Gothic Neo"/>
                <a:ea typeface="Apple SD Gothic Neo"/>
                <a:cs typeface="Apple SD Gothic Neo"/>
              </a:defRPr>
            </a:lvl6pPr>
            <a:lvl7pPr>
              <a:defRPr sz="1500" b="0">
                <a:solidFill>
                  <a:srgbClr val="F8FAFC"/>
                </a:solidFill>
                <a:latin typeface="Apple SD Gothic Neo"/>
                <a:ea typeface="Apple SD Gothic Neo"/>
                <a:cs typeface="Apple SD Gothic Neo"/>
              </a:defRPr>
            </a:lvl7pPr>
            <a:lvl8pPr>
              <a:defRPr sz="1500" b="0">
                <a:solidFill>
                  <a:srgbClr val="F8FAFC"/>
                </a:solidFill>
                <a:latin typeface="Apple SD Gothic Neo"/>
                <a:ea typeface="Apple SD Gothic Neo"/>
                <a:cs typeface="Apple SD Gothic Neo"/>
              </a:defRPr>
            </a:lvl8pPr>
            <a:lvl9pPr>
              <a:defRPr sz="1500" b="0">
                <a:solidFill>
                  <a:srgbClr val="F8FAFC"/>
                </a:solidFill>
                <a:latin typeface="Apple SD Gothic Neo"/>
                <a:ea typeface="Apple SD Gothic Neo"/>
                <a:cs typeface="Apple SD Gothic Neo"/>
              </a:defRPr>
            </a:lvl9pPr>
          </a:lstStyle>
          <a:p xmlns:a="http://schemas.openxmlformats.org/drawingml/2006/main">
            <a:pPr>
              <a:defRPr sz="1500" b="0">
                <a:solidFill>
                  <a:srgbClr val="F8FAFC"/>
                </a:solidFill>
                <a:latin typeface="Apple SD Gothic Neo"/>
                <a:ea typeface="Apple SD Gothic Neo"/>
                <a:cs typeface="Apple SD Gothic Neo"/>
              </a:defRPr>
            </a:pPr>
            <a:r>
              <a:rPr sz="1500" b="0">
                <a:solidFill>
                  <a:srgbClr val="F8FAFC"/>
                </a:solidFill>
                <a:latin typeface="Apple SD Gothic Neo"/>
                <a:ea typeface="Apple SD Gothic Neo"/>
                <a:cs typeface="Apple SD Gothic Neo"/>
              </a:rPr>
              <a:t>변경 이력</a:t>
            </a:r>
          </a:p>
          <a:p xmlns:a="http://schemas.openxmlformats.org/drawingml/2006/main">
            <a:pPr>
              <a:defRPr sz="1500" b="0">
                <a:solidFill>
                  <a:srgbClr val="F8FAFC"/>
                </a:solidFill>
                <a:latin typeface="Apple SD Gothic Neo"/>
                <a:ea typeface="Apple SD Gothic Neo"/>
                <a:cs typeface="Apple SD Gothic Neo"/>
              </a:defRPr>
            </a:pPr>
            <a:r>
              <a:rPr sz="1500" b="0">
                <a:solidFill>
                  <a:srgbClr val="F8FAFC"/>
                </a:solidFill>
                <a:latin typeface="Apple SD Gothic Neo"/>
                <a:ea typeface="Apple SD Gothic Neo"/>
                <a:cs typeface="Apple SD Gothic Neo"/>
              </a:rPr>
              <a:t>append 보관</a:t>
            </a:r>
          </a:p>
        </p:txBody>
      </p:sp>
      <p:sp>
        <p:nvSpPr>
          <p:cNvPr id="69" name="">
            <a:extLst xmlns:a="http://schemas.openxmlformats.org/drawingml/2006/main">
              <a:ext uri="{FF2B5EF4-FFF2-40B4-BE49-F238E27FC236}">
                <a16:creationId xmlns:a16="http://schemas.microsoft.com/office/drawing/2014/main" id="{472B2670-BF10-4F4A-ADBF-76EF27394B7B}"/>
              </a:ext>
            </a:extLst>
          </p:cNvPr>
          <p:cNvSpPr>
            <a:spLocks xmlns:a="http://schemas.openxmlformats.org/drawingml/2006/main" noGrp="1"/>
          </p:cNvSpPr>
          <p:nvPr/>
        </p:nvSpPr>
        <p:spPr>
          <a:xfrm xmlns:a="http://schemas.openxmlformats.org/drawingml/2006/main">
            <a:off x="7172325" y="2000250"/>
            <a:ext cx="1504950" cy="1619250"/>
          </a:xfrm>
          <a:prstGeom xmlns:a="http://schemas.openxmlformats.org/drawingml/2006/main" prst="roundRect">
            <a:avLst>
              <a:gd name="adj" fmla="val 6329"/>
            </a:avLst>
          </a:prstGeom>
          <a:solidFill xmlns:a="http://schemas.openxmlformats.org/drawingml/2006/main">
            <a:srgbClr val="1E293B"/>
          </a:solidFill>
          <a:ln xmlns:a="http://schemas.openxmlformats.org/drawingml/2006/main" w="19050">
            <a:solidFill>
              <a:srgbClr val="22D3EE"/>
            </a:solidFill>
          </a:ln>
        </p:spPr>
      </p:sp>
      <p:sp>
        <p:nvSpPr>
          <p:cNvPr id="70" name="">
            <a:extLst xmlns:a="http://schemas.openxmlformats.org/drawingml/2006/main">
              <a:ext uri="{FF2B5EF4-FFF2-40B4-BE49-F238E27FC236}">
                <a16:creationId xmlns:a16="http://schemas.microsoft.com/office/drawing/2014/main" id="{A3C92ECC-A8A9-4FFF-89D1-E1C9BBB0B91B}"/>
              </a:ext>
            </a:extLst>
          </p:cNvPr>
          <p:cNvSpPr>
            <a:spLocks xmlns:a="http://schemas.openxmlformats.org/drawingml/2006/main" noGrp="1"/>
          </p:cNvSpPr>
          <p:nvPr/>
        </p:nvSpPr>
        <p:spPr>
          <a:xfrm xmlns:a="http://schemas.openxmlformats.org/drawingml/2006/main">
            <a:off x="7296150" y="2152650"/>
            <a:ext cx="1257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22D3EE"/>
                </a:solidFill>
                <a:latin typeface="Apple SD Gothic Neo"/>
                <a:ea typeface="Apple SD Gothic Neo"/>
                <a:cs typeface="Apple SD Gothic Neo"/>
              </a:defRPr>
            </a:defPPr>
            <a:lvl1pPr>
              <a:defRPr sz="1650" b="1">
                <a:solidFill>
                  <a:srgbClr val="22D3EE"/>
                </a:solidFill>
                <a:latin typeface="Apple SD Gothic Neo"/>
                <a:ea typeface="Apple SD Gothic Neo"/>
                <a:cs typeface="Apple SD Gothic Neo"/>
              </a:defRPr>
            </a:lvl1pPr>
            <a:lvl2pPr>
              <a:defRPr sz="1650" b="1">
                <a:solidFill>
                  <a:srgbClr val="22D3EE"/>
                </a:solidFill>
                <a:latin typeface="Apple SD Gothic Neo"/>
                <a:ea typeface="Apple SD Gothic Neo"/>
                <a:cs typeface="Apple SD Gothic Neo"/>
              </a:defRPr>
            </a:lvl2pPr>
            <a:lvl3pPr>
              <a:defRPr sz="1650" b="1">
                <a:solidFill>
                  <a:srgbClr val="22D3EE"/>
                </a:solidFill>
                <a:latin typeface="Apple SD Gothic Neo"/>
                <a:ea typeface="Apple SD Gothic Neo"/>
                <a:cs typeface="Apple SD Gothic Neo"/>
              </a:defRPr>
            </a:lvl3pPr>
            <a:lvl4pPr>
              <a:defRPr sz="1650" b="1">
                <a:solidFill>
                  <a:srgbClr val="22D3EE"/>
                </a:solidFill>
                <a:latin typeface="Apple SD Gothic Neo"/>
                <a:ea typeface="Apple SD Gothic Neo"/>
                <a:cs typeface="Apple SD Gothic Neo"/>
              </a:defRPr>
            </a:lvl4pPr>
            <a:lvl5pPr>
              <a:defRPr sz="1650" b="1">
                <a:solidFill>
                  <a:srgbClr val="22D3EE"/>
                </a:solidFill>
                <a:latin typeface="Apple SD Gothic Neo"/>
                <a:ea typeface="Apple SD Gothic Neo"/>
                <a:cs typeface="Apple SD Gothic Neo"/>
              </a:defRPr>
            </a:lvl5pPr>
            <a:lvl6pPr>
              <a:defRPr sz="1650" b="1">
                <a:solidFill>
                  <a:srgbClr val="22D3EE"/>
                </a:solidFill>
                <a:latin typeface="Apple SD Gothic Neo"/>
                <a:ea typeface="Apple SD Gothic Neo"/>
                <a:cs typeface="Apple SD Gothic Neo"/>
              </a:defRPr>
            </a:lvl6pPr>
            <a:lvl7pPr>
              <a:defRPr sz="1650" b="1">
                <a:solidFill>
                  <a:srgbClr val="22D3EE"/>
                </a:solidFill>
                <a:latin typeface="Apple SD Gothic Neo"/>
                <a:ea typeface="Apple SD Gothic Neo"/>
                <a:cs typeface="Apple SD Gothic Neo"/>
              </a:defRPr>
            </a:lvl7pPr>
            <a:lvl8pPr>
              <a:defRPr sz="1650" b="1">
                <a:solidFill>
                  <a:srgbClr val="22D3EE"/>
                </a:solidFill>
                <a:latin typeface="Apple SD Gothic Neo"/>
                <a:ea typeface="Apple SD Gothic Neo"/>
                <a:cs typeface="Apple SD Gothic Neo"/>
              </a:defRPr>
            </a:lvl8pPr>
            <a:lvl9pPr>
              <a:defRPr sz="1650" b="1">
                <a:solidFill>
                  <a:srgbClr val="22D3EE"/>
                </a:solidFill>
                <a:latin typeface="Apple SD Gothic Neo"/>
                <a:ea typeface="Apple SD Gothic Neo"/>
                <a:cs typeface="Apple SD Gothic Neo"/>
              </a:defRPr>
            </a:lvl9pPr>
          </a:lstStyle>
          <a:p xmlns:a="http://schemas.openxmlformats.org/drawingml/2006/main">
            <a:pPr>
              <a:defRPr sz="1650" b="1">
                <a:solidFill>
                  <a:srgbClr val="22D3EE"/>
                </a:solidFill>
                <a:latin typeface="Apple SD Gothic Neo"/>
                <a:ea typeface="Apple SD Gothic Neo"/>
                <a:cs typeface="Apple SD Gothic Neo"/>
              </a:defRPr>
            </a:pPr>
            <a:r>
              <a:rPr sz="1650" b="1">
                <a:solidFill>
                  <a:srgbClr val="22D3EE"/>
                </a:solidFill>
                <a:latin typeface="Apple SD Gothic Neo"/>
                <a:ea typeface="Apple SD Gothic Neo"/>
                <a:cs typeface="Apple SD Gothic Neo"/>
              </a:rPr>
              <a:t>Spark SQL</a:t>
            </a:r>
          </a:p>
        </p:txBody>
      </p:sp>
      <p:sp>
        <p:nvSpPr>
          <p:cNvPr id="71" name="">
            <a:extLst xmlns:a="http://schemas.openxmlformats.org/drawingml/2006/main">
              <a:ext uri="{FF2B5EF4-FFF2-40B4-BE49-F238E27FC236}">
                <a16:creationId xmlns:a16="http://schemas.microsoft.com/office/drawing/2014/main" id="{5C37D9CF-745D-436E-AB2E-CAED8F50EA1E}"/>
              </a:ext>
            </a:extLst>
          </p:cNvPr>
          <p:cNvSpPr>
            <a:spLocks xmlns:a="http://schemas.openxmlformats.org/drawingml/2006/main" noGrp="1"/>
          </p:cNvSpPr>
          <p:nvPr/>
        </p:nvSpPr>
        <p:spPr>
          <a:xfrm xmlns:a="http://schemas.openxmlformats.org/drawingml/2006/main">
            <a:off x="7296150" y="2733675"/>
            <a:ext cx="12573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F8FAFC"/>
                </a:solidFill>
                <a:latin typeface="Apple SD Gothic Neo"/>
                <a:ea typeface="Apple SD Gothic Neo"/>
                <a:cs typeface="Apple SD Gothic Neo"/>
              </a:defRPr>
            </a:defPPr>
            <a:lvl1pPr>
              <a:defRPr sz="1500" b="0">
                <a:solidFill>
                  <a:srgbClr val="F8FAFC"/>
                </a:solidFill>
                <a:latin typeface="Apple SD Gothic Neo"/>
                <a:ea typeface="Apple SD Gothic Neo"/>
                <a:cs typeface="Apple SD Gothic Neo"/>
              </a:defRPr>
            </a:lvl1pPr>
            <a:lvl2pPr>
              <a:defRPr sz="1500" b="0">
                <a:solidFill>
                  <a:srgbClr val="F8FAFC"/>
                </a:solidFill>
                <a:latin typeface="Apple SD Gothic Neo"/>
                <a:ea typeface="Apple SD Gothic Neo"/>
                <a:cs typeface="Apple SD Gothic Neo"/>
              </a:defRPr>
            </a:lvl2pPr>
            <a:lvl3pPr>
              <a:defRPr sz="1500" b="0">
                <a:solidFill>
                  <a:srgbClr val="F8FAFC"/>
                </a:solidFill>
                <a:latin typeface="Apple SD Gothic Neo"/>
                <a:ea typeface="Apple SD Gothic Neo"/>
                <a:cs typeface="Apple SD Gothic Neo"/>
              </a:defRPr>
            </a:lvl3pPr>
            <a:lvl4pPr>
              <a:defRPr sz="1500" b="0">
                <a:solidFill>
                  <a:srgbClr val="F8FAFC"/>
                </a:solidFill>
                <a:latin typeface="Apple SD Gothic Neo"/>
                <a:ea typeface="Apple SD Gothic Neo"/>
                <a:cs typeface="Apple SD Gothic Neo"/>
              </a:defRPr>
            </a:lvl4pPr>
            <a:lvl5pPr>
              <a:defRPr sz="1500" b="0">
                <a:solidFill>
                  <a:srgbClr val="F8FAFC"/>
                </a:solidFill>
                <a:latin typeface="Apple SD Gothic Neo"/>
                <a:ea typeface="Apple SD Gothic Neo"/>
                <a:cs typeface="Apple SD Gothic Neo"/>
              </a:defRPr>
            </a:lvl5pPr>
            <a:lvl6pPr>
              <a:defRPr sz="1500" b="0">
                <a:solidFill>
                  <a:srgbClr val="F8FAFC"/>
                </a:solidFill>
                <a:latin typeface="Apple SD Gothic Neo"/>
                <a:ea typeface="Apple SD Gothic Neo"/>
                <a:cs typeface="Apple SD Gothic Neo"/>
              </a:defRPr>
            </a:lvl6pPr>
            <a:lvl7pPr>
              <a:defRPr sz="1500" b="0">
                <a:solidFill>
                  <a:srgbClr val="F8FAFC"/>
                </a:solidFill>
                <a:latin typeface="Apple SD Gothic Neo"/>
                <a:ea typeface="Apple SD Gothic Neo"/>
                <a:cs typeface="Apple SD Gothic Neo"/>
              </a:defRPr>
            </a:lvl7pPr>
            <a:lvl8pPr>
              <a:defRPr sz="1500" b="0">
                <a:solidFill>
                  <a:srgbClr val="F8FAFC"/>
                </a:solidFill>
                <a:latin typeface="Apple SD Gothic Neo"/>
                <a:ea typeface="Apple SD Gothic Neo"/>
                <a:cs typeface="Apple SD Gothic Neo"/>
              </a:defRPr>
            </a:lvl8pPr>
            <a:lvl9pPr>
              <a:defRPr sz="1500" b="0">
                <a:solidFill>
                  <a:srgbClr val="F8FAFC"/>
                </a:solidFill>
                <a:latin typeface="Apple SD Gothic Neo"/>
                <a:ea typeface="Apple SD Gothic Neo"/>
                <a:cs typeface="Apple SD Gothic Neo"/>
              </a:defRPr>
            </a:lvl9pPr>
          </a:lstStyle>
          <a:p xmlns:a="http://schemas.openxmlformats.org/drawingml/2006/main">
            <a:pPr>
              <a:defRPr sz="1500" b="0">
                <a:solidFill>
                  <a:srgbClr val="F8FAFC"/>
                </a:solidFill>
                <a:latin typeface="Apple SD Gothic Neo"/>
                <a:ea typeface="Apple SD Gothic Neo"/>
                <a:cs typeface="Apple SD Gothic Neo"/>
              </a:defRPr>
            </a:pPr>
            <a:r>
              <a:rPr sz="1500" b="0">
                <a:solidFill>
                  <a:srgbClr val="F8FAFC"/>
                </a:solidFill>
                <a:latin typeface="Apple SD Gothic Neo"/>
                <a:ea typeface="Apple SD Gothic Neo"/>
                <a:cs typeface="Apple SD Gothic Neo"/>
              </a:rPr>
              <a:t>정규화</a:t>
            </a:r>
          </a:p>
          <a:p xmlns:a="http://schemas.openxmlformats.org/drawingml/2006/main">
            <a:pPr>
              <a:defRPr sz="1500" b="0">
                <a:solidFill>
                  <a:srgbClr val="F8FAFC"/>
                </a:solidFill>
                <a:latin typeface="Apple SD Gothic Neo"/>
                <a:ea typeface="Apple SD Gothic Neo"/>
                <a:cs typeface="Apple SD Gothic Neo"/>
              </a:defRPr>
            </a:pPr>
            <a:r>
              <a:rPr sz="1500" b="0">
                <a:solidFill>
                  <a:srgbClr val="F8FAFC"/>
                </a:solidFill>
                <a:latin typeface="Apple SD Gothic Neo"/>
                <a:ea typeface="Apple SD Gothic Neo"/>
                <a:cs typeface="Apple SD Gothic Neo"/>
              </a:rPr>
              <a:t>최신 후보</a:t>
            </a:r>
          </a:p>
          <a:p xmlns:a="http://schemas.openxmlformats.org/drawingml/2006/main">
            <a:pPr>
              <a:defRPr sz="1500" b="0">
                <a:solidFill>
                  <a:srgbClr val="F8FAFC"/>
                </a:solidFill>
                <a:latin typeface="Apple SD Gothic Neo"/>
                <a:ea typeface="Apple SD Gothic Neo"/>
                <a:cs typeface="Apple SD Gothic Neo"/>
              </a:defRPr>
            </a:pPr>
            <a:r>
              <a:rPr sz="1500" b="0">
                <a:solidFill>
                  <a:srgbClr val="F8FAFC"/>
                </a:solidFill>
                <a:latin typeface="Apple SD Gothic Neo"/>
                <a:ea typeface="Apple SD Gothic Neo"/>
                <a:cs typeface="Apple SD Gothic Neo"/>
              </a:rPr>
              <a:t>버전 MERGE</a:t>
            </a:r>
          </a:p>
        </p:txBody>
      </p:sp>
      <p:sp>
        <p:nvSpPr>
          <p:cNvPr id="72" name="">
            <a:extLst xmlns:a="http://schemas.openxmlformats.org/drawingml/2006/main">
              <a:ext uri="{FF2B5EF4-FFF2-40B4-BE49-F238E27FC236}">
                <a16:creationId xmlns:a16="http://schemas.microsoft.com/office/drawing/2014/main" id="{2BB71902-34A5-498B-A0AA-2A3D4D923BC2}"/>
              </a:ext>
            </a:extLst>
          </p:cNvPr>
          <p:cNvSpPr>
            <a:spLocks xmlns:a="http://schemas.openxmlformats.org/drawingml/2006/main" noGrp="1"/>
          </p:cNvSpPr>
          <p:nvPr/>
        </p:nvSpPr>
        <p:spPr>
          <a:xfrm xmlns:a="http://schemas.openxmlformats.org/drawingml/2006/main">
            <a:off x="8791575" y="2000250"/>
            <a:ext cx="1457325" cy="1619250"/>
          </a:xfrm>
          <a:prstGeom xmlns:a="http://schemas.openxmlformats.org/drawingml/2006/main" prst="roundRect">
            <a:avLst>
              <a:gd name="adj" fmla="val 6536"/>
            </a:avLst>
          </a:prstGeom>
          <a:solidFill xmlns:a="http://schemas.openxmlformats.org/drawingml/2006/main">
            <a:srgbClr val="1E293B"/>
          </a:solidFill>
          <a:ln xmlns:a="http://schemas.openxmlformats.org/drawingml/2006/main" w="19050">
            <a:solidFill>
              <a:srgbClr val="22D3EE"/>
            </a:solidFill>
          </a:ln>
        </p:spPr>
      </p:sp>
      <p:sp>
        <p:nvSpPr>
          <p:cNvPr id="73" name="">
            <a:extLst xmlns:a="http://schemas.openxmlformats.org/drawingml/2006/main">
              <a:ext uri="{FF2B5EF4-FFF2-40B4-BE49-F238E27FC236}">
                <a16:creationId xmlns:a16="http://schemas.microsoft.com/office/drawing/2014/main" id="{FEA66A92-A44D-4C63-8EF6-9BE2D39454D3}"/>
              </a:ext>
            </a:extLst>
          </p:cNvPr>
          <p:cNvSpPr>
            <a:spLocks xmlns:a="http://schemas.openxmlformats.org/drawingml/2006/main" noGrp="1"/>
          </p:cNvSpPr>
          <p:nvPr/>
        </p:nvSpPr>
        <p:spPr>
          <a:xfrm xmlns:a="http://schemas.openxmlformats.org/drawingml/2006/main">
            <a:off x="8915400" y="2152650"/>
            <a:ext cx="12096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22D3EE"/>
                </a:solidFill>
                <a:latin typeface="Apple SD Gothic Neo"/>
                <a:ea typeface="Apple SD Gothic Neo"/>
                <a:cs typeface="Apple SD Gothic Neo"/>
              </a:defRPr>
            </a:defPPr>
            <a:lvl1pPr>
              <a:defRPr sz="1650" b="1">
                <a:solidFill>
                  <a:srgbClr val="22D3EE"/>
                </a:solidFill>
                <a:latin typeface="Apple SD Gothic Neo"/>
                <a:ea typeface="Apple SD Gothic Neo"/>
                <a:cs typeface="Apple SD Gothic Neo"/>
              </a:defRPr>
            </a:lvl1pPr>
            <a:lvl2pPr>
              <a:defRPr sz="1650" b="1">
                <a:solidFill>
                  <a:srgbClr val="22D3EE"/>
                </a:solidFill>
                <a:latin typeface="Apple SD Gothic Neo"/>
                <a:ea typeface="Apple SD Gothic Neo"/>
                <a:cs typeface="Apple SD Gothic Neo"/>
              </a:defRPr>
            </a:lvl2pPr>
            <a:lvl3pPr>
              <a:defRPr sz="1650" b="1">
                <a:solidFill>
                  <a:srgbClr val="22D3EE"/>
                </a:solidFill>
                <a:latin typeface="Apple SD Gothic Neo"/>
                <a:ea typeface="Apple SD Gothic Neo"/>
                <a:cs typeface="Apple SD Gothic Neo"/>
              </a:defRPr>
            </a:lvl3pPr>
            <a:lvl4pPr>
              <a:defRPr sz="1650" b="1">
                <a:solidFill>
                  <a:srgbClr val="22D3EE"/>
                </a:solidFill>
                <a:latin typeface="Apple SD Gothic Neo"/>
                <a:ea typeface="Apple SD Gothic Neo"/>
                <a:cs typeface="Apple SD Gothic Neo"/>
              </a:defRPr>
            </a:lvl4pPr>
            <a:lvl5pPr>
              <a:defRPr sz="1650" b="1">
                <a:solidFill>
                  <a:srgbClr val="22D3EE"/>
                </a:solidFill>
                <a:latin typeface="Apple SD Gothic Neo"/>
                <a:ea typeface="Apple SD Gothic Neo"/>
                <a:cs typeface="Apple SD Gothic Neo"/>
              </a:defRPr>
            </a:lvl5pPr>
            <a:lvl6pPr>
              <a:defRPr sz="1650" b="1">
                <a:solidFill>
                  <a:srgbClr val="22D3EE"/>
                </a:solidFill>
                <a:latin typeface="Apple SD Gothic Neo"/>
                <a:ea typeface="Apple SD Gothic Neo"/>
                <a:cs typeface="Apple SD Gothic Neo"/>
              </a:defRPr>
            </a:lvl6pPr>
            <a:lvl7pPr>
              <a:defRPr sz="1650" b="1">
                <a:solidFill>
                  <a:srgbClr val="22D3EE"/>
                </a:solidFill>
                <a:latin typeface="Apple SD Gothic Neo"/>
                <a:ea typeface="Apple SD Gothic Neo"/>
                <a:cs typeface="Apple SD Gothic Neo"/>
              </a:defRPr>
            </a:lvl7pPr>
            <a:lvl8pPr>
              <a:defRPr sz="1650" b="1">
                <a:solidFill>
                  <a:srgbClr val="22D3EE"/>
                </a:solidFill>
                <a:latin typeface="Apple SD Gothic Neo"/>
                <a:ea typeface="Apple SD Gothic Neo"/>
                <a:cs typeface="Apple SD Gothic Neo"/>
              </a:defRPr>
            </a:lvl8pPr>
            <a:lvl9pPr>
              <a:defRPr sz="1650" b="1">
                <a:solidFill>
                  <a:srgbClr val="22D3EE"/>
                </a:solidFill>
                <a:latin typeface="Apple SD Gothic Neo"/>
                <a:ea typeface="Apple SD Gothic Neo"/>
                <a:cs typeface="Apple SD Gothic Neo"/>
              </a:defRPr>
            </a:lvl9pPr>
          </a:lstStyle>
          <a:p xmlns:a="http://schemas.openxmlformats.org/drawingml/2006/main">
            <a:pPr>
              <a:defRPr sz="1650" b="1">
                <a:solidFill>
                  <a:srgbClr val="22D3EE"/>
                </a:solidFill>
                <a:latin typeface="Apple SD Gothic Neo"/>
                <a:ea typeface="Apple SD Gothic Neo"/>
                <a:cs typeface="Apple SD Gothic Neo"/>
              </a:defRPr>
            </a:pPr>
            <a:r>
              <a:rPr sz="1650" b="1">
                <a:solidFill>
                  <a:srgbClr val="22D3EE"/>
                </a:solidFill>
                <a:latin typeface="Apple SD Gothic Neo"/>
                <a:ea typeface="Apple SD Gothic Neo"/>
                <a:cs typeface="Apple SD Gothic Neo"/>
              </a:rPr>
              <a:t>Iceberg</a:t>
            </a:r>
          </a:p>
          <a:p xmlns:a="http://schemas.openxmlformats.org/drawingml/2006/main">
            <a:pPr>
              <a:defRPr sz="1650" b="1">
                <a:solidFill>
                  <a:srgbClr val="22D3EE"/>
                </a:solidFill>
                <a:latin typeface="Apple SD Gothic Neo"/>
                <a:ea typeface="Apple SD Gothic Neo"/>
                <a:cs typeface="Apple SD Gothic Neo"/>
              </a:defRPr>
            </a:pPr>
            <a:r>
              <a:rPr sz="1650" b="1">
                <a:solidFill>
                  <a:srgbClr val="22D3EE"/>
                </a:solidFill>
                <a:latin typeface="Apple SD Gothic Neo"/>
                <a:ea typeface="Apple SD Gothic Neo"/>
                <a:cs typeface="Apple SD Gothic Neo"/>
              </a:rPr>
              <a:t>Silver</a:t>
            </a:r>
          </a:p>
        </p:txBody>
      </p:sp>
      <p:sp>
        <p:nvSpPr>
          <p:cNvPr id="74" name="">
            <a:extLst xmlns:a="http://schemas.openxmlformats.org/drawingml/2006/main">
              <a:ext uri="{FF2B5EF4-FFF2-40B4-BE49-F238E27FC236}">
                <a16:creationId xmlns:a16="http://schemas.microsoft.com/office/drawing/2014/main" id="{1CC6EF42-FA00-4687-A6FE-04A6C95B8A34}"/>
              </a:ext>
            </a:extLst>
          </p:cNvPr>
          <p:cNvSpPr>
            <a:spLocks xmlns:a="http://schemas.openxmlformats.org/drawingml/2006/main" noGrp="1"/>
          </p:cNvSpPr>
          <p:nvPr/>
        </p:nvSpPr>
        <p:spPr>
          <a:xfrm xmlns:a="http://schemas.openxmlformats.org/drawingml/2006/main">
            <a:off x="8915400" y="2733675"/>
            <a:ext cx="12096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F8FAFC"/>
                </a:solidFill>
                <a:latin typeface="Apple SD Gothic Neo"/>
                <a:ea typeface="Apple SD Gothic Neo"/>
                <a:cs typeface="Apple SD Gothic Neo"/>
              </a:defRPr>
            </a:defPPr>
            <a:lvl1pPr>
              <a:defRPr sz="1500" b="0">
                <a:solidFill>
                  <a:srgbClr val="F8FAFC"/>
                </a:solidFill>
                <a:latin typeface="Apple SD Gothic Neo"/>
                <a:ea typeface="Apple SD Gothic Neo"/>
                <a:cs typeface="Apple SD Gothic Neo"/>
              </a:defRPr>
            </a:lvl1pPr>
            <a:lvl2pPr>
              <a:defRPr sz="1500" b="0">
                <a:solidFill>
                  <a:srgbClr val="F8FAFC"/>
                </a:solidFill>
                <a:latin typeface="Apple SD Gothic Neo"/>
                <a:ea typeface="Apple SD Gothic Neo"/>
                <a:cs typeface="Apple SD Gothic Neo"/>
              </a:defRPr>
            </a:lvl2pPr>
            <a:lvl3pPr>
              <a:defRPr sz="1500" b="0">
                <a:solidFill>
                  <a:srgbClr val="F8FAFC"/>
                </a:solidFill>
                <a:latin typeface="Apple SD Gothic Neo"/>
                <a:ea typeface="Apple SD Gothic Neo"/>
                <a:cs typeface="Apple SD Gothic Neo"/>
              </a:defRPr>
            </a:lvl3pPr>
            <a:lvl4pPr>
              <a:defRPr sz="1500" b="0">
                <a:solidFill>
                  <a:srgbClr val="F8FAFC"/>
                </a:solidFill>
                <a:latin typeface="Apple SD Gothic Neo"/>
                <a:ea typeface="Apple SD Gothic Neo"/>
                <a:cs typeface="Apple SD Gothic Neo"/>
              </a:defRPr>
            </a:lvl4pPr>
            <a:lvl5pPr>
              <a:defRPr sz="1500" b="0">
                <a:solidFill>
                  <a:srgbClr val="F8FAFC"/>
                </a:solidFill>
                <a:latin typeface="Apple SD Gothic Neo"/>
                <a:ea typeface="Apple SD Gothic Neo"/>
                <a:cs typeface="Apple SD Gothic Neo"/>
              </a:defRPr>
            </a:lvl5pPr>
            <a:lvl6pPr>
              <a:defRPr sz="1500" b="0">
                <a:solidFill>
                  <a:srgbClr val="F8FAFC"/>
                </a:solidFill>
                <a:latin typeface="Apple SD Gothic Neo"/>
                <a:ea typeface="Apple SD Gothic Neo"/>
                <a:cs typeface="Apple SD Gothic Neo"/>
              </a:defRPr>
            </a:lvl6pPr>
            <a:lvl7pPr>
              <a:defRPr sz="1500" b="0">
                <a:solidFill>
                  <a:srgbClr val="F8FAFC"/>
                </a:solidFill>
                <a:latin typeface="Apple SD Gothic Neo"/>
                <a:ea typeface="Apple SD Gothic Neo"/>
                <a:cs typeface="Apple SD Gothic Neo"/>
              </a:defRPr>
            </a:lvl7pPr>
            <a:lvl8pPr>
              <a:defRPr sz="1500" b="0">
                <a:solidFill>
                  <a:srgbClr val="F8FAFC"/>
                </a:solidFill>
                <a:latin typeface="Apple SD Gothic Neo"/>
                <a:ea typeface="Apple SD Gothic Neo"/>
                <a:cs typeface="Apple SD Gothic Neo"/>
              </a:defRPr>
            </a:lvl8pPr>
            <a:lvl9pPr>
              <a:defRPr sz="1500" b="0">
                <a:solidFill>
                  <a:srgbClr val="F8FAFC"/>
                </a:solidFill>
                <a:latin typeface="Apple SD Gothic Neo"/>
                <a:ea typeface="Apple SD Gothic Neo"/>
                <a:cs typeface="Apple SD Gothic Neo"/>
              </a:defRPr>
            </a:lvl9pPr>
          </a:lstStyle>
          <a:p xmlns:a="http://schemas.openxmlformats.org/drawingml/2006/main">
            <a:pPr>
              <a:defRPr sz="1500" b="0">
                <a:solidFill>
                  <a:srgbClr val="F8FAFC"/>
                </a:solidFill>
                <a:latin typeface="Apple SD Gothic Neo"/>
                <a:ea typeface="Apple SD Gothic Neo"/>
                <a:cs typeface="Apple SD Gothic Neo"/>
              </a:defRPr>
            </a:pPr>
            <a:r>
              <a:rPr sz="1500" b="0">
                <a:solidFill>
                  <a:srgbClr val="F8FAFC"/>
                </a:solidFill>
                <a:latin typeface="Apple SD Gothic Neo"/>
                <a:ea typeface="Apple SD Gothic Neo"/>
                <a:cs typeface="Apple SD Gothic Neo"/>
              </a:rPr>
              <a:t>엔티티 한 행</a:t>
            </a:r>
          </a:p>
          <a:p xmlns:a="http://schemas.openxmlformats.org/drawingml/2006/main">
            <a:pPr>
              <a:defRPr sz="1500" b="0">
                <a:solidFill>
                  <a:srgbClr val="F8FAFC"/>
                </a:solidFill>
                <a:latin typeface="Apple SD Gothic Neo"/>
                <a:ea typeface="Apple SD Gothic Neo"/>
                <a:cs typeface="Apple SD Gothic Neo"/>
              </a:defRPr>
            </a:pPr>
            <a:r>
              <a:rPr sz="1500" b="0">
                <a:solidFill>
                  <a:srgbClr val="F8FAFC"/>
                </a:solidFill>
                <a:latin typeface="Apple SD Gothic Neo"/>
                <a:ea typeface="Apple SD Gothic Neo"/>
                <a:cs typeface="Apple SD Gothic Neo"/>
              </a:rPr>
              <a:t>삭제·버전 보존</a:t>
            </a:r>
          </a:p>
        </p:txBody>
      </p:sp>
      <p:sp>
        <p:nvSpPr>
          <p:cNvPr id="75" name="">
            <a:extLst xmlns:a="http://schemas.openxmlformats.org/drawingml/2006/main">
              <a:ext uri="{FF2B5EF4-FFF2-40B4-BE49-F238E27FC236}">
                <a16:creationId xmlns:a16="http://schemas.microsoft.com/office/drawing/2014/main" id="{0740E1BD-9C45-49A8-BDA2-520278C95DF6}"/>
              </a:ext>
            </a:extLst>
          </p:cNvPr>
          <p:cNvSpPr>
            <a:spLocks xmlns:a="http://schemas.openxmlformats.org/drawingml/2006/main" noGrp="1"/>
          </p:cNvSpPr>
          <p:nvPr/>
        </p:nvSpPr>
        <p:spPr>
          <a:xfrm xmlns:a="http://schemas.openxmlformats.org/drawingml/2006/main">
            <a:off x="10363200" y="2000250"/>
            <a:ext cx="1219200" cy="1619250"/>
          </a:xfrm>
          <a:prstGeom xmlns:a="http://schemas.openxmlformats.org/drawingml/2006/main" prst="roundRect">
            <a:avLst>
              <a:gd name="adj" fmla="val 7813"/>
            </a:avLst>
          </a:prstGeom>
          <a:solidFill xmlns:a="http://schemas.openxmlformats.org/drawingml/2006/main">
            <a:srgbClr val="151F31"/>
          </a:solidFill>
          <a:ln xmlns:a="http://schemas.openxmlformats.org/drawingml/2006/main" w="9525">
            <a:solidFill>
              <a:srgbClr val="334155"/>
            </a:solidFill>
          </a:ln>
        </p:spPr>
      </p:sp>
      <p:sp>
        <p:nvSpPr>
          <p:cNvPr id="76" name="">
            <a:extLst xmlns:a="http://schemas.openxmlformats.org/drawingml/2006/main">
              <a:ext uri="{FF2B5EF4-FFF2-40B4-BE49-F238E27FC236}">
                <a16:creationId xmlns:a16="http://schemas.microsoft.com/office/drawing/2014/main" id="{F9D0EF30-3160-46A7-9BB8-C5B2C94422FF}"/>
              </a:ext>
            </a:extLst>
          </p:cNvPr>
          <p:cNvSpPr>
            <a:spLocks xmlns:a="http://schemas.openxmlformats.org/drawingml/2006/main" noGrp="1"/>
          </p:cNvSpPr>
          <p:nvPr/>
        </p:nvSpPr>
        <p:spPr>
          <a:xfrm xmlns:a="http://schemas.openxmlformats.org/drawingml/2006/main">
            <a:off x="10487025" y="2152650"/>
            <a:ext cx="971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A7B5CA"/>
                </a:solidFill>
                <a:latin typeface="Apple SD Gothic Neo"/>
                <a:ea typeface="Apple SD Gothic Neo"/>
                <a:cs typeface="Apple SD Gothic Neo"/>
              </a:defRPr>
            </a:defPPr>
            <a:lvl1pPr>
              <a:defRPr sz="1650" b="1">
                <a:solidFill>
                  <a:srgbClr val="A7B5CA"/>
                </a:solidFill>
                <a:latin typeface="Apple SD Gothic Neo"/>
                <a:ea typeface="Apple SD Gothic Neo"/>
                <a:cs typeface="Apple SD Gothic Neo"/>
              </a:defRPr>
            </a:lvl1pPr>
            <a:lvl2pPr>
              <a:defRPr sz="1650" b="1">
                <a:solidFill>
                  <a:srgbClr val="A7B5CA"/>
                </a:solidFill>
                <a:latin typeface="Apple SD Gothic Neo"/>
                <a:ea typeface="Apple SD Gothic Neo"/>
                <a:cs typeface="Apple SD Gothic Neo"/>
              </a:defRPr>
            </a:lvl2pPr>
            <a:lvl3pPr>
              <a:defRPr sz="1650" b="1">
                <a:solidFill>
                  <a:srgbClr val="A7B5CA"/>
                </a:solidFill>
                <a:latin typeface="Apple SD Gothic Neo"/>
                <a:ea typeface="Apple SD Gothic Neo"/>
                <a:cs typeface="Apple SD Gothic Neo"/>
              </a:defRPr>
            </a:lvl3pPr>
            <a:lvl4pPr>
              <a:defRPr sz="1650" b="1">
                <a:solidFill>
                  <a:srgbClr val="A7B5CA"/>
                </a:solidFill>
                <a:latin typeface="Apple SD Gothic Neo"/>
                <a:ea typeface="Apple SD Gothic Neo"/>
                <a:cs typeface="Apple SD Gothic Neo"/>
              </a:defRPr>
            </a:lvl4pPr>
            <a:lvl5pPr>
              <a:defRPr sz="1650" b="1">
                <a:solidFill>
                  <a:srgbClr val="A7B5CA"/>
                </a:solidFill>
                <a:latin typeface="Apple SD Gothic Neo"/>
                <a:ea typeface="Apple SD Gothic Neo"/>
                <a:cs typeface="Apple SD Gothic Neo"/>
              </a:defRPr>
            </a:lvl5pPr>
            <a:lvl6pPr>
              <a:defRPr sz="1650" b="1">
                <a:solidFill>
                  <a:srgbClr val="A7B5CA"/>
                </a:solidFill>
                <a:latin typeface="Apple SD Gothic Neo"/>
                <a:ea typeface="Apple SD Gothic Neo"/>
                <a:cs typeface="Apple SD Gothic Neo"/>
              </a:defRPr>
            </a:lvl6pPr>
            <a:lvl7pPr>
              <a:defRPr sz="1650" b="1">
                <a:solidFill>
                  <a:srgbClr val="A7B5CA"/>
                </a:solidFill>
                <a:latin typeface="Apple SD Gothic Neo"/>
                <a:ea typeface="Apple SD Gothic Neo"/>
                <a:cs typeface="Apple SD Gothic Neo"/>
              </a:defRPr>
            </a:lvl7pPr>
            <a:lvl8pPr>
              <a:defRPr sz="1650" b="1">
                <a:solidFill>
                  <a:srgbClr val="A7B5CA"/>
                </a:solidFill>
                <a:latin typeface="Apple SD Gothic Neo"/>
                <a:ea typeface="Apple SD Gothic Neo"/>
                <a:cs typeface="Apple SD Gothic Neo"/>
              </a:defRPr>
            </a:lvl8pPr>
            <a:lvl9pPr>
              <a:defRPr sz="1650" b="1">
                <a:solidFill>
                  <a:srgbClr val="A7B5CA"/>
                </a:solidFill>
                <a:latin typeface="Apple SD Gothic Neo"/>
                <a:ea typeface="Apple SD Gothic Neo"/>
                <a:cs typeface="Apple SD Gothic Neo"/>
              </a:defRPr>
            </a:lvl9pPr>
          </a:lstStyle>
          <a:p xmlns:a="http://schemas.openxmlformats.org/drawingml/2006/main">
            <a:pPr>
              <a:defRPr sz="1650" b="1">
                <a:solidFill>
                  <a:srgbClr val="A7B5CA"/>
                </a:solidFill>
                <a:latin typeface="Apple SD Gothic Neo"/>
                <a:ea typeface="Apple SD Gothic Neo"/>
                <a:cs typeface="Apple SD Gothic Neo"/>
              </a:defRPr>
            </a:pPr>
            <a:r>
              <a:rPr sz="1650" b="1">
                <a:solidFill>
                  <a:srgbClr val="A7B5CA"/>
                </a:solidFill>
                <a:latin typeface="Apple SD Gothic Neo"/>
                <a:ea typeface="Apple SD Gothic Neo"/>
                <a:cs typeface="Apple SD Gothic Neo"/>
              </a:rPr>
              <a:t>Gold</a:t>
            </a:r>
          </a:p>
        </p:txBody>
      </p:sp>
      <p:sp>
        <p:nvSpPr>
          <p:cNvPr id="77" name="">
            <a:extLst xmlns:a="http://schemas.openxmlformats.org/drawingml/2006/main">
              <a:ext uri="{FF2B5EF4-FFF2-40B4-BE49-F238E27FC236}">
                <a16:creationId xmlns:a16="http://schemas.microsoft.com/office/drawing/2014/main" id="{F39A95FA-8F3C-4A51-B749-736282FF673A}"/>
              </a:ext>
            </a:extLst>
          </p:cNvPr>
          <p:cNvSpPr>
            <a:spLocks xmlns:a="http://schemas.openxmlformats.org/drawingml/2006/main" noGrp="1"/>
          </p:cNvSpPr>
          <p:nvPr/>
        </p:nvSpPr>
        <p:spPr>
          <a:xfrm xmlns:a="http://schemas.openxmlformats.org/drawingml/2006/main">
            <a:off x="10487025" y="2733675"/>
            <a:ext cx="971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7C8AA3"/>
                </a:solidFill>
                <a:latin typeface="Apple SD Gothic Neo"/>
                <a:ea typeface="Apple SD Gothic Neo"/>
                <a:cs typeface="Apple SD Gothic Neo"/>
              </a:defRPr>
            </a:defPPr>
            <a:lvl1pPr>
              <a:defRPr sz="1500" b="0">
                <a:solidFill>
                  <a:srgbClr val="7C8AA3"/>
                </a:solidFill>
                <a:latin typeface="Apple SD Gothic Neo"/>
                <a:ea typeface="Apple SD Gothic Neo"/>
                <a:cs typeface="Apple SD Gothic Neo"/>
              </a:defRPr>
            </a:lvl1pPr>
            <a:lvl2pPr>
              <a:defRPr sz="1500" b="0">
                <a:solidFill>
                  <a:srgbClr val="7C8AA3"/>
                </a:solidFill>
                <a:latin typeface="Apple SD Gothic Neo"/>
                <a:ea typeface="Apple SD Gothic Neo"/>
                <a:cs typeface="Apple SD Gothic Neo"/>
              </a:defRPr>
            </a:lvl2pPr>
            <a:lvl3pPr>
              <a:defRPr sz="1500" b="0">
                <a:solidFill>
                  <a:srgbClr val="7C8AA3"/>
                </a:solidFill>
                <a:latin typeface="Apple SD Gothic Neo"/>
                <a:ea typeface="Apple SD Gothic Neo"/>
                <a:cs typeface="Apple SD Gothic Neo"/>
              </a:defRPr>
            </a:lvl3pPr>
            <a:lvl4pPr>
              <a:defRPr sz="1500" b="0">
                <a:solidFill>
                  <a:srgbClr val="7C8AA3"/>
                </a:solidFill>
                <a:latin typeface="Apple SD Gothic Neo"/>
                <a:ea typeface="Apple SD Gothic Neo"/>
                <a:cs typeface="Apple SD Gothic Neo"/>
              </a:defRPr>
            </a:lvl4pPr>
            <a:lvl5pPr>
              <a:defRPr sz="1500" b="0">
                <a:solidFill>
                  <a:srgbClr val="7C8AA3"/>
                </a:solidFill>
                <a:latin typeface="Apple SD Gothic Neo"/>
                <a:ea typeface="Apple SD Gothic Neo"/>
                <a:cs typeface="Apple SD Gothic Neo"/>
              </a:defRPr>
            </a:lvl5pPr>
            <a:lvl6pPr>
              <a:defRPr sz="1500" b="0">
                <a:solidFill>
                  <a:srgbClr val="7C8AA3"/>
                </a:solidFill>
                <a:latin typeface="Apple SD Gothic Neo"/>
                <a:ea typeface="Apple SD Gothic Neo"/>
                <a:cs typeface="Apple SD Gothic Neo"/>
              </a:defRPr>
            </a:lvl6pPr>
            <a:lvl7pPr>
              <a:defRPr sz="1500" b="0">
                <a:solidFill>
                  <a:srgbClr val="7C8AA3"/>
                </a:solidFill>
                <a:latin typeface="Apple SD Gothic Neo"/>
                <a:ea typeface="Apple SD Gothic Neo"/>
                <a:cs typeface="Apple SD Gothic Neo"/>
              </a:defRPr>
            </a:lvl7pPr>
            <a:lvl8pPr>
              <a:defRPr sz="1500" b="0">
                <a:solidFill>
                  <a:srgbClr val="7C8AA3"/>
                </a:solidFill>
                <a:latin typeface="Apple SD Gothic Neo"/>
                <a:ea typeface="Apple SD Gothic Neo"/>
                <a:cs typeface="Apple SD Gothic Neo"/>
              </a:defRPr>
            </a:lvl8pPr>
            <a:lvl9pPr>
              <a:defRPr sz="1500" b="0">
                <a:solidFill>
                  <a:srgbClr val="7C8AA3"/>
                </a:solidFill>
                <a:latin typeface="Apple SD Gothic Neo"/>
                <a:ea typeface="Apple SD Gothic Neo"/>
                <a:cs typeface="Apple SD Gothic Neo"/>
              </a:defRPr>
            </a:lvl9pPr>
          </a:lstStyle>
          <a:p xmlns:a="http://schemas.openxmlformats.org/drawingml/2006/main">
            <a:pPr>
              <a:defRPr sz="1500" b="0">
                <a:solidFill>
                  <a:srgbClr val="7C8AA3"/>
                </a:solidFill>
                <a:latin typeface="Apple SD Gothic Neo"/>
                <a:ea typeface="Apple SD Gothic Neo"/>
                <a:cs typeface="Apple SD Gothic Neo"/>
              </a:defRPr>
            </a:pPr>
            <a:r>
              <a:rPr sz="1500" b="0">
                <a:solidFill>
                  <a:srgbClr val="7C8AA3"/>
                </a:solidFill>
                <a:latin typeface="Apple SD Gothic Neo"/>
                <a:ea typeface="Apple SD Gothic Neo"/>
                <a:cs typeface="Apple SD Gothic Neo"/>
              </a:rPr>
              <a:t>dbt</a:t>
            </a:r>
          </a:p>
          <a:p xmlns:a="http://schemas.openxmlformats.org/drawingml/2006/main">
            <a:pPr>
              <a:defRPr sz="1500" b="0">
                <a:solidFill>
                  <a:srgbClr val="7C8AA3"/>
                </a:solidFill>
                <a:latin typeface="Apple SD Gothic Neo"/>
                <a:ea typeface="Apple SD Gothic Neo"/>
                <a:cs typeface="Apple SD Gothic Neo"/>
              </a:defRPr>
            </a:pPr>
            <a:r>
              <a:rPr sz="1500" b="0">
                <a:solidFill>
                  <a:srgbClr val="7C8AA3"/>
                </a:solidFill>
                <a:latin typeface="Apple SD Gothic Neo"/>
                <a:ea typeface="Apple SD Gothic Neo"/>
                <a:cs typeface="Apple SD Gothic Neo"/>
              </a:rPr>
              <a:t>다음 회차</a:t>
            </a:r>
          </a:p>
        </p:txBody>
      </p:sp>
      <p:sp>
        <p:nvSpPr>
          <p:cNvPr id="78" name="">
            <a:extLst xmlns:a="http://schemas.openxmlformats.org/drawingml/2006/main">
              <a:ext uri="{FF2B5EF4-FFF2-40B4-BE49-F238E27FC236}">
                <a16:creationId xmlns:a16="http://schemas.microsoft.com/office/drawing/2014/main" id="{707834EB-1F53-4730-A5FA-DF0741A3708A}"/>
              </a:ext>
            </a:extLst>
          </p:cNvPr>
          <p:cNvSpPr>
            <a:spLocks xmlns:a="http://schemas.openxmlformats.org/drawingml/2006/main" noGrp="1"/>
          </p:cNvSpPr>
          <p:nvPr/>
        </p:nvSpPr>
        <p:spPr>
          <a:xfrm xmlns:a="http://schemas.openxmlformats.org/drawingml/2006/main">
            <a:off x="2076450" y="2771775"/>
            <a:ext cx="114300" cy="95250"/>
          </a:xfrm>
          <a:prstGeom xmlns:a="http://schemas.openxmlformats.org/drawingml/2006/main" prst="rightArrow">
            <a:avLst/>
          </a:prstGeom>
          <a:solidFill xmlns:a="http://schemas.openxmlformats.org/drawingml/2006/main">
            <a:srgbClr val="22D3EE"/>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7F64C8B0-2AAD-4D9D-A030-62AB0F5ED987}"/>
              </a:ext>
            </a:extLst>
          </p:cNvPr>
          <p:cNvSpPr>
            <a:spLocks xmlns:a="http://schemas.openxmlformats.org/drawingml/2006/main" noGrp="1"/>
          </p:cNvSpPr>
          <p:nvPr/>
        </p:nvSpPr>
        <p:spPr>
          <a:xfrm xmlns:a="http://schemas.openxmlformats.org/drawingml/2006/main">
            <a:off x="3762375" y="2771775"/>
            <a:ext cx="114300" cy="95250"/>
          </a:xfrm>
          <a:prstGeom xmlns:a="http://schemas.openxmlformats.org/drawingml/2006/main" prst="rightArrow">
            <a:avLst/>
          </a:prstGeom>
          <a:solidFill xmlns:a="http://schemas.openxmlformats.org/drawingml/2006/main">
            <a:srgbClr val="22D3EE"/>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8815645B-89BA-4B60-B4C3-26E7C9825838}"/>
              </a:ext>
            </a:extLst>
          </p:cNvPr>
          <p:cNvSpPr>
            <a:spLocks xmlns:a="http://schemas.openxmlformats.org/drawingml/2006/main" noGrp="1"/>
          </p:cNvSpPr>
          <p:nvPr/>
        </p:nvSpPr>
        <p:spPr>
          <a:xfrm xmlns:a="http://schemas.openxmlformats.org/drawingml/2006/main">
            <a:off x="5248275" y="2771775"/>
            <a:ext cx="114300" cy="95250"/>
          </a:xfrm>
          <a:prstGeom xmlns:a="http://schemas.openxmlformats.org/drawingml/2006/main" prst="rightArrow">
            <a:avLst/>
          </a:prstGeom>
          <a:solidFill xmlns:a="http://schemas.openxmlformats.org/drawingml/2006/main">
            <a:srgbClr val="22D3EE"/>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3657EC1F-97F8-4164-8C06-82FFF9BB1B3C}"/>
              </a:ext>
            </a:extLst>
          </p:cNvPr>
          <p:cNvSpPr>
            <a:spLocks xmlns:a="http://schemas.openxmlformats.org/drawingml/2006/main" noGrp="1"/>
          </p:cNvSpPr>
          <p:nvPr/>
        </p:nvSpPr>
        <p:spPr>
          <a:xfrm xmlns:a="http://schemas.openxmlformats.org/drawingml/2006/main">
            <a:off x="7058025" y="2771775"/>
            <a:ext cx="114300" cy="95250"/>
          </a:xfrm>
          <a:prstGeom xmlns:a="http://schemas.openxmlformats.org/drawingml/2006/main" prst="rightArrow">
            <a:avLst/>
          </a:prstGeom>
          <a:solidFill xmlns:a="http://schemas.openxmlformats.org/drawingml/2006/main">
            <a:srgbClr val="22D3EE"/>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50C0494A-B791-447A-851E-DCFD26E85BCB}"/>
              </a:ext>
            </a:extLst>
          </p:cNvPr>
          <p:cNvSpPr>
            <a:spLocks xmlns:a="http://schemas.openxmlformats.org/drawingml/2006/main" noGrp="1"/>
          </p:cNvSpPr>
          <p:nvPr/>
        </p:nvSpPr>
        <p:spPr>
          <a:xfrm xmlns:a="http://schemas.openxmlformats.org/drawingml/2006/main">
            <a:off x="8677275" y="2771775"/>
            <a:ext cx="114300" cy="95250"/>
          </a:xfrm>
          <a:prstGeom xmlns:a="http://schemas.openxmlformats.org/drawingml/2006/main" prst="rightArrow">
            <a:avLst/>
          </a:prstGeom>
          <a:solidFill xmlns:a="http://schemas.openxmlformats.org/drawingml/2006/main">
            <a:srgbClr val="22D3EE"/>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CDCAAF23-C8EA-49A7-A545-DC5C9396F313}"/>
              </a:ext>
            </a:extLst>
          </p:cNvPr>
          <p:cNvSpPr>
            <a:spLocks xmlns:a="http://schemas.openxmlformats.org/drawingml/2006/main" noGrp="1"/>
          </p:cNvSpPr>
          <p:nvPr/>
        </p:nvSpPr>
        <p:spPr>
          <a:xfrm xmlns:a="http://schemas.openxmlformats.org/drawingml/2006/main">
            <a:off x="10248900" y="2771775"/>
            <a:ext cx="114300" cy="95250"/>
          </a:xfrm>
          <a:prstGeom xmlns:a="http://schemas.openxmlformats.org/drawingml/2006/main" prst="rightArrow">
            <a:avLst/>
          </a:prstGeom>
          <a:solidFill xmlns:a="http://schemas.openxmlformats.org/drawingml/2006/main">
            <a:srgbClr val="334155"/>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D3F8645E-61C1-48AB-91E9-4C51FCB37C96}"/>
              </a:ext>
            </a:extLst>
          </p:cNvPr>
          <p:cNvSpPr>
            <a:spLocks xmlns:a="http://schemas.openxmlformats.org/drawingml/2006/main" noGrp="1"/>
          </p:cNvSpPr>
          <p:nvPr/>
        </p:nvSpPr>
        <p:spPr>
          <a:xfrm xmlns:a="http://schemas.openxmlformats.org/drawingml/2006/main">
            <a:off x="609600" y="4095750"/>
            <a:ext cx="6448425" cy="1143000"/>
          </a:xfrm>
          <a:prstGeom xmlns:a="http://schemas.openxmlformats.org/drawingml/2006/main" prst="roundRect">
            <a:avLst>
              <a:gd name="adj" fmla="val 8333"/>
            </a:avLst>
          </a:prstGeom>
          <a:solidFill xmlns:a="http://schemas.openxmlformats.org/drawingml/2006/main">
            <a:srgbClr val="1E293B"/>
          </a:solidFill>
          <a:ln xmlns:a="http://schemas.openxmlformats.org/drawingml/2006/main" w="9525">
            <a:solidFill>
              <a:srgbClr val="334155"/>
            </a:solidFill>
          </a:ln>
        </p:spPr>
      </p:sp>
      <p:sp>
        <p:nvSpPr>
          <p:cNvPr id="85" name="">
            <a:extLst xmlns:a="http://schemas.openxmlformats.org/drawingml/2006/main">
              <a:ext uri="{FF2B5EF4-FFF2-40B4-BE49-F238E27FC236}">
                <a16:creationId xmlns:a16="http://schemas.microsoft.com/office/drawing/2014/main" id="{9011605E-C93F-4E57-A10D-4F124A6437BC}"/>
              </a:ext>
            </a:extLst>
          </p:cNvPr>
          <p:cNvSpPr>
            <a:spLocks xmlns:a="http://schemas.openxmlformats.org/drawingml/2006/main" noGrp="1"/>
          </p:cNvSpPr>
          <p:nvPr/>
        </p:nvSpPr>
        <p:spPr>
          <a:xfrm xmlns:a="http://schemas.openxmlformats.org/drawingml/2006/main">
            <a:off x="781050" y="4229100"/>
            <a:ext cx="61055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2D3EE"/>
                </a:solidFill>
                <a:latin typeface="Apple SD Gothic Neo"/>
                <a:ea typeface="Apple SD Gothic Neo"/>
                <a:cs typeface="Apple SD Gothic Neo"/>
              </a:defRPr>
            </a:defPPr>
            <a:lvl1pPr>
              <a:defRPr sz="1725" b="1">
                <a:solidFill>
                  <a:srgbClr val="22D3EE"/>
                </a:solidFill>
                <a:latin typeface="Apple SD Gothic Neo"/>
                <a:ea typeface="Apple SD Gothic Neo"/>
                <a:cs typeface="Apple SD Gothic Neo"/>
              </a:defRPr>
            </a:lvl1pPr>
            <a:lvl2pPr>
              <a:defRPr sz="1725" b="1">
                <a:solidFill>
                  <a:srgbClr val="22D3EE"/>
                </a:solidFill>
                <a:latin typeface="Apple SD Gothic Neo"/>
                <a:ea typeface="Apple SD Gothic Neo"/>
                <a:cs typeface="Apple SD Gothic Neo"/>
              </a:defRPr>
            </a:lvl2pPr>
            <a:lvl3pPr>
              <a:defRPr sz="1725" b="1">
                <a:solidFill>
                  <a:srgbClr val="22D3EE"/>
                </a:solidFill>
                <a:latin typeface="Apple SD Gothic Neo"/>
                <a:ea typeface="Apple SD Gothic Neo"/>
                <a:cs typeface="Apple SD Gothic Neo"/>
              </a:defRPr>
            </a:lvl3pPr>
            <a:lvl4pPr>
              <a:defRPr sz="1725" b="1">
                <a:solidFill>
                  <a:srgbClr val="22D3EE"/>
                </a:solidFill>
                <a:latin typeface="Apple SD Gothic Neo"/>
                <a:ea typeface="Apple SD Gothic Neo"/>
                <a:cs typeface="Apple SD Gothic Neo"/>
              </a:defRPr>
            </a:lvl4pPr>
            <a:lvl5pPr>
              <a:defRPr sz="1725" b="1">
                <a:solidFill>
                  <a:srgbClr val="22D3EE"/>
                </a:solidFill>
                <a:latin typeface="Apple SD Gothic Neo"/>
                <a:ea typeface="Apple SD Gothic Neo"/>
                <a:cs typeface="Apple SD Gothic Neo"/>
              </a:defRPr>
            </a:lvl5pPr>
            <a:lvl6pPr>
              <a:defRPr sz="1725" b="1">
                <a:solidFill>
                  <a:srgbClr val="22D3EE"/>
                </a:solidFill>
                <a:latin typeface="Apple SD Gothic Neo"/>
                <a:ea typeface="Apple SD Gothic Neo"/>
                <a:cs typeface="Apple SD Gothic Neo"/>
              </a:defRPr>
            </a:lvl6pPr>
            <a:lvl7pPr>
              <a:defRPr sz="1725" b="1">
                <a:solidFill>
                  <a:srgbClr val="22D3EE"/>
                </a:solidFill>
                <a:latin typeface="Apple SD Gothic Neo"/>
                <a:ea typeface="Apple SD Gothic Neo"/>
                <a:cs typeface="Apple SD Gothic Neo"/>
              </a:defRPr>
            </a:lvl7pPr>
            <a:lvl8pPr>
              <a:defRPr sz="1725" b="1">
                <a:solidFill>
                  <a:srgbClr val="22D3EE"/>
                </a:solidFill>
                <a:latin typeface="Apple SD Gothic Neo"/>
                <a:ea typeface="Apple SD Gothic Neo"/>
                <a:cs typeface="Apple SD Gothic Neo"/>
              </a:defRPr>
            </a:lvl8pPr>
            <a:lvl9pPr>
              <a:defRPr sz="1725" b="1">
                <a:solidFill>
                  <a:srgbClr val="22D3EE"/>
                </a:solidFill>
                <a:latin typeface="Apple SD Gothic Neo"/>
                <a:ea typeface="Apple SD Gothic Neo"/>
                <a:cs typeface="Apple SD Gothic Neo"/>
              </a:defRPr>
            </a:lvl9pPr>
          </a:lstStyle>
          <a:p xmlns:a="http://schemas.openxmlformats.org/drawingml/2006/main">
            <a:pPr>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이번 실험의 입력</a:t>
            </a:r>
          </a:p>
        </p:txBody>
      </p:sp>
      <p:sp>
        <p:nvSpPr>
          <p:cNvPr id="86" name="">
            <a:extLst xmlns:a="http://schemas.openxmlformats.org/drawingml/2006/main">
              <a:ext uri="{FF2B5EF4-FFF2-40B4-BE49-F238E27FC236}">
                <a16:creationId xmlns:a16="http://schemas.microsoft.com/office/drawing/2014/main" id="{A59523CC-71E7-4AE1-B916-6694F8AB9FEE}"/>
              </a:ext>
            </a:extLst>
          </p:cNvPr>
          <p:cNvSpPr>
            <a:spLocks xmlns:a="http://schemas.openxmlformats.org/drawingml/2006/main" noGrp="1"/>
          </p:cNvSpPr>
          <p:nvPr/>
        </p:nvSpPr>
        <p:spPr>
          <a:xfrm xmlns:a="http://schemas.openxmlformats.org/drawingml/2006/main">
            <a:off x="781050" y="4600575"/>
            <a:ext cx="61055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F8FAFC"/>
                </a:solidFill>
                <a:latin typeface="Apple SD Gothic Neo"/>
                <a:ea typeface="Apple SD Gothic Neo"/>
                <a:cs typeface="Apple SD Gothic Neo"/>
              </a:defRPr>
            </a:defPPr>
            <a:lvl1pPr>
              <a:defRPr sz="1650" b="0">
                <a:solidFill>
                  <a:srgbClr val="F8FAFC"/>
                </a:solidFill>
                <a:latin typeface="Apple SD Gothic Neo"/>
                <a:ea typeface="Apple SD Gothic Neo"/>
                <a:cs typeface="Apple SD Gothic Neo"/>
              </a:defRPr>
            </a:lvl1pPr>
            <a:lvl2pPr>
              <a:defRPr sz="1650" b="0">
                <a:solidFill>
                  <a:srgbClr val="F8FAFC"/>
                </a:solidFill>
                <a:latin typeface="Apple SD Gothic Neo"/>
                <a:ea typeface="Apple SD Gothic Neo"/>
                <a:cs typeface="Apple SD Gothic Neo"/>
              </a:defRPr>
            </a:lvl2pPr>
            <a:lvl3pPr>
              <a:defRPr sz="1650" b="0">
                <a:solidFill>
                  <a:srgbClr val="F8FAFC"/>
                </a:solidFill>
                <a:latin typeface="Apple SD Gothic Neo"/>
                <a:ea typeface="Apple SD Gothic Neo"/>
                <a:cs typeface="Apple SD Gothic Neo"/>
              </a:defRPr>
            </a:lvl3pPr>
            <a:lvl4pPr>
              <a:defRPr sz="1650" b="0">
                <a:solidFill>
                  <a:srgbClr val="F8FAFC"/>
                </a:solidFill>
                <a:latin typeface="Apple SD Gothic Neo"/>
                <a:ea typeface="Apple SD Gothic Neo"/>
                <a:cs typeface="Apple SD Gothic Neo"/>
              </a:defRPr>
            </a:lvl4pPr>
            <a:lvl5pPr>
              <a:defRPr sz="1650" b="0">
                <a:solidFill>
                  <a:srgbClr val="F8FAFC"/>
                </a:solidFill>
                <a:latin typeface="Apple SD Gothic Neo"/>
                <a:ea typeface="Apple SD Gothic Neo"/>
                <a:cs typeface="Apple SD Gothic Neo"/>
              </a:defRPr>
            </a:lvl5pPr>
            <a:lvl6pPr>
              <a:defRPr sz="1650" b="0">
                <a:solidFill>
                  <a:srgbClr val="F8FAFC"/>
                </a:solidFill>
                <a:latin typeface="Apple SD Gothic Neo"/>
                <a:ea typeface="Apple SD Gothic Neo"/>
                <a:cs typeface="Apple SD Gothic Neo"/>
              </a:defRPr>
            </a:lvl6pPr>
            <a:lvl7pPr>
              <a:defRPr sz="1650" b="0">
                <a:solidFill>
                  <a:srgbClr val="F8FAFC"/>
                </a:solidFill>
                <a:latin typeface="Apple SD Gothic Neo"/>
                <a:ea typeface="Apple SD Gothic Neo"/>
                <a:cs typeface="Apple SD Gothic Neo"/>
              </a:defRPr>
            </a:lvl7pPr>
            <a:lvl8pPr>
              <a:defRPr sz="1650" b="0">
                <a:solidFill>
                  <a:srgbClr val="F8FAFC"/>
                </a:solidFill>
                <a:latin typeface="Apple SD Gothic Neo"/>
                <a:ea typeface="Apple SD Gothic Neo"/>
                <a:cs typeface="Apple SD Gothic Neo"/>
              </a:defRPr>
            </a:lvl8pPr>
            <a:lvl9pPr>
              <a:defRPr sz="1650" b="0">
                <a:solidFill>
                  <a:srgbClr val="F8FAFC"/>
                </a:solidFill>
                <a:latin typeface="Apple SD Gothic Neo"/>
                <a:ea typeface="Apple SD Gothic Neo"/>
                <a:cs typeface="Apple SD Gothic Neo"/>
              </a:defRPr>
            </a:lvl9pPr>
          </a:lstStyle>
          <a:p xmlns:a="http://schemas.openxmlformats.org/drawingml/2006/main">
            <a:pPr>
              <a:defRPr sz="1650" b="0">
                <a:solidFill>
                  <a:srgbClr val="F8FAFC"/>
                </a:solidFill>
                <a:latin typeface="Apple SD Gothic Neo"/>
                <a:ea typeface="Apple SD Gothic Neo"/>
                <a:cs typeface="Apple SD Gothic Neo"/>
              </a:defRPr>
            </a:pPr>
            <a:r>
              <a:rPr sz="1650" b="0">
                <a:solidFill>
                  <a:srgbClr val="F8FAFC"/>
                </a:solidFill>
                <a:latin typeface="Apple SD Gothic Neo"/>
                <a:ea typeface="Apple SD Gothic Neo"/>
                <a:cs typeface="Apple SD Gothic Neo"/>
              </a:rPr>
              <a:t>Bronze 규격의 고정 fixture를 전용 영역에 준비</a:t>
            </a:r>
          </a:p>
          <a:p xmlns:a="http://schemas.openxmlformats.org/drawingml/2006/main">
            <a:pPr>
              <a:defRPr sz="1650" b="0">
                <a:solidFill>
                  <a:srgbClr val="F8FAFC"/>
                </a:solidFill>
                <a:latin typeface="Apple SD Gothic Neo"/>
                <a:ea typeface="Apple SD Gothic Neo"/>
                <a:cs typeface="Apple SD Gothic Neo"/>
              </a:defRPr>
            </a:pPr>
            <a:r>
              <a:rPr sz="1650" b="0">
                <a:solidFill>
                  <a:srgbClr val="F8FAFC"/>
                </a:solidFill>
                <a:latin typeface="Apple SD Gothic Neo"/>
                <a:ea typeface="Apple SD Gothic Neo"/>
                <a:cs typeface="Apple SD Gothic Neo"/>
              </a:rPr>
              <a:t>실제 CDC 수집·기존 공통 테이블 갱신과 구분</a:t>
            </a:r>
          </a:p>
        </p:txBody>
      </p:sp>
      <p:sp>
        <p:nvSpPr>
          <p:cNvPr id="87" name="">
            <a:extLst xmlns:a="http://schemas.openxmlformats.org/drawingml/2006/main">
              <a:ext uri="{FF2B5EF4-FFF2-40B4-BE49-F238E27FC236}">
                <a16:creationId xmlns:a16="http://schemas.microsoft.com/office/drawing/2014/main" id="{837E25B9-05BD-4376-AB03-910100D7DF2B}"/>
              </a:ext>
            </a:extLst>
          </p:cNvPr>
          <p:cNvSpPr>
            <a:spLocks xmlns:a="http://schemas.openxmlformats.org/drawingml/2006/main" noGrp="1"/>
          </p:cNvSpPr>
          <p:nvPr/>
        </p:nvSpPr>
        <p:spPr>
          <a:xfrm xmlns:a="http://schemas.openxmlformats.org/drawingml/2006/main">
            <a:off x="7172325" y="4095750"/>
            <a:ext cx="4410075" cy="1143000"/>
          </a:xfrm>
          <a:prstGeom xmlns:a="http://schemas.openxmlformats.org/drawingml/2006/main" prst="roundRect">
            <a:avLst>
              <a:gd name="adj" fmla="val 8333"/>
            </a:avLst>
          </a:prstGeom>
          <a:solidFill xmlns:a="http://schemas.openxmlformats.org/drawingml/2006/main">
            <a:srgbClr val="1E293B"/>
          </a:solidFill>
          <a:ln xmlns:a="http://schemas.openxmlformats.org/drawingml/2006/main" w="9525">
            <a:solidFill>
              <a:srgbClr val="22D3EE"/>
            </a:solidFill>
          </a:ln>
        </p:spPr>
      </p:sp>
      <p:sp>
        <p:nvSpPr>
          <p:cNvPr id="88" name="">
            <a:extLst xmlns:a="http://schemas.openxmlformats.org/drawingml/2006/main">
              <a:ext uri="{FF2B5EF4-FFF2-40B4-BE49-F238E27FC236}">
                <a16:creationId xmlns:a16="http://schemas.microsoft.com/office/drawing/2014/main" id="{B4BB442C-5138-47DF-A369-92542CA91FE9}"/>
              </a:ext>
            </a:extLst>
          </p:cNvPr>
          <p:cNvSpPr>
            <a:spLocks xmlns:a="http://schemas.openxmlformats.org/drawingml/2006/main" noGrp="1"/>
          </p:cNvSpPr>
          <p:nvPr/>
        </p:nvSpPr>
        <p:spPr>
          <a:xfrm xmlns:a="http://schemas.openxmlformats.org/drawingml/2006/main">
            <a:off x="7343775" y="4229100"/>
            <a:ext cx="40671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2D3EE"/>
                </a:solidFill>
                <a:latin typeface="Apple SD Gothic Neo"/>
                <a:ea typeface="Apple SD Gothic Neo"/>
                <a:cs typeface="Apple SD Gothic Neo"/>
              </a:defRPr>
            </a:defPPr>
            <a:lvl1pPr>
              <a:defRPr sz="1725" b="1">
                <a:solidFill>
                  <a:srgbClr val="22D3EE"/>
                </a:solidFill>
                <a:latin typeface="Apple SD Gothic Neo"/>
                <a:ea typeface="Apple SD Gothic Neo"/>
                <a:cs typeface="Apple SD Gothic Neo"/>
              </a:defRPr>
            </a:lvl1pPr>
            <a:lvl2pPr>
              <a:defRPr sz="1725" b="1">
                <a:solidFill>
                  <a:srgbClr val="22D3EE"/>
                </a:solidFill>
                <a:latin typeface="Apple SD Gothic Neo"/>
                <a:ea typeface="Apple SD Gothic Neo"/>
                <a:cs typeface="Apple SD Gothic Neo"/>
              </a:defRPr>
            </a:lvl2pPr>
            <a:lvl3pPr>
              <a:defRPr sz="1725" b="1">
                <a:solidFill>
                  <a:srgbClr val="22D3EE"/>
                </a:solidFill>
                <a:latin typeface="Apple SD Gothic Neo"/>
                <a:ea typeface="Apple SD Gothic Neo"/>
                <a:cs typeface="Apple SD Gothic Neo"/>
              </a:defRPr>
            </a:lvl3pPr>
            <a:lvl4pPr>
              <a:defRPr sz="1725" b="1">
                <a:solidFill>
                  <a:srgbClr val="22D3EE"/>
                </a:solidFill>
                <a:latin typeface="Apple SD Gothic Neo"/>
                <a:ea typeface="Apple SD Gothic Neo"/>
                <a:cs typeface="Apple SD Gothic Neo"/>
              </a:defRPr>
            </a:lvl4pPr>
            <a:lvl5pPr>
              <a:defRPr sz="1725" b="1">
                <a:solidFill>
                  <a:srgbClr val="22D3EE"/>
                </a:solidFill>
                <a:latin typeface="Apple SD Gothic Neo"/>
                <a:ea typeface="Apple SD Gothic Neo"/>
                <a:cs typeface="Apple SD Gothic Neo"/>
              </a:defRPr>
            </a:lvl5pPr>
            <a:lvl6pPr>
              <a:defRPr sz="1725" b="1">
                <a:solidFill>
                  <a:srgbClr val="22D3EE"/>
                </a:solidFill>
                <a:latin typeface="Apple SD Gothic Neo"/>
                <a:ea typeface="Apple SD Gothic Neo"/>
                <a:cs typeface="Apple SD Gothic Neo"/>
              </a:defRPr>
            </a:lvl6pPr>
            <a:lvl7pPr>
              <a:defRPr sz="1725" b="1">
                <a:solidFill>
                  <a:srgbClr val="22D3EE"/>
                </a:solidFill>
                <a:latin typeface="Apple SD Gothic Neo"/>
                <a:ea typeface="Apple SD Gothic Neo"/>
                <a:cs typeface="Apple SD Gothic Neo"/>
              </a:defRPr>
            </a:lvl7pPr>
            <a:lvl8pPr>
              <a:defRPr sz="1725" b="1">
                <a:solidFill>
                  <a:srgbClr val="22D3EE"/>
                </a:solidFill>
                <a:latin typeface="Apple SD Gothic Neo"/>
                <a:ea typeface="Apple SD Gothic Neo"/>
                <a:cs typeface="Apple SD Gothic Neo"/>
              </a:defRPr>
            </a:lvl8pPr>
            <a:lvl9pPr>
              <a:defRPr sz="1725" b="1">
                <a:solidFill>
                  <a:srgbClr val="22D3EE"/>
                </a:solidFill>
                <a:latin typeface="Apple SD Gothic Neo"/>
                <a:ea typeface="Apple SD Gothic Neo"/>
                <a:cs typeface="Apple SD Gothic Neo"/>
              </a:defRPr>
            </a:lvl9pPr>
          </a:lstStyle>
          <a:p xmlns:a="http://schemas.openxmlformats.org/drawingml/2006/main">
            <a:pPr>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실행 역할</a:t>
            </a:r>
          </a:p>
        </p:txBody>
      </p:sp>
      <p:sp>
        <p:nvSpPr>
          <p:cNvPr id="89" name="">
            <a:extLst xmlns:a="http://schemas.openxmlformats.org/drawingml/2006/main">
              <a:ext uri="{FF2B5EF4-FFF2-40B4-BE49-F238E27FC236}">
                <a16:creationId xmlns:a16="http://schemas.microsoft.com/office/drawing/2014/main" id="{8F8C2DE5-7B78-44FD-B4FA-737AFAAF5F54}"/>
              </a:ext>
            </a:extLst>
          </p:cNvPr>
          <p:cNvSpPr>
            <a:spLocks xmlns:a="http://schemas.openxmlformats.org/drawingml/2006/main" noGrp="1"/>
          </p:cNvSpPr>
          <p:nvPr/>
        </p:nvSpPr>
        <p:spPr>
          <a:xfrm xmlns:a="http://schemas.openxmlformats.org/drawingml/2006/main">
            <a:off x="7343775" y="4600575"/>
            <a:ext cx="40671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F8FAFC"/>
                </a:solidFill>
                <a:latin typeface="Apple SD Gothic Neo"/>
                <a:ea typeface="Apple SD Gothic Neo"/>
                <a:cs typeface="Apple SD Gothic Neo"/>
              </a:defRPr>
            </a:defPPr>
            <a:lvl1pPr>
              <a:defRPr sz="1650" b="0">
                <a:solidFill>
                  <a:srgbClr val="F8FAFC"/>
                </a:solidFill>
                <a:latin typeface="Apple SD Gothic Neo"/>
                <a:ea typeface="Apple SD Gothic Neo"/>
                <a:cs typeface="Apple SD Gothic Neo"/>
              </a:defRPr>
            </a:lvl1pPr>
            <a:lvl2pPr>
              <a:defRPr sz="1650" b="0">
                <a:solidFill>
                  <a:srgbClr val="F8FAFC"/>
                </a:solidFill>
                <a:latin typeface="Apple SD Gothic Neo"/>
                <a:ea typeface="Apple SD Gothic Neo"/>
                <a:cs typeface="Apple SD Gothic Neo"/>
              </a:defRPr>
            </a:lvl2pPr>
            <a:lvl3pPr>
              <a:defRPr sz="1650" b="0">
                <a:solidFill>
                  <a:srgbClr val="F8FAFC"/>
                </a:solidFill>
                <a:latin typeface="Apple SD Gothic Neo"/>
                <a:ea typeface="Apple SD Gothic Neo"/>
                <a:cs typeface="Apple SD Gothic Neo"/>
              </a:defRPr>
            </a:lvl3pPr>
            <a:lvl4pPr>
              <a:defRPr sz="1650" b="0">
                <a:solidFill>
                  <a:srgbClr val="F8FAFC"/>
                </a:solidFill>
                <a:latin typeface="Apple SD Gothic Neo"/>
                <a:ea typeface="Apple SD Gothic Neo"/>
                <a:cs typeface="Apple SD Gothic Neo"/>
              </a:defRPr>
            </a:lvl4pPr>
            <a:lvl5pPr>
              <a:defRPr sz="1650" b="0">
                <a:solidFill>
                  <a:srgbClr val="F8FAFC"/>
                </a:solidFill>
                <a:latin typeface="Apple SD Gothic Neo"/>
                <a:ea typeface="Apple SD Gothic Neo"/>
                <a:cs typeface="Apple SD Gothic Neo"/>
              </a:defRPr>
            </a:lvl5pPr>
            <a:lvl6pPr>
              <a:defRPr sz="1650" b="0">
                <a:solidFill>
                  <a:srgbClr val="F8FAFC"/>
                </a:solidFill>
                <a:latin typeface="Apple SD Gothic Neo"/>
                <a:ea typeface="Apple SD Gothic Neo"/>
                <a:cs typeface="Apple SD Gothic Neo"/>
              </a:defRPr>
            </a:lvl6pPr>
            <a:lvl7pPr>
              <a:defRPr sz="1650" b="0">
                <a:solidFill>
                  <a:srgbClr val="F8FAFC"/>
                </a:solidFill>
                <a:latin typeface="Apple SD Gothic Neo"/>
                <a:ea typeface="Apple SD Gothic Neo"/>
                <a:cs typeface="Apple SD Gothic Neo"/>
              </a:defRPr>
            </a:lvl7pPr>
            <a:lvl8pPr>
              <a:defRPr sz="1650" b="0">
                <a:solidFill>
                  <a:srgbClr val="F8FAFC"/>
                </a:solidFill>
                <a:latin typeface="Apple SD Gothic Neo"/>
                <a:ea typeface="Apple SD Gothic Neo"/>
                <a:cs typeface="Apple SD Gothic Neo"/>
              </a:defRPr>
            </a:lvl8pPr>
            <a:lvl9pPr>
              <a:defRPr sz="1650" b="0">
                <a:solidFill>
                  <a:srgbClr val="F8FAFC"/>
                </a:solidFill>
                <a:latin typeface="Apple SD Gothic Neo"/>
                <a:ea typeface="Apple SD Gothic Neo"/>
                <a:cs typeface="Apple SD Gothic Neo"/>
              </a:defRPr>
            </a:lvl9pPr>
          </a:lstStyle>
          <a:p xmlns:a="http://schemas.openxmlformats.org/drawingml/2006/main">
            <a:pPr>
              <a:defRPr sz="1650" b="0">
                <a:solidFill>
                  <a:srgbClr val="F8FAFC"/>
                </a:solidFill>
                <a:latin typeface="Apple SD Gothic Neo"/>
                <a:ea typeface="Apple SD Gothic Neo"/>
                <a:cs typeface="Apple SD Gothic Neo"/>
              </a:defRPr>
            </a:pPr>
            <a:r>
              <a:rPr sz="1650" b="0">
                <a:solidFill>
                  <a:srgbClr val="F8FAFC"/>
                </a:solidFill>
                <a:latin typeface="Apple SD Gothic Neo"/>
                <a:ea typeface="Apple SD Gothic Neo"/>
                <a:cs typeface="Apple SD Gothic Neo"/>
              </a:rPr>
              <a:t>Python runner: SQL 제출·순서·결과 확인</a:t>
            </a:r>
          </a:p>
          <a:p xmlns:a="http://schemas.openxmlformats.org/drawingml/2006/main">
            <a:pPr>
              <a:defRPr sz="1650" b="0">
                <a:solidFill>
                  <a:srgbClr val="F8FAFC"/>
                </a:solidFill>
                <a:latin typeface="Apple SD Gothic Neo"/>
                <a:ea typeface="Apple SD Gothic Neo"/>
                <a:cs typeface="Apple SD Gothic Neo"/>
              </a:defRPr>
            </a:pPr>
            <a:r>
              <a:rPr sz="1650" b="0">
                <a:solidFill>
                  <a:srgbClr val="F8FAFC"/>
                </a:solidFill>
                <a:latin typeface="Apple SD Gothic Neo"/>
                <a:ea typeface="Apple SD Gothic Neo"/>
                <a:cs typeface="Apple SD Gothic Neo"/>
              </a:rPr>
              <a:t>Spark: 분산 처리·파일 쓰기·commit</a:t>
            </a:r>
          </a:p>
        </p:txBody>
      </p:sp>
    </p:spTree>
    <p:extLst>
      <p:ext uri="{BB962C8B-B14F-4D97-AF65-F5344CB8AC3E}">
        <p14:creationId xmlns:p14="http://schemas.microsoft.com/office/powerpoint/2010/main" val="1899261296"/>
      </p:ext>
    </p:extLst>
  </p:cSld>
</p:sld>
</file>

<file path=ppt/slides/slide7.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9" name="text-46">
            <a:extLst xmlns:a="http://schemas.openxmlformats.org/drawingml/2006/main">
              <a:ext uri="{FF2B5EF4-FFF2-40B4-BE49-F238E27FC236}">
                <a16:creationId xmlns:a16="http://schemas.microsoft.com/office/drawing/2014/main" id="{D3F65DCF-B16A-4121-9FC0-34B29F1AB0E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47">
            <a:extLst xmlns:a="http://schemas.openxmlformats.org/drawingml/2006/main">
              <a:ext uri="{FF2B5EF4-FFF2-40B4-BE49-F238E27FC236}">
                <a16:creationId xmlns:a16="http://schemas.microsoft.com/office/drawing/2014/main" id="{A4AF2A9B-4790-4685-AB60-7E92F760958E}"/>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Silver 한 행의 의미와 키</a:t>
            </a:r>
          </a:p>
        </p:txBody>
      </p:sp>
      <p:sp>
        <p:nvSpPr>
          <p:cNvPr id="6" name="">
            <a:extLst xmlns:a="http://schemas.openxmlformats.org/drawingml/2006/main">
              <a:ext uri="{FF2B5EF4-FFF2-40B4-BE49-F238E27FC236}">
                <a16:creationId xmlns:a16="http://schemas.microsoft.com/office/drawing/2014/main" id="{99C62537-090E-4F5A-BEB0-31A70ACCD748}"/>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7" name="text-50">
            <a:extLst xmlns:a="http://schemas.openxmlformats.org/drawingml/2006/main">
              <a:ext uri="{FF2B5EF4-FFF2-40B4-BE49-F238E27FC236}">
                <a16:creationId xmlns:a16="http://schemas.microsoft.com/office/drawing/2014/main" id="{00D05031-C79D-4FF1-8B64-E29E0D6CD0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8" name="text-51">
            <a:extLst xmlns:a="http://schemas.openxmlformats.org/drawingml/2006/main">
              <a:ext uri="{FF2B5EF4-FFF2-40B4-BE49-F238E27FC236}">
                <a16:creationId xmlns:a16="http://schemas.microsoft.com/office/drawing/2014/main" id="{1D8B1809-7B23-47C6-A634-91FE4293479D}"/>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07</a:t>
            </a:r>
          </a:p>
        </p:txBody>
      </p:sp>
      <p:graphicFrame>
        <p:nvGraphicFramePr>
          <p:cNvPr id="10" name="">
            <a:extLst xmlns:a="http://schemas.openxmlformats.org/drawingml/2006/main">
              <a:ext uri="{FF2B5EF4-FFF2-40B4-BE49-F238E27FC236}">
                <a16:creationId xmlns:a16="http://schemas.microsoft.com/office/drawing/2014/main" id="{829A1295-1A21-4C3F-B93A-E44F66389DD6}"/>
              </a:ext>
            </a:extLst>
          </p:cNvPr>
          <p:cNvGraphicFramePr/>
          <p:nvPr/>
        </p:nvGraphicFramePr>
        <p:xfrm>
          <a:off xmlns:a="http://schemas.openxmlformats.org/drawingml/2006/main" x="609600" y="1695450"/>
          <a:ext xmlns:a="http://schemas.openxmlformats.org/drawingml/2006/main" cx="10972800" cy="3476625"/>
        </p:xfrm>
        <a:graphic xmlns:a="http://schemas.openxmlformats.org/drawingml/2006/main">
          <a:graphicData uri="http://schemas.openxmlformats.org/drawingml/2006/table">
            <a:tbl>
              <a:tblPr/>
              <a:tblGrid>
                <a:gridCol w="3333750"/>
                <a:gridCol w="7639050"/>
              </a:tblGrid>
              <a:tr h="695325">
                <a:tc>
                  <a:txBody>
                    <a:bodyPr/>
                    <a:lstStyle/>
                    <a:p>
                      <a:r>
                        <a:rPr sz="1875" b="1">
                          <a:solidFill>
                            <a:srgbClr val="22D3EE"/>
                          </a:solidFill>
                          <a:latin typeface="Apple SD Gothic Neo"/>
                          <a:ea typeface="Apple SD Gothic Neo"/>
                          <a:cs typeface="Apple SD Gothic Neo"/>
                        </a:rPr>
                        <a:t>현재 상태 한 행</a:t>
                      </a:r>
                    </a:p>
                  </a:txBody>
                  <a:tcPr marL="152400" marR="152400" marT="95250" marB="95250">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c>
                  <a:txBody>
                    <a:bodyPr/>
                    <a:lstStyle/>
                    <a:p>
                      <a:r>
                        <a:rPr sz="1875" b="1">
                          <a:solidFill>
                            <a:srgbClr val="22D3EE"/>
                          </a:solidFill>
                          <a:latin typeface="Apple SD Gothic Neo"/>
                          <a:ea typeface="Apple SD Gothic Neo"/>
                          <a:cs typeface="Apple SD Gothic Neo"/>
                        </a:rPr>
                        <a:t>엔티티 키</a:t>
                      </a:r>
                    </a:p>
                  </a:txBody>
                  <a:tcPr marL="152400" marR="152400" marT="95250" marB="95250">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r>
              <a:tr h="695325">
                <a:tc>
                  <a:txBody>
                    <a:bodyPr/>
                    <a:lstStyle/>
                    <a:p>
                      <a:r>
                        <a:rPr sz="1875" b="0">
                          <a:solidFill>
                            <a:srgbClr val="F8FAFC"/>
                          </a:solidFill>
                          <a:latin typeface="Apple SD Gothic Neo"/>
                          <a:ea typeface="Apple SD Gothic Neo"/>
                          <a:cs typeface="Apple SD Gothic Neo"/>
                        </a:rPr>
                        <a:t>주문 한 건의 현재 상태</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orders.order_id</a:t>
                      </a:r>
                    </a:p>
                  </a:txBody>
                  <a:tcPr marL="152400" marR="152400" marT="95250" marB="95250">
                    <a:lnR w="9525">
                      <a:solidFill>
                        <a:srgbClr val="334155"/>
                      </a:solidFill>
                      <a:prstDash val="solid"/>
                    </a:lnR>
                    <a:lnB w="9525">
                      <a:solidFill>
                        <a:srgbClr val="334155"/>
                      </a:solidFill>
                      <a:prstDash val="solid"/>
                    </a:lnB>
                    <a:solidFill>
                      <a:srgbClr val="1E293B"/>
                    </a:solidFill>
                  </a:tcPr>
                </a:tc>
              </a:tr>
              <a:tr h="695325">
                <a:tc>
                  <a:txBody>
                    <a:bodyPr/>
                    <a:lstStyle/>
                    <a:p>
                      <a:r>
                        <a:rPr sz="1875" b="0">
                          <a:solidFill>
                            <a:srgbClr val="F8FAFC"/>
                          </a:solidFill>
                          <a:latin typeface="Apple SD Gothic Neo"/>
                          <a:ea typeface="Apple SD Gothic Neo"/>
                          <a:cs typeface="Apple SD Gothic Neo"/>
                        </a:rPr>
                        <a:t>결제 한 건의 현재 상태</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payments.payment_id</a:t>
                      </a:r>
                    </a:p>
                  </a:txBody>
                  <a:tcPr marL="152400" marR="152400" marT="95250" marB="95250">
                    <a:lnR w="9525">
                      <a:solidFill>
                        <a:srgbClr val="334155"/>
                      </a:solidFill>
                      <a:prstDash val="solid"/>
                    </a:lnR>
                    <a:lnB w="9525">
                      <a:solidFill>
                        <a:srgbClr val="334155"/>
                      </a:solidFill>
                      <a:prstDash val="solid"/>
                    </a:lnB>
                    <a:solidFill>
                      <a:srgbClr val="1E293B"/>
                    </a:solidFill>
                  </a:tcPr>
                </a:tc>
              </a:tr>
              <a:tr h="695325">
                <a:tc>
                  <a:txBody>
                    <a:bodyPr/>
                    <a:lstStyle/>
                    <a:p>
                      <a:r>
                        <a:rPr sz="1875" b="0">
                          <a:solidFill>
                            <a:srgbClr val="F8FAFC"/>
                          </a:solidFill>
                          <a:latin typeface="Apple SD Gothic Neo"/>
                          <a:ea typeface="Apple SD Gothic Neo"/>
                          <a:cs typeface="Apple SD Gothic Neo"/>
                        </a:rPr>
                        <a:t>환불 한 건의 현재 상태</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refunds.refund_id</a:t>
                      </a:r>
                    </a:p>
                  </a:txBody>
                  <a:tcPr marL="152400" marR="152400" marT="95250" marB="95250">
                    <a:lnR w="9525">
                      <a:solidFill>
                        <a:srgbClr val="334155"/>
                      </a:solidFill>
                      <a:prstDash val="solid"/>
                    </a:lnR>
                    <a:lnB w="9525">
                      <a:solidFill>
                        <a:srgbClr val="334155"/>
                      </a:solidFill>
                      <a:prstDash val="solid"/>
                    </a:lnB>
                    <a:solidFill>
                      <a:srgbClr val="1E293B"/>
                    </a:solidFill>
                  </a:tcPr>
                </a:tc>
              </a:tr>
              <a:tr h="695325">
                <a:tc>
                  <a:txBody>
                    <a:bodyPr/>
                    <a:lstStyle/>
                    <a:p>
                      <a:r>
                        <a:rPr sz="1875" b="0">
                          <a:solidFill>
                            <a:srgbClr val="F8FAFC"/>
                          </a:solidFill>
                          <a:latin typeface="Apple SD Gothic Neo"/>
                          <a:ea typeface="Apple SD Gothic Neo"/>
                          <a:cs typeface="Apple SD Gothic Neo"/>
                        </a:rPr>
                        <a:t>같은 결제에 여러 환불</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payment_id로 환불을 하나로 줄이지 않기</a:t>
                      </a:r>
                    </a:p>
                  </a:txBody>
                  <a:tcPr marL="152400" marR="152400" marT="95250" marB="95250">
                    <a:lnR w="9525">
                      <a:solidFill>
                        <a:srgbClr val="334155"/>
                      </a:solidFill>
                      <a:prstDash val="solid"/>
                    </a:lnR>
                    <a:lnB w="9525">
                      <a:solidFill>
                        <a:srgbClr val="334155"/>
                      </a:solidFill>
                      <a:prstDash val="solid"/>
                    </a:lnB>
                    <a:solidFill>
                      <a:srgbClr val="1E293B"/>
                    </a:solidFill>
                  </a:tcPr>
                </a:tc>
              </a:tr>
            </a:tbl>
          </a:graphicData>
        </a:graphic>
      </p:graphicFrame>
      <p:sp>
        <p:nvSpPr>
          <p:cNvPr id="11" name="s03-panel-229">
            <a:extLst xmlns:a="http://schemas.openxmlformats.org/drawingml/2006/main">
              <a:ext uri="{FF2B5EF4-FFF2-40B4-BE49-F238E27FC236}">
                <a16:creationId xmlns:a16="http://schemas.microsoft.com/office/drawing/2014/main" id="{E81AC006-5800-4122-9396-527FFC8F6CC2}"/>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12" name="s03-text-230">
            <a:extLst xmlns:a="http://schemas.openxmlformats.org/drawingml/2006/main">
              <a:ext uri="{FF2B5EF4-FFF2-40B4-BE49-F238E27FC236}">
                <a16:creationId xmlns:a16="http://schemas.microsoft.com/office/drawing/2014/main" id="{C637AF07-C22A-4E6A-9560-94EF4B350AE5}"/>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Silver의 한 행 의미와 엔티티 키를 먼저 맞춥니다</a:t>
            </a:r>
          </a:p>
        </p:txBody>
      </p:sp>
    </p:spTree>
    <p:extLst>
      <p:ext uri="{BB962C8B-B14F-4D97-AF65-F5344CB8AC3E}">
        <p14:creationId xmlns:p14="http://schemas.microsoft.com/office/powerpoint/2010/main" val="1899261296"/>
      </p:ext>
    </p:extLst>
  </p:cSld>
</p:sld>
</file>

<file path=ppt/slides/slide8.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7" name="text-10">
            <a:extLst xmlns:a="http://schemas.openxmlformats.org/drawingml/2006/main">
              <a:ext uri="{FF2B5EF4-FFF2-40B4-BE49-F238E27FC236}">
                <a16:creationId xmlns:a16="http://schemas.microsoft.com/office/drawing/2014/main" id="{B6B0015B-B8EA-4B4C-905F-B3F6BAFE83B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11">
            <a:extLst xmlns:a="http://schemas.openxmlformats.org/drawingml/2006/main">
              <a:ext uri="{FF2B5EF4-FFF2-40B4-BE49-F238E27FC236}">
                <a16:creationId xmlns:a16="http://schemas.microsoft.com/office/drawing/2014/main" id="{082AB1B7-5E48-4855-A593-12FC0DA4CDB2}"/>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중복 세 가지와 충돌을 구분합니다</a:t>
            </a:r>
          </a:p>
        </p:txBody>
      </p:sp>
      <p:sp>
        <p:nvSpPr>
          <p:cNvPr id="14" name="">
            <a:extLst xmlns:a="http://schemas.openxmlformats.org/drawingml/2006/main">
              <a:ext uri="{FF2B5EF4-FFF2-40B4-BE49-F238E27FC236}">
                <a16:creationId xmlns:a16="http://schemas.microsoft.com/office/drawing/2014/main" id="{9BA22405-4B2B-43CC-AB28-99A98CA4F207}"/>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15" name="text-23">
            <a:extLst xmlns:a="http://schemas.openxmlformats.org/drawingml/2006/main">
              <a:ext uri="{FF2B5EF4-FFF2-40B4-BE49-F238E27FC236}">
                <a16:creationId xmlns:a16="http://schemas.microsoft.com/office/drawing/2014/main" id="{A77E9DDC-7EBD-4AD6-B74C-6335425945A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16" name="text-24">
            <a:extLst xmlns:a="http://schemas.openxmlformats.org/drawingml/2006/main">
              <a:ext uri="{FF2B5EF4-FFF2-40B4-BE49-F238E27FC236}">
                <a16:creationId xmlns:a16="http://schemas.microsoft.com/office/drawing/2014/main" id="{B46FCE60-13B5-482E-B7C5-B432A800A92C}"/>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08</a:t>
            </a:r>
          </a:p>
        </p:txBody>
      </p:sp>
      <p:graphicFrame>
        <p:nvGraphicFramePr>
          <p:cNvPr id="18" name="">
            <a:extLst xmlns:a="http://schemas.openxmlformats.org/drawingml/2006/main">
              <a:ext uri="{FF2B5EF4-FFF2-40B4-BE49-F238E27FC236}">
                <a16:creationId xmlns:a16="http://schemas.microsoft.com/office/drawing/2014/main" id="{2803F038-A0DB-4FB8-8838-B620B4448994}"/>
              </a:ext>
            </a:extLst>
          </p:cNvPr>
          <p:cNvGraphicFramePr/>
          <p:nvPr/>
        </p:nvGraphicFramePr>
        <p:xfrm>
          <a:off xmlns:a="http://schemas.openxmlformats.org/drawingml/2006/main" x="609600" y="1695450"/>
          <a:ext xmlns:a="http://schemas.openxmlformats.org/drawingml/2006/main" cx="10972800" cy="3476625"/>
        </p:xfrm>
        <a:graphic xmlns:a="http://schemas.openxmlformats.org/drawingml/2006/main">
          <a:graphicData uri="http://schemas.openxmlformats.org/drawingml/2006/table">
            <a:tbl>
              <a:tblPr/>
              <a:tblGrid>
                <a:gridCol w="2286000"/>
                <a:gridCol w="3810000"/>
                <a:gridCol w="4876800"/>
              </a:tblGrid>
              <a:tr h="695325">
                <a:tc>
                  <a:txBody>
                    <a:bodyPr/>
                    <a:lstStyle/>
                    <a:p>
                      <a:r>
                        <a:rPr sz="1875" b="1">
                          <a:solidFill>
                            <a:srgbClr val="22D3EE"/>
                          </a:solidFill>
                          <a:latin typeface="Apple SD Gothic Neo"/>
                          <a:ea typeface="Apple SD Gothic Neo"/>
                          <a:cs typeface="Apple SD Gothic Neo"/>
                        </a:rPr>
                        <a:t>유형</a:t>
                      </a:r>
                    </a:p>
                  </a:txBody>
                  <a:tcPr marL="152400" marR="152400" marT="95250" marB="95250">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c>
                  <a:txBody>
                    <a:bodyPr/>
                    <a:lstStyle/>
                    <a:p>
                      <a:r>
                        <a:rPr sz="1875" b="1">
                          <a:solidFill>
                            <a:srgbClr val="22D3EE"/>
                          </a:solidFill>
                          <a:latin typeface="Apple SD Gothic Neo"/>
                          <a:ea typeface="Apple SD Gothic Neo"/>
                          <a:cs typeface="Apple SD Gothic Neo"/>
                        </a:rPr>
                        <a:t>구분할 근거</a:t>
                      </a:r>
                    </a:p>
                  </a:txBody>
                  <a:tcPr marL="152400" marR="152400" marT="95250" marB="95250">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c>
                  <a:txBody>
                    <a:bodyPr/>
                    <a:lstStyle/>
                    <a:p>
                      <a:r>
                        <a:rPr sz="1875" b="1">
                          <a:solidFill>
                            <a:srgbClr val="22D3EE"/>
                          </a:solidFill>
                          <a:latin typeface="Apple SD Gothic Neo"/>
                          <a:ea typeface="Apple SD Gothic Neo"/>
                          <a:cs typeface="Apple SD Gothic Neo"/>
                        </a:rPr>
                        <a:t>오늘 규칙의 범위</a:t>
                      </a:r>
                    </a:p>
                  </a:txBody>
                  <a:tcPr marL="152400" marR="152400" marT="95250" marB="95250">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r>
              <a:tr h="695325">
                <a:tc>
                  <a:txBody>
                    <a:bodyPr/>
                    <a:lstStyle/>
                    <a:p>
                      <a:r>
                        <a:rPr sz="1875" b="0">
                          <a:solidFill>
                            <a:srgbClr val="F8FAFC"/>
                          </a:solidFill>
                          <a:latin typeface="Apple SD Gothic Neo"/>
                          <a:ea typeface="Apple SD Gothic Neo"/>
                          <a:cs typeface="Apple SD Gothic Neo"/>
                        </a:rPr>
                        <a:t>전달 중복</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같은 topic / partition / offset</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같은 전달 레코드의 반복</a:t>
                      </a:r>
                    </a:p>
                  </a:txBody>
                  <a:tcPr marL="152400" marR="152400" marT="95250" marB="95250">
                    <a:lnR w="9525">
                      <a:solidFill>
                        <a:srgbClr val="334155"/>
                      </a:solidFill>
                      <a:prstDash val="solid"/>
                    </a:lnR>
                    <a:lnB w="9525">
                      <a:solidFill>
                        <a:srgbClr val="334155"/>
                      </a:solidFill>
                      <a:prstDash val="solid"/>
                    </a:lnB>
                    <a:solidFill>
                      <a:srgbClr val="1E293B"/>
                    </a:solidFill>
                  </a:tcPr>
                </a:tc>
              </a:tr>
              <a:tr h="695325">
                <a:tc>
                  <a:txBody>
                    <a:bodyPr/>
                    <a:lstStyle/>
                    <a:p>
                      <a:r>
                        <a:rPr sz="1875" b="0">
                          <a:solidFill>
                            <a:srgbClr val="F8FAFC"/>
                          </a:solidFill>
                          <a:latin typeface="Apple SD Gothic Neo"/>
                          <a:ea typeface="Apple SD Gothic Neo"/>
                          <a:cs typeface="Apple SD Gothic Neo"/>
                        </a:rPr>
                        <a:t>변경 재전달</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같은 원천 버전, 다른 offset</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PK별 현재 상태 한 행</a:t>
                      </a:r>
                    </a:p>
                  </a:txBody>
                  <a:tcPr marL="152400" marR="152400" marT="95250" marB="95250">
                    <a:lnR w="9525">
                      <a:solidFill>
                        <a:srgbClr val="334155"/>
                      </a:solidFill>
                      <a:prstDash val="solid"/>
                    </a:lnR>
                    <a:lnB w="9525">
                      <a:solidFill>
                        <a:srgbClr val="334155"/>
                      </a:solidFill>
                      <a:prstDash val="solid"/>
                    </a:lnB>
                    <a:solidFill>
                      <a:srgbClr val="1E293B"/>
                    </a:solidFill>
                  </a:tcPr>
                </a:tc>
              </a:tr>
              <a:tr h="695325">
                <a:tc>
                  <a:txBody>
                    <a:bodyPr/>
                    <a:lstStyle/>
                    <a:p>
                      <a:r>
                        <a:rPr sz="1875" b="0">
                          <a:solidFill>
                            <a:srgbClr val="F8FAFC"/>
                          </a:solidFill>
                          <a:latin typeface="Apple SD Gothic Neo"/>
                          <a:ea typeface="Apple SD Gothic Neo"/>
                          <a:cs typeface="Apple SD Gothic Neo"/>
                        </a:rPr>
                        <a:t>업무 중복</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서로 다른 PK의 유사 업무</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별도 업무 정책 필요</a:t>
                      </a:r>
                    </a:p>
                  </a:txBody>
                  <a:tcPr marL="152400" marR="152400" marT="95250" marB="95250">
                    <a:lnR w="9525">
                      <a:solidFill>
                        <a:srgbClr val="334155"/>
                      </a:solidFill>
                      <a:prstDash val="solid"/>
                    </a:lnR>
                    <a:lnB w="9525">
                      <a:solidFill>
                        <a:srgbClr val="334155"/>
                      </a:solidFill>
                      <a:prstDash val="solid"/>
                    </a:lnB>
                    <a:solidFill>
                      <a:srgbClr val="1E293B"/>
                    </a:solidFill>
                  </a:tcPr>
                </a:tc>
              </a:tr>
              <a:tr h="695325">
                <a:tc>
                  <a:txBody>
                    <a:bodyPr/>
                    <a:lstStyle/>
                    <a:p>
                      <a:r>
                        <a:rPr sz="1875" b="0">
                          <a:solidFill>
                            <a:srgbClr val="F8FAFC"/>
                          </a:solidFill>
                          <a:latin typeface="Apple SD Gothic Neo"/>
                          <a:ea typeface="Apple SD Gothic Neo"/>
                          <a:cs typeface="Apple SD Gothic Neo"/>
                        </a:rPr>
                        <a:t>전달 위치 충돌</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같은 topic·partition·offset</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다른 원문이면 실행 중단</a:t>
                      </a:r>
                    </a:p>
                  </a:txBody>
                  <a:tcPr marL="152400" marR="152400" marT="95250" marB="95250">
                    <a:lnR w="9525">
                      <a:solidFill>
                        <a:srgbClr val="334155"/>
                      </a:solidFill>
                      <a:prstDash val="solid"/>
                    </a:lnR>
                    <a:lnB w="9525">
                      <a:solidFill>
                        <a:srgbClr val="334155"/>
                      </a:solidFill>
                      <a:prstDash val="solid"/>
                    </a:lnB>
                    <a:solidFill>
                      <a:srgbClr val="1E293B"/>
                    </a:solidFill>
                  </a:tcPr>
                </a:tc>
              </a:tr>
            </a:tbl>
          </a:graphicData>
        </a:graphic>
      </p:graphicFrame>
      <p:sp>
        <p:nvSpPr>
          <p:cNvPr id="19" name="first-flink-panel-54">
            <a:extLst xmlns:a="http://schemas.openxmlformats.org/drawingml/2006/main">
              <a:ext uri="{FF2B5EF4-FFF2-40B4-BE49-F238E27FC236}">
                <a16:creationId xmlns:a16="http://schemas.microsoft.com/office/drawing/2014/main" id="{8B2AE9B3-6028-432F-AB2A-9AC79A2E3F3F}"/>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20" name="first-flink-text-55">
            <a:extLst xmlns:a="http://schemas.openxmlformats.org/drawingml/2006/main">
              <a:ext uri="{FF2B5EF4-FFF2-40B4-BE49-F238E27FC236}">
                <a16:creationId xmlns:a16="http://schemas.microsoft.com/office/drawing/2014/main" id="{187DC6EE-6791-42FA-AA15-02837818755D}"/>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같은 금액이라는 이유만으로 서로 다른 환불을 중복으로 보지 않습니다</a:t>
            </a:r>
          </a:p>
        </p:txBody>
      </p:sp>
    </p:spTree>
    <p:extLst>
      <p:ext uri="{BB962C8B-B14F-4D97-AF65-F5344CB8AC3E}">
        <p14:creationId xmlns:p14="http://schemas.microsoft.com/office/powerpoint/2010/main" val="602725031"/>
      </p:ext>
    </p:extLst>
  </p:cSld>
</p:sld>
</file>

<file path=ppt/slides/slide9.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7" name="text-10">
            <a:extLst xmlns:a="http://schemas.openxmlformats.org/drawingml/2006/main">
              <a:ext uri="{FF2B5EF4-FFF2-40B4-BE49-F238E27FC236}">
                <a16:creationId xmlns:a16="http://schemas.microsoft.com/office/drawing/2014/main" id="{B6B0015B-B8EA-4B4C-905F-B3F6BAFE83B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11">
            <a:extLst xmlns:a="http://schemas.openxmlformats.org/drawingml/2006/main">
              <a:ext uri="{FF2B5EF4-FFF2-40B4-BE49-F238E27FC236}">
                <a16:creationId xmlns:a16="http://schemas.microsoft.com/office/drawing/2014/main" id="{082AB1B7-5E48-4855-A593-12FC0DA4CDB2}"/>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최신 버전의 기준</a:t>
            </a:r>
          </a:p>
        </p:txBody>
      </p:sp>
      <p:sp>
        <p:nvSpPr>
          <p:cNvPr id="14" name="">
            <a:extLst xmlns:a="http://schemas.openxmlformats.org/drawingml/2006/main">
              <a:ext uri="{FF2B5EF4-FFF2-40B4-BE49-F238E27FC236}">
                <a16:creationId xmlns:a16="http://schemas.microsoft.com/office/drawing/2014/main" id="{9BA22405-4B2B-43CC-AB28-99A98CA4F207}"/>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15" name="text-23">
            <a:extLst xmlns:a="http://schemas.openxmlformats.org/drawingml/2006/main">
              <a:ext uri="{FF2B5EF4-FFF2-40B4-BE49-F238E27FC236}">
                <a16:creationId xmlns:a16="http://schemas.microsoft.com/office/drawing/2014/main" id="{A77E9DDC-7EBD-4AD6-B74C-6335425945A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16" name="text-24">
            <a:extLst xmlns:a="http://schemas.openxmlformats.org/drawingml/2006/main">
              <a:ext uri="{FF2B5EF4-FFF2-40B4-BE49-F238E27FC236}">
                <a16:creationId xmlns:a16="http://schemas.microsoft.com/office/drawing/2014/main" id="{B46FCE60-13B5-482E-B7C5-B432A800A92C}"/>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09</a:t>
            </a:r>
          </a:p>
        </p:txBody>
      </p:sp>
      <p:sp>
        <p:nvSpPr>
          <p:cNvPr id="18" name="s03-panel-38">
            <a:extLst xmlns:a="http://schemas.openxmlformats.org/drawingml/2006/main">
              <a:ext uri="{FF2B5EF4-FFF2-40B4-BE49-F238E27FC236}">
                <a16:creationId xmlns:a16="http://schemas.microsoft.com/office/drawing/2014/main" id="{4D522876-18A8-48F6-9B1E-5E6233135031}"/>
              </a:ext>
            </a:extLst>
          </p:cNvPr>
          <p:cNvSpPr>
            <a:spLocks xmlns:a="http://schemas.openxmlformats.org/drawingml/2006/main" noGrp="1"/>
          </p:cNvSpPr>
          <p:nvPr/>
        </p:nvSpPr>
        <p:spPr>
          <a:xfrm xmlns:a="http://schemas.openxmlformats.org/drawingml/2006/main">
            <a:off x="609600" y="1809750"/>
            <a:ext cx="3479800" cy="3314700"/>
          </a:xfrm>
          <a:prstGeom xmlns:a="http://schemas.openxmlformats.org/drawingml/2006/main" prst="roundRect">
            <a:avLst>
              <a:gd name="adj" fmla="val 2586"/>
            </a:avLst>
          </a:prstGeom>
          <a:solidFill xmlns:a="http://schemas.openxmlformats.org/drawingml/2006/main">
            <a:srgbClr val="1E293B"/>
          </a:solidFill>
          <a:ln xmlns:a="http://schemas.openxmlformats.org/drawingml/2006/main" w="9525">
            <a:solidFill>
              <a:srgbClr val="334155"/>
            </a:solidFill>
          </a:ln>
        </p:spPr>
      </p:sp>
      <p:sp>
        <p:nvSpPr>
          <p:cNvPr id="19" name="s03-text-39">
            <a:extLst xmlns:a="http://schemas.openxmlformats.org/drawingml/2006/main">
              <a:ext uri="{FF2B5EF4-FFF2-40B4-BE49-F238E27FC236}">
                <a16:creationId xmlns:a16="http://schemas.microsoft.com/office/drawing/2014/main" id="{A56B8419-29A5-4307-B258-38277CBAED01}"/>
              </a:ext>
            </a:extLst>
          </p:cNvPr>
          <p:cNvSpPr>
            <a:spLocks xmlns:a="http://schemas.openxmlformats.org/drawingml/2006/main" noGrp="1"/>
          </p:cNvSpPr>
          <p:nvPr/>
        </p:nvSpPr>
        <p:spPr>
          <a:xfrm xmlns:a="http://schemas.openxmlformats.org/drawingml/2006/main">
            <a:off x="819150" y="2028825"/>
            <a:ext cx="3060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2D3EE"/>
                </a:solidFill>
                <a:latin typeface="Apple SD Gothic Neo"/>
                <a:ea typeface="Apple SD Gothic Neo"/>
                <a:cs typeface="Apple SD Gothic Neo"/>
              </a:defRPr>
            </a:defPPr>
            <a:lvl1pPr algn="l">
              <a:buNone/>
              <a:defRPr sz="2100" b="1">
                <a:solidFill>
                  <a:srgbClr val="22D3EE"/>
                </a:solidFill>
                <a:latin typeface="Apple SD Gothic Neo"/>
                <a:ea typeface="Apple SD Gothic Neo"/>
                <a:cs typeface="Apple SD Gothic Neo"/>
              </a:defRPr>
            </a:lvl1pPr>
            <a:lvl2pPr algn="l">
              <a:buNone/>
              <a:defRPr sz="2100" b="1">
                <a:solidFill>
                  <a:srgbClr val="22D3EE"/>
                </a:solidFill>
                <a:latin typeface="Apple SD Gothic Neo"/>
                <a:ea typeface="Apple SD Gothic Neo"/>
                <a:cs typeface="Apple SD Gothic Neo"/>
              </a:defRPr>
            </a:lvl2pPr>
            <a:lvl3pPr algn="l">
              <a:buNone/>
              <a:defRPr sz="2100" b="1">
                <a:solidFill>
                  <a:srgbClr val="22D3EE"/>
                </a:solidFill>
                <a:latin typeface="Apple SD Gothic Neo"/>
                <a:ea typeface="Apple SD Gothic Neo"/>
                <a:cs typeface="Apple SD Gothic Neo"/>
              </a:defRPr>
            </a:lvl3pPr>
            <a:lvl4pPr algn="l">
              <a:buNone/>
              <a:defRPr sz="2100" b="1">
                <a:solidFill>
                  <a:srgbClr val="22D3EE"/>
                </a:solidFill>
                <a:latin typeface="Apple SD Gothic Neo"/>
                <a:ea typeface="Apple SD Gothic Neo"/>
                <a:cs typeface="Apple SD Gothic Neo"/>
              </a:defRPr>
            </a:lvl4pPr>
            <a:lvl5pPr algn="l">
              <a:buNone/>
              <a:defRPr sz="2100" b="1">
                <a:solidFill>
                  <a:srgbClr val="22D3EE"/>
                </a:solidFill>
                <a:latin typeface="Apple SD Gothic Neo"/>
                <a:ea typeface="Apple SD Gothic Neo"/>
                <a:cs typeface="Apple SD Gothic Neo"/>
              </a:defRPr>
            </a:lvl5pPr>
            <a:lvl6pPr algn="l">
              <a:buNone/>
              <a:defRPr sz="2100" b="1">
                <a:solidFill>
                  <a:srgbClr val="22D3EE"/>
                </a:solidFill>
                <a:latin typeface="Apple SD Gothic Neo"/>
                <a:ea typeface="Apple SD Gothic Neo"/>
                <a:cs typeface="Apple SD Gothic Neo"/>
              </a:defRPr>
            </a:lvl6pPr>
            <a:lvl7pPr algn="l">
              <a:buNone/>
              <a:defRPr sz="2100" b="1">
                <a:solidFill>
                  <a:srgbClr val="22D3EE"/>
                </a:solidFill>
                <a:latin typeface="Apple SD Gothic Neo"/>
                <a:ea typeface="Apple SD Gothic Neo"/>
                <a:cs typeface="Apple SD Gothic Neo"/>
              </a:defRPr>
            </a:lvl7pPr>
            <a:lvl8pPr algn="l">
              <a:buNone/>
              <a:defRPr sz="2100" b="1">
                <a:solidFill>
                  <a:srgbClr val="22D3EE"/>
                </a:solidFill>
                <a:latin typeface="Apple SD Gothic Neo"/>
                <a:ea typeface="Apple SD Gothic Neo"/>
                <a:cs typeface="Apple SD Gothic Neo"/>
              </a:defRPr>
            </a:lvl8pPr>
            <a:lvl9pPr algn="l">
              <a:buNone/>
              <a:defRPr sz="2100" b="1">
                <a:solidFill>
                  <a:srgbClr val="22D3EE"/>
                </a:solidFill>
                <a:latin typeface="Apple SD Gothic Neo"/>
                <a:ea typeface="Apple SD Gothic Neo"/>
                <a:cs typeface="Apple SD Gothic Neo"/>
              </a:defRPr>
            </a:lvl9pPr>
          </a:lstStyle>
          <a:p xmlns:a="http://schemas.openxmlformats.org/drawingml/2006/main">
            <a:pPr algn="l">
              <a:buNone/>
              <a:defRPr sz="2100" b="1">
                <a:solidFill>
                  <a:srgbClr val="22D3EE"/>
                </a:solidFill>
                <a:latin typeface="Apple SD Gothic Neo"/>
                <a:ea typeface="Apple SD Gothic Neo"/>
                <a:cs typeface="Apple SD Gothic Neo"/>
              </a:defRPr>
            </a:pPr>
            <a:r>
              <a:rPr sz="2100" b="1">
                <a:solidFill>
                  <a:srgbClr val="22D3EE"/>
                </a:solidFill>
                <a:latin typeface="Apple SD Gothic Neo"/>
                <a:ea typeface="Apple SD Gothic Neo"/>
                <a:cs typeface="Apple SD Gothic Neo"/>
              </a:rPr>
              <a:t>먼저 원천 버전</a:t>
            </a:r>
          </a:p>
        </p:txBody>
      </p:sp>
      <p:sp>
        <p:nvSpPr>
          <p:cNvPr id="20" name="s03-text-40">
            <a:extLst xmlns:a="http://schemas.openxmlformats.org/drawingml/2006/main">
              <a:ext uri="{FF2B5EF4-FFF2-40B4-BE49-F238E27FC236}">
                <a16:creationId xmlns:a16="http://schemas.microsoft.com/office/drawing/2014/main" id="{849CDED0-6089-41BB-95F2-613D94F0A165}"/>
              </a:ext>
            </a:extLst>
          </p:cNvPr>
          <p:cNvSpPr>
            <a:spLocks xmlns:a="http://schemas.openxmlformats.org/drawingml/2006/main" noGrp="1"/>
          </p:cNvSpPr>
          <p:nvPr/>
        </p:nvSpPr>
        <p:spPr>
          <a:xfrm xmlns:a="http://schemas.openxmlformats.org/drawingml/2006/main">
            <a:off x="819150" y="2847975"/>
            <a:ext cx="306070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AFC"/>
                </a:solidFill>
                <a:latin typeface="Apple SD Gothic Neo"/>
                <a:ea typeface="Apple SD Gothic Neo"/>
                <a:cs typeface="Apple SD Gothic Neo"/>
              </a:defRPr>
            </a:defPPr>
            <a:lvl1pPr algn="l">
              <a:buNone/>
              <a:defRPr sz="2025" b="0">
                <a:solidFill>
                  <a:srgbClr val="F8FAFC"/>
                </a:solidFill>
                <a:latin typeface="Apple SD Gothic Neo"/>
                <a:ea typeface="Apple SD Gothic Neo"/>
                <a:cs typeface="Apple SD Gothic Neo"/>
              </a:defRPr>
            </a:lvl1pPr>
            <a:lvl2pPr algn="l">
              <a:buNone/>
              <a:defRPr sz="2025" b="0">
                <a:solidFill>
                  <a:srgbClr val="F8FAFC"/>
                </a:solidFill>
                <a:latin typeface="Apple SD Gothic Neo"/>
                <a:ea typeface="Apple SD Gothic Neo"/>
                <a:cs typeface="Apple SD Gothic Neo"/>
              </a:defRPr>
            </a:lvl2pPr>
            <a:lvl3pPr algn="l">
              <a:buNone/>
              <a:defRPr sz="2025" b="0">
                <a:solidFill>
                  <a:srgbClr val="F8FAFC"/>
                </a:solidFill>
                <a:latin typeface="Apple SD Gothic Neo"/>
                <a:ea typeface="Apple SD Gothic Neo"/>
                <a:cs typeface="Apple SD Gothic Neo"/>
              </a:defRPr>
            </a:lvl3pPr>
            <a:lvl4pPr algn="l">
              <a:buNone/>
              <a:defRPr sz="2025" b="0">
                <a:solidFill>
                  <a:srgbClr val="F8FAFC"/>
                </a:solidFill>
                <a:latin typeface="Apple SD Gothic Neo"/>
                <a:ea typeface="Apple SD Gothic Neo"/>
                <a:cs typeface="Apple SD Gothic Neo"/>
              </a:defRPr>
            </a:lvl4pPr>
            <a:lvl5pPr algn="l">
              <a:buNone/>
              <a:defRPr sz="2025" b="0">
                <a:solidFill>
                  <a:srgbClr val="F8FAFC"/>
                </a:solidFill>
                <a:latin typeface="Apple SD Gothic Neo"/>
                <a:ea typeface="Apple SD Gothic Neo"/>
                <a:cs typeface="Apple SD Gothic Neo"/>
              </a:defRPr>
            </a:lvl5pPr>
            <a:lvl6pPr algn="l">
              <a:buNone/>
              <a:defRPr sz="2025" b="0">
                <a:solidFill>
                  <a:srgbClr val="F8FAFC"/>
                </a:solidFill>
                <a:latin typeface="Apple SD Gothic Neo"/>
                <a:ea typeface="Apple SD Gothic Neo"/>
                <a:cs typeface="Apple SD Gothic Neo"/>
              </a:defRPr>
            </a:lvl6pPr>
            <a:lvl7pPr algn="l">
              <a:buNone/>
              <a:defRPr sz="2025" b="0">
                <a:solidFill>
                  <a:srgbClr val="F8FAFC"/>
                </a:solidFill>
                <a:latin typeface="Apple SD Gothic Neo"/>
                <a:ea typeface="Apple SD Gothic Neo"/>
                <a:cs typeface="Apple SD Gothic Neo"/>
              </a:defRPr>
            </a:lvl7pPr>
            <a:lvl8pPr algn="l">
              <a:buNone/>
              <a:defRPr sz="2025" b="0">
                <a:solidFill>
                  <a:srgbClr val="F8FAFC"/>
                </a:solidFill>
                <a:latin typeface="Apple SD Gothic Neo"/>
                <a:ea typeface="Apple SD Gothic Neo"/>
                <a:cs typeface="Apple SD Gothic Neo"/>
              </a:defRPr>
            </a:lvl8pPr>
            <a:lvl9pPr algn="l">
              <a:buNone/>
              <a:defRPr sz="2025" b="0">
                <a:solidFill>
                  <a:srgbClr val="F8FAFC"/>
                </a:solidFill>
                <a:latin typeface="Apple SD Gothic Neo"/>
                <a:ea typeface="Apple SD Gothic Neo"/>
                <a:cs typeface="Apple SD Gothic Neo"/>
              </a:defRPr>
            </a:lvl9pPr>
          </a:lstStyle>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source.lsn을</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숫자로 비교</a:t>
            </a:r>
          </a:p>
        </p:txBody>
      </p:sp>
      <p:sp>
        <p:nvSpPr>
          <p:cNvPr id="21" name="s03-panel-41">
            <a:extLst xmlns:a="http://schemas.openxmlformats.org/drawingml/2006/main">
              <a:ext uri="{FF2B5EF4-FFF2-40B4-BE49-F238E27FC236}">
                <a16:creationId xmlns:a16="http://schemas.microsoft.com/office/drawing/2014/main" id="{C95F1E3D-A1C5-40C0-AA5A-F92BCAFB334C}"/>
              </a:ext>
            </a:extLst>
          </p:cNvPr>
          <p:cNvSpPr>
            <a:spLocks xmlns:a="http://schemas.openxmlformats.org/drawingml/2006/main" noGrp="1"/>
          </p:cNvSpPr>
          <p:nvPr/>
        </p:nvSpPr>
        <p:spPr>
          <a:xfrm xmlns:a="http://schemas.openxmlformats.org/drawingml/2006/main">
            <a:off x="4356100" y="1809750"/>
            <a:ext cx="3479800" cy="3314700"/>
          </a:xfrm>
          <a:prstGeom xmlns:a="http://schemas.openxmlformats.org/drawingml/2006/main" prst="roundRect">
            <a:avLst>
              <a:gd name="adj" fmla="val 2586"/>
            </a:avLst>
          </a:prstGeom>
          <a:solidFill xmlns:a="http://schemas.openxmlformats.org/drawingml/2006/main">
            <a:srgbClr val="1E293B"/>
          </a:solidFill>
          <a:ln xmlns:a="http://schemas.openxmlformats.org/drawingml/2006/main" w="9525">
            <a:solidFill>
              <a:srgbClr val="334155"/>
            </a:solidFill>
          </a:ln>
        </p:spPr>
      </p:sp>
      <p:sp>
        <p:nvSpPr>
          <p:cNvPr id="22" name="s03-text-42">
            <a:extLst xmlns:a="http://schemas.openxmlformats.org/drawingml/2006/main">
              <a:ext uri="{FF2B5EF4-FFF2-40B4-BE49-F238E27FC236}">
                <a16:creationId xmlns:a16="http://schemas.microsoft.com/office/drawing/2014/main" id="{ABD1C8D6-6953-42DB-A1B2-C87696DBA1EA}"/>
              </a:ext>
            </a:extLst>
          </p:cNvPr>
          <p:cNvSpPr>
            <a:spLocks xmlns:a="http://schemas.openxmlformats.org/drawingml/2006/main" noGrp="1"/>
          </p:cNvSpPr>
          <p:nvPr/>
        </p:nvSpPr>
        <p:spPr>
          <a:xfrm xmlns:a="http://schemas.openxmlformats.org/drawingml/2006/main">
            <a:off x="4565650" y="2028825"/>
            <a:ext cx="3060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B923C"/>
                </a:solidFill>
                <a:latin typeface="Apple SD Gothic Neo"/>
                <a:ea typeface="Apple SD Gothic Neo"/>
                <a:cs typeface="Apple SD Gothic Neo"/>
              </a:defRPr>
            </a:defPPr>
            <a:lvl1pPr algn="l">
              <a:buNone/>
              <a:defRPr sz="2100" b="1">
                <a:solidFill>
                  <a:srgbClr val="FB923C"/>
                </a:solidFill>
                <a:latin typeface="Apple SD Gothic Neo"/>
                <a:ea typeface="Apple SD Gothic Neo"/>
                <a:cs typeface="Apple SD Gothic Neo"/>
              </a:defRPr>
            </a:lvl1pPr>
            <a:lvl2pPr algn="l">
              <a:buNone/>
              <a:defRPr sz="2100" b="1">
                <a:solidFill>
                  <a:srgbClr val="FB923C"/>
                </a:solidFill>
                <a:latin typeface="Apple SD Gothic Neo"/>
                <a:ea typeface="Apple SD Gothic Neo"/>
                <a:cs typeface="Apple SD Gothic Neo"/>
              </a:defRPr>
            </a:lvl2pPr>
            <a:lvl3pPr algn="l">
              <a:buNone/>
              <a:defRPr sz="2100" b="1">
                <a:solidFill>
                  <a:srgbClr val="FB923C"/>
                </a:solidFill>
                <a:latin typeface="Apple SD Gothic Neo"/>
                <a:ea typeface="Apple SD Gothic Neo"/>
                <a:cs typeface="Apple SD Gothic Neo"/>
              </a:defRPr>
            </a:lvl3pPr>
            <a:lvl4pPr algn="l">
              <a:buNone/>
              <a:defRPr sz="2100" b="1">
                <a:solidFill>
                  <a:srgbClr val="FB923C"/>
                </a:solidFill>
                <a:latin typeface="Apple SD Gothic Neo"/>
                <a:ea typeface="Apple SD Gothic Neo"/>
                <a:cs typeface="Apple SD Gothic Neo"/>
              </a:defRPr>
            </a:lvl4pPr>
            <a:lvl5pPr algn="l">
              <a:buNone/>
              <a:defRPr sz="2100" b="1">
                <a:solidFill>
                  <a:srgbClr val="FB923C"/>
                </a:solidFill>
                <a:latin typeface="Apple SD Gothic Neo"/>
                <a:ea typeface="Apple SD Gothic Neo"/>
                <a:cs typeface="Apple SD Gothic Neo"/>
              </a:defRPr>
            </a:lvl5pPr>
            <a:lvl6pPr algn="l">
              <a:buNone/>
              <a:defRPr sz="2100" b="1">
                <a:solidFill>
                  <a:srgbClr val="FB923C"/>
                </a:solidFill>
                <a:latin typeface="Apple SD Gothic Neo"/>
                <a:ea typeface="Apple SD Gothic Neo"/>
                <a:cs typeface="Apple SD Gothic Neo"/>
              </a:defRPr>
            </a:lvl6pPr>
            <a:lvl7pPr algn="l">
              <a:buNone/>
              <a:defRPr sz="2100" b="1">
                <a:solidFill>
                  <a:srgbClr val="FB923C"/>
                </a:solidFill>
                <a:latin typeface="Apple SD Gothic Neo"/>
                <a:ea typeface="Apple SD Gothic Neo"/>
                <a:cs typeface="Apple SD Gothic Neo"/>
              </a:defRPr>
            </a:lvl7pPr>
            <a:lvl8pPr algn="l">
              <a:buNone/>
              <a:defRPr sz="2100" b="1">
                <a:solidFill>
                  <a:srgbClr val="FB923C"/>
                </a:solidFill>
                <a:latin typeface="Apple SD Gothic Neo"/>
                <a:ea typeface="Apple SD Gothic Neo"/>
                <a:cs typeface="Apple SD Gothic Neo"/>
              </a:defRPr>
            </a:lvl8pPr>
            <a:lvl9pPr algn="l">
              <a:buNone/>
              <a:defRPr sz="2100" b="1">
                <a:solidFill>
                  <a:srgbClr val="FB923C"/>
                </a:solidFill>
                <a:latin typeface="Apple SD Gothic Neo"/>
                <a:ea typeface="Apple SD Gothic Neo"/>
                <a:cs typeface="Apple SD Gothic Neo"/>
              </a:defRPr>
            </a:lvl9pPr>
          </a:lstStyle>
          <a:p xmlns:a="http://schemas.openxmlformats.org/drawingml/2006/main">
            <a:pPr algn="l">
              <a:buNone/>
              <a:defRPr sz="2100" b="1">
                <a:solidFill>
                  <a:srgbClr val="FB923C"/>
                </a:solidFill>
                <a:latin typeface="Apple SD Gothic Neo"/>
                <a:ea typeface="Apple SD Gothic Neo"/>
                <a:cs typeface="Apple SD Gothic Neo"/>
              </a:defRPr>
            </a:pPr>
            <a:r>
              <a:rPr sz="2100" b="1">
                <a:solidFill>
                  <a:srgbClr val="FB923C"/>
                </a:solidFill>
                <a:latin typeface="Apple SD Gothic Neo"/>
                <a:ea typeface="Apple SD Gothic Neo"/>
                <a:cs typeface="Apple SD Gothic Neo"/>
              </a:rPr>
              <a:t>같은 LSN일 때</a:t>
            </a:r>
          </a:p>
        </p:txBody>
      </p:sp>
      <p:sp>
        <p:nvSpPr>
          <p:cNvPr id="23" name="s03-text-43">
            <a:extLst xmlns:a="http://schemas.openxmlformats.org/drawingml/2006/main">
              <a:ext uri="{FF2B5EF4-FFF2-40B4-BE49-F238E27FC236}">
                <a16:creationId xmlns:a16="http://schemas.microsoft.com/office/drawing/2014/main" id="{4DA1AB5A-70E7-4A2F-9050-B42060395635}"/>
              </a:ext>
            </a:extLst>
          </p:cNvPr>
          <p:cNvSpPr>
            <a:spLocks xmlns:a="http://schemas.openxmlformats.org/drawingml/2006/main" noGrp="1"/>
          </p:cNvSpPr>
          <p:nvPr/>
        </p:nvSpPr>
        <p:spPr>
          <a:xfrm xmlns:a="http://schemas.openxmlformats.org/drawingml/2006/main">
            <a:off x="4565650" y="2847975"/>
            <a:ext cx="306070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AFC"/>
                </a:solidFill>
                <a:latin typeface="Apple SD Gothic Neo"/>
                <a:ea typeface="Apple SD Gothic Neo"/>
                <a:cs typeface="Apple SD Gothic Neo"/>
              </a:defRPr>
            </a:defPPr>
            <a:lvl1pPr algn="l">
              <a:buNone/>
              <a:defRPr sz="2025" b="0">
                <a:solidFill>
                  <a:srgbClr val="F8FAFC"/>
                </a:solidFill>
                <a:latin typeface="Apple SD Gothic Neo"/>
                <a:ea typeface="Apple SD Gothic Neo"/>
                <a:cs typeface="Apple SD Gothic Neo"/>
              </a:defRPr>
            </a:lvl1pPr>
            <a:lvl2pPr algn="l">
              <a:buNone/>
              <a:defRPr sz="2025" b="0">
                <a:solidFill>
                  <a:srgbClr val="F8FAFC"/>
                </a:solidFill>
                <a:latin typeface="Apple SD Gothic Neo"/>
                <a:ea typeface="Apple SD Gothic Neo"/>
                <a:cs typeface="Apple SD Gothic Neo"/>
              </a:defRPr>
            </a:lvl2pPr>
            <a:lvl3pPr algn="l">
              <a:buNone/>
              <a:defRPr sz="2025" b="0">
                <a:solidFill>
                  <a:srgbClr val="F8FAFC"/>
                </a:solidFill>
                <a:latin typeface="Apple SD Gothic Neo"/>
                <a:ea typeface="Apple SD Gothic Neo"/>
                <a:cs typeface="Apple SD Gothic Neo"/>
              </a:defRPr>
            </a:lvl3pPr>
            <a:lvl4pPr algn="l">
              <a:buNone/>
              <a:defRPr sz="2025" b="0">
                <a:solidFill>
                  <a:srgbClr val="F8FAFC"/>
                </a:solidFill>
                <a:latin typeface="Apple SD Gothic Neo"/>
                <a:ea typeface="Apple SD Gothic Neo"/>
                <a:cs typeface="Apple SD Gothic Neo"/>
              </a:defRPr>
            </a:lvl4pPr>
            <a:lvl5pPr algn="l">
              <a:buNone/>
              <a:defRPr sz="2025" b="0">
                <a:solidFill>
                  <a:srgbClr val="F8FAFC"/>
                </a:solidFill>
                <a:latin typeface="Apple SD Gothic Neo"/>
                <a:ea typeface="Apple SD Gothic Neo"/>
                <a:cs typeface="Apple SD Gothic Neo"/>
              </a:defRPr>
            </a:lvl5pPr>
            <a:lvl6pPr algn="l">
              <a:buNone/>
              <a:defRPr sz="2025" b="0">
                <a:solidFill>
                  <a:srgbClr val="F8FAFC"/>
                </a:solidFill>
                <a:latin typeface="Apple SD Gothic Neo"/>
                <a:ea typeface="Apple SD Gothic Neo"/>
                <a:cs typeface="Apple SD Gothic Neo"/>
              </a:defRPr>
            </a:lvl6pPr>
            <a:lvl7pPr algn="l">
              <a:buNone/>
              <a:defRPr sz="2025" b="0">
                <a:solidFill>
                  <a:srgbClr val="F8FAFC"/>
                </a:solidFill>
                <a:latin typeface="Apple SD Gothic Neo"/>
                <a:ea typeface="Apple SD Gothic Neo"/>
                <a:cs typeface="Apple SD Gothic Neo"/>
              </a:defRPr>
            </a:lvl7pPr>
            <a:lvl8pPr algn="l">
              <a:buNone/>
              <a:defRPr sz="2025" b="0">
                <a:solidFill>
                  <a:srgbClr val="F8FAFC"/>
                </a:solidFill>
                <a:latin typeface="Apple SD Gothic Neo"/>
                <a:ea typeface="Apple SD Gothic Neo"/>
                <a:cs typeface="Apple SD Gothic Neo"/>
              </a:defRPr>
            </a:lvl8pPr>
            <a:lvl9pPr algn="l">
              <a:buNone/>
              <a:defRPr sz="2025" b="0">
                <a:solidFill>
                  <a:srgbClr val="F8FAFC"/>
                </a:solidFill>
                <a:latin typeface="Apple SD Gothic Neo"/>
                <a:ea typeface="Apple SD Gothic Neo"/>
                <a:cs typeface="Apple SD Gothic Neo"/>
              </a:defRPr>
            </a:lvl9pPr>
          </a:lstStyle>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같은 토픽·파티션의</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kafka_offset 비교</a:t>
            </a:r>
          </a:p>
        </p:txBody>
      </p:sp>
      <p:sp>
        <p:nvSpPr>
          <p:cNvPr id="24" name="s03-panel-44">
            <a:extLst xmlns:a="http://schemas.openxmlformats.org/drawingml/2006/main">
              <a:ext uri="{FF2B5EF4-FFF2-40B4-BE49-F238E27FC236}">
                <a16:creationId xmlns:a16="http://schemas.microsoft.com/office/drawing/2014/main" id="{C96F8D07-D0F2-4307-A8FE-634C00F663D7}"/>
              </a:ext>
            </a:extLst>
          </p:cNvPr>
          <p:cNvSpPr>
            <a:spLocks xmlns:a="http://schemas.openxmlformats.org/drawingml/2006/main" noGrp="1"/>
          </p:cNvSpPr>
          <p:nvPr/>
        </p:nvSpPr>
        <p:spPr>
          <a:xfrm xmlns:a="http://schemas.openxmlformats.org/drawingml/2006/main">
            <a:off x="8102600" y="1809750"/>
            <a:ext cx="3479800" cy="3314700"/>
          </a:xfrm>
          <a:prstGeom xmlns:a="http://schemas.openxmlformats.org/drawingml/2006/main" prst="roundRect">
            <a:avLst>
              <a:gd name="adj" fmla="val 2586"/>
            </a:avLst>
          </a:prstGeom>
          <a:solidFill xmlns:a="http://schemas.openxmlformats.org/drawingml/2006/main">
            <a:srgbClr val="1E293B"/>
          </a:solidFill>
          <a:ln xmlns:a="http://schemas.openxmlformats.org/drawingml/2006/main" w="9525">
            <a:solidFill>
              <a:srgbClr val="334155"/>
            </a:solidFill>
          </a:ln>
        </p:spPr>
      </p:sp>
      <p:sp>
        <p:nvSpPr>
          <p:cNvPr id="25" name="s03-text-45">
            <a:extLst xmlns:a="http://schemas.openxmlformats.org/drawingml/2006/main">
              <a:ext uri="{FF2B5EF4-FFF2-40B4-BE49-F238E27FC236}">
                <a16:creationId xmlns:a16="http://schemas.microsoft.com/office/drawing/2014/main" id="{0E444FC2-D9D7-485E-BE2E-439F8066A340}"/>
              </a:ext>
            </a:extLst>
          </p:cNvPr>
          <p:cNvSpPr>
            <a:spLocks xmlns:a="http://schemas.openxmlformats.org/drawingml/2006/main" noGrp="1"/>
          </p:cNvSpPr>
          <p:nvPr/>
        </p:nvSpPr>
        <p:spPr>
          <a:xfrm xmlns:a="http://schemas.openxmlformats.org/drawingml/2006/main">
            <a:off x="8312150" y="2028825"/>
            <a:ext cx="3060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4D399"/>
                </a:solidFill>
                <a:latin typeface="Apple SD Gothic Neo"/>
                <a:ea typeface="Apple SD Gothic Neo"/>
                <a:cs typeface="Apple SD Gothic Neo"/>
              </a:defRPr>
            </a:defPPr>
            <a:lvl1pPr algn="l">
              <a:buNone/>
              <a:defRPr sz="2100" b="1">
                <a:solidFill>
                  <a:srgbClr val="34D399"/>
                </a:solidFill>
                <a:latin typeface="Apple SD Gothic Neo"/>
                <a:ea typeface="Apple SD Gothic Neo"/>
                <a:cs typeface="Apple SD Gothic Neo"/>
              </a:defRPr>
            </a:lvl1pPr>
            <a:lvl2pPr algn="l">
              <a:buNone/>
              <a:defRPr sz="2100" b="1">
                <a:solidFill>
                  <a:srgbClr val="34D399"/>
                </a:solidFill>
                <a:latin typeface="Apple SD Gothic Neo"/>
                <a:ea typeface="Apple SD Gothic Neo"/>
                <a:cs typeface="Apple SD Gothic Neo"/>
              </a:defRPr>
            </a:lvl2pPr>
            <a:lvl3pPr algn="l">
              <a:buNone/>
              <a:defRPr sz="2100" b="1">
                <a:solidFill>
                  <a:srgbClr val="34D399"/>
                </a:solidFill>
                <a:latin typeface="Apple SD Gothic Neo"/>
                <a:ea typeface="Apple SD Gothic Neo"/>
                <a:cs typeface="Apple SD Gothic Neo"/>
              </a:defRPr>
            </a:lvl3pPr>
            <a:lvl4pPr algn="l">
              <a:buNone/>
              <a:defRPr sz="2100" b="1">
                <a:solidFill>
                  <a:srgbClr val="34D399"/>
                </a:solidFill>
                <a:latin typeface="Apple SD Gothic Neo"/>
                <a:ea typeface="Apple SD Gothic Neo"/>
                <a:cs typeface="Apple SD Gothic Neo"/>
              </a:defRPr>
            </a:lvl4pPr>
            <a:lvl5pPr algn="l">
              <a:buNone/>
              <a:defRPr sz="2100" b="1">
                <a:solidFill>
                  <a:srgbClr val="34D399"/>
                </a:solidFill>
                <a:latin typeface="Apple SD Gothic Neo"/>
                <a:ea typeface="Apple SD Gothic Neo"/>
                <a:cs typeface="Apple SD Gothic Neo"/>
              </a:defRPr>
            </a:lvl5pPr>
            <a:lvl6pPr algn="l">
              <a:buNone/>
              <a:defRPr sz="2100" b="1">
                <a:solidFill>
                  <a:srgbClr val="34D399"/>
                </a:solidFill>
                <a:latin typeface="Apple SD Gothic Neo"/>
                <a:ea typeface="Apple SD Gothic Neo"/>
                <a:cs typeface="Apple SD Gothic Neo"/>
              </a:defRPr>
            </a:lvl6pPr>
            <a:lvl7pPr algn="l">
              <a:buNone/>
              <a:defRPr sz="2100" b="1">
                <a:solidFill>
                  <a:srgbClr val="34D399"/>
                </a:solidFill>
                <a:latin typeface="Apple SD Gothic Neo"/>
                <a:ea typeface="Apple SD Gothic Neo"/>
                <a:cs typeface="Apple SD Gothic Neo"/>
              </a:defRPr>
            </a:lvl7pPr>
            <a:lvl8pPr algn="l">
              <a:buNone/>
              <a:defRPr sz="2100" b="1">
                <a:solidFill>
                  <a:srgbClr val="34D399"/>
                </a:solidFill>
                <a:latin typeface="Apple SD Gothic Neo"/>
                <a:ea typeface="Apple SD Gothic Neo"/>
                <a:cs typeface="Apple SD Gothic Neo"/>
              </a:defRPr>
            </a:lvl8pPr>
            <a:lvl9pPr algn="l">
              <a:buNone/>
              <a:defRPr sz="2100" b="1">
                <a:solidFill>
                  <a:srgbClr val="34D399"/>
                </a:solidFill>
                <a:latin typeface="Apple SD Gothic Neo"/>
                <a:ea typeface="Apple SD Gothic Neo"/>
                <a:cs typeface="Apple SD Gothic Neo"/>
              </a:defRPr>
            </a:lvl9pPr>
          </a:lstStyle>
          <a:p xmlns:a="http://schemas.openxmlformats.org/drawingml/2006/main">
            <a:pPr algn="l">
              <a:buNone/>
              <a:defRPr sz="2100" b="1">
                <a:solidFill>
                  <a:srgbClr val="34D399"/>
                </a:solidFill>
                <a:latin typeface="Apple SD Gothic Neo"/>
                <a:ea typeface="Apple SD Gothic Neo"/>
                <a:cs typeface="Apple SD Gothic Neo"/>
              </a:defRPr>
            </a:pPr>
            <a:r>
              <a:rPr sz="2100" b="1">
                <a:solidFill>
                  <a:srgbClr val="34D399"/>
                </a:solidFill>
                <a:latin typeface="Apple SD Gothic Neo"/>
                <a:ea typeface="Apple SD Gothic Neo"/>
                <a:cs typeface="Apple SD Gothic Neo"/>
              </a:rPr>
              <a:t>이번 예제 범위</a:t>
            </a:r>
          </a:p>
        </p:txBody>
      </p:sp>
      <p:sp>
        <p:nvSpPr>
          <p:cNvPr id="26" name="s03-text-46">
            <a:extLst xmlns:a="http://schemas.openxmlformats.org/drawingml/2006/main">
              <a:ext uri="{FF2B5EF4-FFF2-40B4-BE49-F238E27FC236}">
                <a16:creationId xmlns:a16="http://schemas.microsoft.com/office/drawing/2014/main" id="{6AE703BE-E880-4D0A-87CF-70D1569B89D1}"/>
              </a:ext>
            </a:extLst>
          </p:cNvPr>
          <p:cNvSpPr>
            <a:spLocks xmlns:a="http://schemas.openxmlformats.org/drawingml/2006/main" noGrp="1"/>
          </p:cNvSpPr>
          <p:nvPr/>
        </p:nvSpPr>
        <p:spPr>
          <a:xfrm xmlns:a="http://schemas.openxmlformats.org/drawingml/2006/main">
            <a:off x="8312150" y="2847975"/>
            <a:ext cx="306070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AFC"/>
                </a:solidFill>
                <a:latin typeface="Apple SD Gothic Neo"/>
                <a:ea typeface="Apple SD Gothic Neo"/>
                <a:cs typeface="Apple SD Gothic Neo"/>
              </a:defRPr>
            </a:defPPr>
            <a:lvl1pPr algn="l">
              <a:buNone/>
              <a:defRPr sz="2025" b="0">
                <a:solidFill>
                  <a:srgbClr val="F8FAFC"/>
                </a:solidFill>
                <a:latin typeface="Apple SD Gothic Neo"/>
                <a:ea typeface="Apple SD Gothic Neo"/>
                <a:cs typeface="Apple SD Gothic Neo"/>
              </a:defRPr>
            </a:lvl1pPr>
            <a:lvl2pPr algn="l">
              <a:buNone/>
              <a:defRPr sz="2025" b="0">
                <a:solidFill>
                  <a:srgbClr val="F8FAFC"/>
                </a:solidFill>
                <a:latin typeface="Apple SD Gothic Neo"/>
                <a:ea typeface="Apple SD Gothic Neo"/>
                <a:cs typeface="Apple SD Gothic Neo"/>
              </a:defRPr>
            </a:lvl2pPr>
            <a:lvl3pPr algn="l">
              <a:buNone/>
              <a:defRPr sz="2025" b="0">
                <a:solidFill>
                  <a:srgbClr val="F8FAFC"/>
                </a:solidFill>
                <a:latin typeface="Apple SD Gothic Neo"/>
                <a:ea typeface="Apple SD Gothic Neo"/>
                <a:cs typeface="Apple SD Gothic Neo"/>
              </a:defRPr>
            </a:lvl3pPr>
            <a:lvl4pPr algn="l">
              <a:buNone/>
              <a:defRPr sz="2025" b="0">
                <a:solidFill>
                  <a:srgbClr val="F8FAFC"/>
                </a:solidFill>
                <a:latin typeface="Apple SD Gothic Neo"/>
                <a:ea typeface="Apple SD Gothic Neo"/>
                <a:cs typeface="Apple SD Gothic Neo"/>
              </a:defRPr>
            </a:lvl4pPr>
            <a:lvl5pPr algn="l">
              <a:buNone/>
              <a:defRPr sz="2025" b="0">
                <a:solidFill>
                  <a:srgbClr val="F8FAFC"/>
                </a:solidFill>
                <a:latin typeface="Apple SD Gothic Neo"/>
                <a:ea typeface="Apple SD Gothic Neo"/>
                <a:cs typeface="Apple SD Gothic Neo"/>
              </a:defRPr>
            </a:lvl5pPr>
            <a:lvl6pPr algn="l">
              <a:buNone/>
              <a:defRPr sz="2025" b="0">
                <a:solidFill>
                  <a:srgbClr val="F8FAFC"/>
                </a:solidFill>
                <a:latin typeface="Apple SD Gothic Neo"/>
                <a:ea typeface="Apple SD Gothic Neo"/>
                <a:cs typeface="Apple SD Gothic Neo"/>
              </a:defRPr>
            </a:lvl6pPr>
            <a:lvl7pPr algn="l">
              <a:buNone/>
              <a:defRPr sz="2025" b="0">
                <a:solidFill>
                  <a:srgbClr val="F8FAFC"/>
                </a:solidFill>
                <a:latin typeface="Apple SD Gothic Neo"/>
                <a:ea typeface="Apple SD Gothic Neo"/>
                <a:cs typeface="Apple SD Gothic Neo"/>
              </a:defRPr>
            </a:lvl7pPr>
            <a:lvl8pPr algn="l">
              <a:buNone/>
              <a:defRPr sz="2025" b="0">
                <a:solidFill>
                  <a:srgbClr val="F8FAFC"/>
                </a:solidFill>
                <a:latin typeface="Apple SD Gothic Neo"/>
                <a:ea typeface="Apple SD Gothic Neo"/>
                <a:cs typeface="Apple SD Gothic Neo"/>
              </a:defRPr>
            </a:lvl8pPr>
            <a:lvl9pPr algn="l">
              <a:buNone/>
              <a:defRPr sz="2025" b="0">
                <a:solidFill>
                  <a:srgbClr val="F8FAFC"/>
                </a:solidFill>
                <a:latin typeface="Apple SD Gothic Neo"/>
                <a:ea typeface="Apple SD Gothic Neo"/>
                <a:cs typeface="Apple SD Gothic Neo"/>
              </a:defRPr>
            </a:lvl9pPr>
          </a:lstStyle>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단일 원천</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토픽별 1파티션</a:t>
            </a:r>
          </a:p>
        </p:txBody>
      </p:sp>
      <p:sp>
        <p:nvSpPr>
          <p:cNvPr id="27" name="s03-panel-47">
            <a:extLst xmlns:a="http://schemas.openxmlformats.org/drawingml/2006/main">
              <a:ext uri="{FF2B5EF4-FFF2-40B4-BE49-F238E27FC236}">
                <a16:creationId xmlns:a16="http://schemas.microsoft.com/office/drawing/2014/main" id="{39198901-CF90-42FA-B755-AF757D9692A9}"/>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28" name="s03-text-48">
            <a:extLst xmlns:a="http://schemas.openxmlformats.org/drawingml/2006/main">
              <a:ext uri="{FF2B5EF4-FFF2-40B4-BE49-F238E27FC236}">
                <a16:creationId xmlns:a16="http://schemas.microsoft.com/office/drawing/2014/main" id="{C9057E26-398A-4E73-88DA-C9798DEECCC5}"/>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다른 원천·다른 파티션의 offset을 전역 순서로 비교하지 않습니다</a:t>
            </a:r>
          </a:p>
        </p:txBody>
      </p:sp>
    </p:spTree>
    <p:extLst>
      <p:ext uri="{BB962C8B-B14F-4D97-AF65-F5344CB8AC3E}">
        <p14:creationId xmlns:p14="http://schemas.microsoft.com/office/powerpoint/2010/main" val="602725031"/>
      </p:ext>
    </p:extLst>
  </p:cSld>
</p:sld>
</file>

<file path=ppt/slides/slide10.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10423D12-C7CD-4E5F-B520-DCFEF4ABEBBE}"/>
              </a:ext>
            </a:extLst>
          </p:cNvPr>
          <p:cNvCxnSpPr>
            <a:stCxn xmlns:a="http://schemas.openxmlformats.org/drawingml/2006/main" id="13" idx="3"/>
            <a:endCxn xmlns:a="http://schemas.openxmlformats.org/drawingml/2006/main" id="16" idx="1"/>
          </p:cNvCxnSpPr>
          <p:nvPr/>
        </p:nvCxnSpPr>
        <p:spPr>
          <a:xfrm xmlns:a="http://schemas.openxmlformats.org/drawingml/2006/main">
            <a:off x="7715250" y="2466975"/>
            <a:ext cx="628650" cy="0"/>
          </a:xfrm>
          <a:prstGeom xmlns:a="http://schemas.openxmlformats.org/drawingml/2006/main" prst="straightConnector1">
            <a:avLst/>
          </a:prstGeom>
          <a:ln xmlns:a="http://schemas.openxmlformats.org/drawingml/2006/main" w="19050">
            <a:solidFill>
              <a:srgbClr val="22D3EE"/>
            </a:solidFill>
            <a:tailEnd type="triangle" w="med" len="med"/>
          </a:ln>
        </p:spPr>
      </p:cxnSp>
      <p:cxnSp>
        <p:nvCxnSpPr>
          <p:cNvPr id="19" name="">
            <a:extLst xmlns:a="http://schemas.openxmlformats.org/drawingml/2006/main">
              <a:ext uri="{FF2B5EF4-FFF2-40B4-BE49-F238E27FC236}">
                <a16:creationId xmlns:a16="http://schemas.microsoft.com/office/drawing/2014/main" id="{FA9E28AF-273F-4E66-8DB7-E82FC020D46D}"/>
              </a:ext>
            </a:extLst>
          </p:cNvPr>
          <p:cNvCxnSpPr>
            <a:stCxn xmlns:a="http://schemas.openxmlformats.org/drawingml/2006/main" id="10" idx="3"/>
            <a:endCxn xmlns:a="http://schemas.openxmlformats.org/drawingml/2006/main" id="13" idx="1"/>
          </p:cNvCxnSpPr>
          <p:nvPr/>
        </p:nvCxnSpPr>
        <p:spPr>
          <a:xfrm xmlns:a="http://schemas.openxmlformats.org/drawingml/2006/main">
            <a:off x="3848100" y="2466975"/>
            <a:ext cx="628650" cy="0"/>
          </a:xfrm>
          <a:prstGeom xmlns:a="http://schemas.openxmlformats.org/drawingml/2006/main" prst="straightConnector1">
            <a:avLst/>
          </a:prstGeom>
          <a:ln xmlns:a="http://schemas.openxmlformats.org/drawingml/2006/main" w="19050">
            <a:solidFill>
              <a:srgbClr val="22D3EE"/>
            </a:solidFill>
            <a:tailEnd type="triangle" w="med" len="med"/>
          </a:ln>
        </p:spPr>
      </p:cxnSp>
      <p:sp>
        <p:nvSpPr>
          <p:cNvPr id="9" name="text-46">
            <a:extLst xmlns:a="http://schemas.openxmlformats.org/drawingml/2006/main">
              <a:ext uri="{FF2B5EF4-FFF2-40B4-BE49-F238E27FC236}">
                <a16:creationId xmlns:a16="http://schemas.microsoft.com/office/drawing/2014/main" id="{D3F65DCF-B16A-4121-9FC0-34B29F1AB0E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47">
            <a:extLst xmlns:a="http://schemas.openxmlformats.org/drawingml/2006/main">
              <a:ext uri="{FF2B5EF4-FFF2-40B4-BE49-F238E27FC236}">
                <a16:creationId xmlns:a16="http://schemas.microsoft.com/office/drawing/2014/main" id="{A4AF2A9B-4790-4685-AB60-7E92F760958E}"/>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LSN은 문자열이 아니라 숫자로 비교합니다</a:t>
            </a:r>
          </a:p>
        </p:txBody>
      </p:sp>
      <p:sp>
        <p:nvSpPr>
          <p:cNvPr id="6" name="">
            <a:extLst xmlns:a="http://schemas.openxmlformats.org/drawingml/2006/main">
              <a:ext uri="{FF2B5EF4-FFF2-40B4-BE49-F238E27FC236}">
                <a16:creationId xmlns:a16="http://schemas.microsoft.com/office/drawing/2014/main" id="{99C62537-090E-4F5A-BEB0-31A70ACCD748}"/>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7" name="text-50">
            <a:extLst xmlns:a="http://schemas.openxmlformats.org/drawingml/2006/main">
              <a:ext uri="{FF2B5EF4-FFF2-40B4-BE49-F238E27FC236}">
                <a16:creationId xmlns:a16="http://schemas.microsoft.com/office/drawing/2014/main" id="{00D05031-C79D-4FF1-8B64-E29E0D6CD0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8" name="text-51">
            <a:extLst xmlns:a="http://schemas.openxmlformats.org/drawingml/2006/main">
              <a:ext uri="{FF2B5EF4-FFF2-40B4-BE49-F238E27FC236}">
                <a16:creationId xmlns:a16="http://schemas.microsoft.com/office/drawing/2014/main" id="{1D8B1809-7B23-47C6-A634-91FE4293479D}"/>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10</a:t>
            </a:r>
          </a:p>
        </p:txBody>
      </p:sp>
      <p:sp>
        <p:nvSpPr>
          <p:cNvPr id="10" name="first-flink-panel-11">
            <a:extLst xmlns:a="http://schemas.openxmlformats.org/drawingml/2006/main">
              <a:ext uri="{FF2B5EF4-FFF2-40B4-BE49-F238E27FC236}">
                <a16:creationId xmlns:a16="http://schemas.microsoft.com/office/drawing/2014/main" id="{154B38B2-59A8-450B-A475-084B1C07CD62}"/>
              </a:ext>
            </a:extLst>
          </p:cNvPr>
          <p:cNvSpPr>
            <a:spLocks xmlns:a="http://schemas.openxmlformats.org/drawingml/2006/main" noGrp="1"/>
          </p:cNvSpPr>
          <p:nvPr/>
        </p:nvSpPr>
        <p:spPr>
          <a:xfrm xmlns:a="http://schemas.openxmlformats.org/drawingml/2006/main">
            <a:off x="609600" y="1695450"/>
            <a:ext cx="3238500" cy="1543050"/>
          </a:xfrm>
          <a:prstGeom xmlns:a="http://schemas.openxmlformats.org/drawingml/2006/main" prst="roundRect">
            <a:avLst>
              <a:gd name="adj" fmla="val 5556"/>
            </a:avLst>
          </a:prstGeom>
          <a:solidFill xmlns:a="http://schemas.openxmlformats.org/drawingml/2006/main">
            <a:srgbClr val="1E293B"/>
          </a:solidFill>
          <a:ln xmlns:a="http://schemas.openxmlformats.org/drawingml/2006/main" w="9525">
            <a:solidFill>
              <a:srgbClr val="22D3EE"/>
            </a:solidFill>
          </a:ln>
        </p:spPr>
      </p:sp>
      <p:sp>
        <p:nvSpPr>
          <p:cNvPr id="11" name="first-flink-text-12">
            <a:extLst xmlns:a="http://schemas.openxmlformats.org/drawingml/2006/main">
              <a:ext uri="{FF2B5EF4-FFF2-40B4-BE49-F238E27FC236}">
                <a16:creationId xmlns:a16="http://schemas.microsoft.com/office/drawing/2014/main" id="{99F335F2-4C7C-44AE-86C8-867DBCF5CD4A}"/>
              </a:ext>
            </a:extLst>
          </p:cNvPr>
          <p:cNvSpPr>
            <a:spLocks xmlns:a="http://schemas.openxmlformats.org/drawingml/2006/main" noGrp="1"/>
          </p:cNvSpPr>
          <p:nvPr/>
        </p:nvSpPr>
        <p:spPr>
          <a:xfrm xmlns:a="http://schemas.openxmlformats.org/drawingml/2006/main">
            <a:off x="762000" y="1828800"/>
            <a:ext cx="2933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2D3EE"/>
                </a:solidFill>
                <a:latin typeface="Apple SD Gothic Neo"/>
                <a:ea typeface="Apple SD Gothic Neo"/>
                <a:cs typeface="Apple SD Gothic Neo"/>
              </a:defRPr>
            </a:defPPr>
            <a:lvl1pPr algn="l">
              <a:buNone/>
              <a:defRPr sz="1875" b="1">
                <a:solidFill>
                  <a:srgbClr val="22D3EE"/>
                </a:solidFill>
                <a:latin typeface="Apple SD Gothic Neo"/>
                <a:ea typeface="Apple SD Gothic Neo"/>
                <a:cs typeface="Apple SD Gothic Neo"/>
              </a:defRPr>
            </a:lvl1pPr>
            <a:lvl2pPr algn="l">
              <a:buNone/>
              <a:defRPr sz="1875" b="1">
                <a:solidFill>
                  <a:srgbClr val="22D3EE"/>
                </a:solidFill>
                <a:latin typeface="Apple SD Gothic Neo"/>
                <a:ea typeface="Apple SD Gothic Neo"/>
                <a:cs typeface="Apple SD Gothic Neo"/>
              </a:defRPr>
            </a:lvl2pPr>
            <a:lvl3pPr algn="l">
              <a:buNone/>
              <a:defRPr sz="1875" b="1">
                <a:solidFill>
                  <a:srgbClr val="22D3EE"/>
                </a:solidFill>
                <a:latin typeface="Apple SD Gothic Neo"/>
                <a:ea typeface="Apple SD Gothic Neo"/>
                <a:cs typeface="Apple SD Gothic Neo"/>
              </a:defRPr>
            </a:lvl3pPr>
            <a:lvl4pPr algn="l">
              <a:buNone/>
              <a:defRPr sz="1875" b="1">
                <a:solidFill>
                  <a:srgbClr val="22D3EE"/>
                </a:solidFill>
                <a:latin typeface="Apple SD Gothic Neo"/>
                <a:ea typeface="Apple SD Gothic Neo"/>
                <a:cs typeface="Apple SD Gothic Neo"/>
              </a:defRPr>
            </a:lvl4pPr>
            <a:lvl5pPr algn="l">
              <a:buNone/>
              <a:defRPr sz="1875" b="1">
                <a:solidFill>
                  <a:srgbClr val="22D3EE"/>
                </a:solidFill>
                <a:latin typeface="Apple SD Gothic Neo"/>
                <a:ea typeface="Apple SD Gothic Neo"/>
                <a:cs typeface="Apple SD Gothic Neo"/>
              </a:defRPr>
            </a:lvl5pPr>
            <a:lvl6pPr algn="l">
              <a:buNone/>
              <a:defRPr sz="1875" b="1">
                <a:solidFill>
                  <a:srgbClr val="22D3EE"/>
                </a:solidFill>
                <a:latin typeface="Apple SD Gothic Neo"/>
                <a:ea typeface="Apple SD Gothic Neo"/>
                <a:cs typeface="Apple SD Gothic Neo"/>
              </a:defRPr>
            </a:lvl6pPr>
            <a:lvl7pPr algn="l">
              <a:buNone/>
              <a:defRPr sz="1875" b="1">
                <a:solidFill>
                  <a:srgbClr val="22D3EE"/>
                </a:solidFill>
                <a:latin typeface="Apple SD Gothic Neo"/>
                <a:ea typeface="Apple SD Gothic Neo"/>
                <a:cs typeface="Apple SD Gothic Neo"/>
              </a:defRPr>
            </a:lvl7pPr>
            <a:lvl8pPr algn="l">
              <a:buNone/>
              <a:defRPr sz="1875" b="1">
                <a:solidFill>
                  <a:srgbClr val="22D3EE"/>
                </a:solidFill>
                <a:latin typeface="Apple SD Gothic Neo"/>
                <a:ea typeface="Apple SD Gothic Neo"/>
                <a:cs typeface="Apple SD Gothic Neo"/>
              </a:defRPr>
            </a:lvl8pPr>
            <a:lvl9pPr algn="l">
              <a:buNone/>
              <a:defRPr sz="1875" b="1">
                <a:solidFill>
                  <a:srgbClr val="22D3EE"/>
                </a:solidFill>
                <a:latin typeface="Apple SD Gothic Neo"/>
                <a:ea typeface="Apple SD Gothic Neo"/>
                <a:cs typeface="Apple SD Gothic Neo"/>
              </a:defRPr>
            </a:lvl9pPr>
          </a:lstStyle>
          <a:p xmlns:a="http://schemas.openxmlformats.org/drawingml/2006/main">
            <a:pPr algn="l">
              <a:buNone/>
              <a:defRPr sz="1875" b="1">
                <a:solidFill>
                  <a:srgbClr val="22D3EE"/>
                </a:solidFill>
                <a:latin typeface="Apple SD Gothic Neo"/>
                <a:ea typeface="Apple SD Gothic Neo"/>
                <a:cs typeface="Apple SD Gothic Neo"/>
              </a:defRPr>
            </a:pPr>
            <a:r>
              <a:rPr sz="1875" b="1">
                <a:solidFill>
                  <a:srgbClr val="22D3EE"/>
                </a:solidFill>
                <a:latin typeface="Apple SD Gothic Neo"/>
                <a:ea typeface="Apple SD Gothic Neo"/>
                <a:cs typeface="Apple SD Gothic Neo"/>
              </a:rPr>
              <a:t>문자열 비교</a:t>
            </a:r>
          </a:p>
        </p:txBody>
      </p:sp>
      <p:sp>
        <p:nvSpPr>
          <p:cNvPr id="12" name="first-flink-text-13">
            <a:extLst xmlns:a="http://schemas.openxmlformats.org/drawingml/2006/main">
              <a:ext uri="{FF2B5EF4-FFF2-40B4-BE49-F238E27FC236}">
                <a16:creationId xmlns:a16="http://schemas.microsoft.com/office/drawing/2014/main" id="{F772FBC8-8573-4341-BD98-5E6D20A6E8BE}"/>
              </a:ext>
            </a:extLst>
          </p:cNvPr>
          <p:cNvSpPr>
            <a:spLocks xmlns:a="http://schemas.openxmlformats.org/drawingml/2006/main" noGrp="1"/>
          </p:cNvSpPr>
          <p:nvPr/>
        </p:nvSpPr>
        <p:spPr>
          <a:xfrm xmlns:a="http://schemas.openxmlformats.org/drawingml/2006/main">
            <a:off x="762000" y="2286000"/>
            <a:ext cx="2933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8FAFC"/>
                </a:solidFill>
                <a:latin typeface="Apple SD Gothic Neo"/>
                <a:ea typeface="Apple SD Gothic Neo"/>
                <a:cs typeface="Apple SD Gothic Neo"/>
              </a:defRPr>
            </a:defPPr>
            <a:lvl1pPr algn="l">
              <a:buNone/>
              <a:defRPr sz="1725" b="0">
                <a:solidFill>
                  <a:srgbClr val="F8FAFC"/>
                </a:solidFill>
                <a:latin typeface="Apple SD Gothic Neo"/>
                <a:ea typeface="Apple SD Gothic Neo"/>
                <a:cs typeface="Apple SD Gothic Neo"/>
              </a:defRPr>
            </a:lvl1pPr>
            <a:lvl2pPr algn="l">
              <a:buNone/>
              <a:defRPr sz="1725" b="0">
                <a:solidFill>
                  <a:srgbClr val="F8FAFC"/>
                </a:solidFill>
                <a:latin typeface="Apple SD Gothic Neo"/>
                <a:ea typeface="Apple SD Gothic Neo"/>
                <a:cs typeface="Apple SD Gothic Neo"/>
              </a:defRPr>
            </a:lvl2pPr>
            <a:lvl3pPr algn="l">
              <a:buNone/>
              <a:defRPr sz="1725" b="0">
                <a:solidFill>
                  <a:srgbClr val="F8FAFC"/>
                </a:solidFill>
                <a:latin typeface="Apple SD Gothic Neo"/>
                <a:ea typeface="Apple SD Gothic Neo"/>
                <a:cs typeface="Apple SD Gothic Neo"/>
              </a:defRPr>
            </a:lvl3pPr>
            <a:lvl4pPr algn="l">
              <a:buNone/>
              <a:defRPr sz="1725" b="0">
                <a:solidFill>
                  <a:srgbClr val="F8FAFC"/>
                </a:solidFill>
                <a:latin typeface="Apple SD Gothic Neo"/>
                <a:ea typeface="Apple SD Gothic Neo"/>
                <a:cs typeface="Apple SD Gothic Neo"/>
              </a:defRPr>
            </a:lvl4pPr>
            <a:lvl5pPr algn="l">
              <a:buNone/>
              <a:defRPr sz="1725" b="0">
                <a:solidFill>
                  <a:srgbClr val="F8FAFC"/>
                </a:solidFill>
                <a:latin typeface="Apple SD Gothic Neo"/>
                <a:ea typeface="Apple SD Gothic Neo"/>
                <a:cs typeface="Apple SD Gothic Neo"/>
              </a:defRPr>
            </a:lvl5pPr>
            <a:lvl6pPr algn="l">
              <a:buNone/>
              <a:defRPr sz="1725" b="0">
                <a:solidFill>
                  <a:srgbClr val="F8FAFC"/>
                </a:solidFill>
                <a:latin typeface="Apple SD Gothic Neo"/>
                <a:ea typeface="Apple SD Gothic Neo"/>
                <a:cs typeface="Apple SD Gothic Neo"/>
              </a:defRPr>
            </a:lvl6pPr>
            <a:lvl7pPr algn="l">
              <a:buNone/>
              <a:defRPr sz="1725" b="0">
                <a:solidFill>
                  <a:srgbClr val="F8FAFC"/>
                </a:solidFill>
                <a:latin typeface="Apple SD Gothic Neo"/>
                <a:ea typeface="Apple SD Gothic Neo"/>
                <a:cs typeface="Apple SD Gothic Neo"/>
              </a:defRPr>
            </a:lvl7pPr>
            <a:lvl8pPr algn="l">
              <a:buNone/>
              <a:defRPr sz="1725" b="0">
                <a:solidFill>
                  <a:srgbClr val="F8FAFC"/>
                </a:solidFill>
                <a:latin typeface="Apple SD Gothic Neo"/>
                <a:ea typeface="Apple SD Gothic Neo"/>
                <a:cs typeface="Apple SD Gothic Neo"/>
              </a:defRPr>
            </a:lvl8pPr>
            <a:lvl9pPr algn="l">
              <a:buNone/>
              <a:defRPr sz="1725" b="0">
                <a:solidFill>
                  <a:srgbClr val="F8FAFC"/>
                </a:solidFill>
                <a:latin typeface="Apple SD Gothic Neo"/>
                <a:ea typeface="Apple SD Gothic Neo"/>
                <a:cs typeface="Apple SD Gothic Neo"/>
              </a:defRPr>
            </a:lvl9pPr>
          </a:lstStyle>
          <a:p xmlns:a="http://schemas.openxmlformats.org/drawingml/2006/main">
            <a:pPr algn="l">
              <a:buNone/>
              <a:defRPr sz="1725" b="0">
                <a:solidFill>
                  <a:srgbClr val="F8FAFC"/>
                </a:solidFill>
                <a:latin typeface="Apple SD Gothic Neo"/>
                <a:ea typeface="Apple SD Gothic Neo"/>
                <a:cs typeface="Apple SD Gothic Neo"/>
              </a:defRPr>
            </a:pPr>
            <a:r>
              <a:rPr sz="1725" b="0">
                <a:solidFill>
                  <a:srgbClr val="F8FAFC"/>
                </a:solidFill>
                <a:latin typeface="Apple SD Gothic Neo"/>
                <a:ea typeface="Apple SD Gothic Neo"/>
                <a:cs typeface="Apple SD Gothic Neo"/>
              </a:rPr>
              <a:t>문자열 내림차순은</a:t>
            </a:r>
          </a:p>
          <a:p xmlns:a="http://schemas.openxmlformats.org/drawingml/2006/main">
            <a:pPr algn="l">
              <a:buNone/>
              <a:defRPr sz="1725" b="0">
                <a:solidFill>
                  <a:srgbClr val="F8FAFC"/>
                </a:solidFill>
                <a:latin typeface="Apple SD Gothic Neo"/>
                <a:ea typeface="Apple SD Gothic Neo"/>
                <a:cs typeface="Apple SD Gothic Neo"/>
              </a:defRPr>
            </a:pPr>
            <a:r>
              <a:rPr sz="1725" b="0">
                <a:solidFill>
                  <a:srgbClr val="F8FAFC"/>
                </a:solidFill>
                <a:latin typeface="Apple SD Gothic Neo"/>
                <a:ea typeface="Apple SD Gothic Neo"/>
                <a:cs typeface="Apple SD Gothic Neo"/>
              </a:rPr>
              <a:t>'9'가 '10'보다 앞</a:t>
            </a:r>
          </a:p>
        </p:txBody>
      </p:sp>
      <p:sp>
        <p:nvSpPr>
          <p:cNvPr id="13" name="first-flink-panel-14">
            <a:extLst xmlns:a="http://schemas.openxmlformats.org/drawingml/2006/main">
              <a:ext uri="{FF2B5EF4-FFF2-40B4-BE49-F238E27FC236}">
                <a16:creationId xmlns:a16="http://schemas.microsoft.com/office/drawing/2014/main" id="{DDC08225-9885-4586-8807-4F375A3F28C6}"/>
              </a:ext>
            </a:extLst>
          </p:cNvPr>
          <p:cNvSpPr>
            <a:spLocks xmlns:a="http://schemas.openxmlformats.org/drawingml/2006/main" noGrp="1"/>
          </p:cNvSpPr>
          <p:nvPr/>
        </p:nvSpPr>
        <p:spPr>
          <a:xfrm xmlns:a="http://schemas.openxmlformats.org/drawingml/2006/main">
            <a:off x="4476750" y="1695450"/>
            <a:ext cx="3238500" cy="1543050"/>
          </a:xfrm>
          <a:prstGeom xmlns:a="http://schemas.openxmlformats.org/drawingml/2006/main" prst="roundRect">
            <a:avLst>
              <a:gd name="adj" fmla="val 5556"/>
            </a:avLst>
          </a:prstGeom>
          <a:solidFill xmlns:a="http://schemas.openxmlformats.org/drawingml/2006/main">
            <a:srgbClr val="1E293B"/>
          </a:solidFill>
          <a:ln xmlns:a="http://schemas.openxmlformats.org/drawingml/2006/main" w="9525">
            <a:solidFill>
              <a:srgbClr val="22D3EE"/>
            </a:solidFill>
          </a:ln>
        </p:spPr>
      </p:sp>
      <p:sp>
        <p:nvSpPr>
          <p:cNvPr id="14" name="first-flink-text-15">
            <a:extLst xmlns:a="http://schemas.openxmlformats.org/drawingml/2006/main">
              <a:ext uri="{FF2B5EF4-FFF2-40B4-BE49-F238E27FC236}">
                <a16:creationId xmlns:a16="http://schemas.microsoft.com/office/drawing/2014/main" id="{6CE639F7-EED9-4445-8C8C-F586683B68AB}"/>
              </a:ext>
            </a:extLst>
          </p:cNvPr>
          <p:cNvSpPr>
            <a:spLocks xmlns:a="http://schemas.openxmlformats.org/drawingml/2006/main" noGrp="1"/>
          </p:cNvSpPr>
          <p:nvPr/>
        </p:nvSpPr>
        <p:spPr>
          <a:xfrm xmlns:a="http://schemas.openxmlformats.org/drawingml/2006/main">
            <a:off x="4629150" y="1828800"/>
            <a:ext cx="2933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2D3EE"/>
                </a:solidFill>
                <a:latin typeface="Apple SD Gothic Neo"/>
                <a:ea typeface="Apple SD Gothic Neo"/>
                <a:cs typeface="Apple SD Gothic Neo"/>
              </a:defRPr>
            </a:defPPr>
            <a:lvl1pPr algn="l">
              <a:buNone/>
              <a:defRPr sz="1875" b="1">
                <a:solidFill>
                  <a:srgbClr val="22D3EE"/>
                </a:solidFill>
                <a:latin typeface="Apple SD Gothic Neo"/>
                <a:ea typeface="Apple SD Gothic Neo"/>
                <a:cs typeface="Apple SD Gothic Neo"/>
              </a:defRPr>
            </a:lvl1pPr>
            <a:lvl2pPr algn="l">
              <a:buNone/>
              <a:defRPr sz="1875" b="1">
                <a:solidFill>
                  <a:srgbClr val="22D3EE"/>
                </a:solidFill>
                <a:latin typeface="Apple SD Gothic Neo"/>
                <a:ea typeface="Apple SD Gothic Neo"/>
                <a:cs typeface="Apple SD Gothic Neo"/>
              </a:defRPr>
            </a:lvl2pPr>
            <a:lvl3pPr algn="l">
              <a:buNone/>
              <a:defRPr sz="1875" b="1">
                <a:solidFill>
                  <a:srgbClr val="22D3EE"/>
                </a:solidFill>
                <a:latin typeface="Apple SD Gothic Neo"/>
                <a:ea typeface="Apple SD Gothic Neo"/>
                <a:cs typeface="Apple SD Gothic Neo"/>
              </a:defRPr>
            </a:lvl3pPr>
            <a:lvl4pPr algn="l">
              <a:buNone/>
              <a:defRPr sz="1875" b="1">
                <a:solidFill>
                  <a:srgbClr val="22D3EE"/>
                </a:solidFill>
                <a:latin typeface="Apple SD Gothic Neo"/>
                <a:ea typeface="Apple SD Gothic Neo"/>
                <a:cs typeface="Apple SD Gothic Neo"/>
              </a:defRPr>
            </a:lvl4pPr>
            <a:lvl5pPr algn="l">
              <a:buNone/>
              <a:defRPr sz="1875" b="1">
                <a:solidFill>
                  <a:srgbClr val="22D3EE"/>
                </a:solidFill>
                <a:latin typeface="Apple SD Gothic Neo"/>
                <a:ea typeface="Apple SD Gothic Neo"/>
                <a:cs typeface="Apple SD Gothic Neo"/>
              </a:defRPr>
            </a:lvl5pPr>
            <a:lvl6pPr algn="l">
              <a:buNone/>
              <a:defRPr sz="1875" b="1">
                <a:solidFill>
                  <a:srgbClr val="22D3EE"/>
                </a:solidFill>
                <a:latin typeface="Apple SD Gothic Neo"/>
                <a:ea typeface="Apple SD Gothic Neo"/>
                <a:cs typeface="Apple SD Gothic Neo"/>
              </a:defRPr>
            </a:lvl6pPr>
            <a:lvl7pPr algn="l">
              <a:buNone/>
              <a:defRPr sz="1875" b="1">
                <a:solidFill>
                  <a:srgbClr val="22D3EE"/>
                </a:solidFill>
                <a:latin typeface="Apple SD Gothic Neo"/>
                <a:ea typeface="Apple SD Gothic Neo"/>
                <a:cs typeface="Apple SD Gothic Neo"/>
              </a:defRPr>
            </a:lvl7pPr>
            <a:lvl8pPr algn="l">
              <a:buNone/>
              <a:defRPr sz="1875" b="1">
                <a:solidFill>
                  <a:srgbClr val="22D3EE"/>
                </a:solidFill>
                <a:latin typeface="Apple SD Gothic Neo"/>
                <a:ea typeface="Apple SD Gothic Neo"/>
                <a:cs typeface="Apple SD Gothic Neo"/>
              </a:defRPr>
            </a:lvl8pPr>
            <a:lvl9pPr algn="l">
              <a:buNone/>
              <a:defRPr sz="1875" b="1">
                <a:solidFill>
                  <a:srgbClr val="22D3EE"/>
                </a:solidFill>
                <a:latin typeface="Apple SD Gothic Neo"/>
                <a:ea typeface="Apple SD Gothic Neo"/>
                <a:cs typeface="Apple SD Gothic Neo"/>
              </a:defRPr>
            </a:lvl9pPr>
          </a:lstStyle>
          <a:p xmlns:a="http://schemas.openxmlformats.org/drawingml/2006/main">
            <a:pPr algn="l">
              <a:buNone/>
              <a:defRPr sz="1875" b="1">
                <a:solidFill>
                  <a:srgbClr val="22D3EE"/>
                </a:solidFill>
                <a:latin typeface="Apple SD Gothic Neo"/>
                <a:ea typeface="Apple SD Gothic Neo"/>
                <a:cs typeface="Apple SD Gothic Neo"/>
              </a:defRPr>
            </a:pPr>
            <a:r>
              <a:rPr sz="1875" b="1">
                <a:solidFill>
                  <a:srgbClr val="22D3EE"/>
                </a:solidFill>
                <a:latin typeface="Apple SD Gothic Neo"/>
                <a:ea typeface="Apple SD Gothic Neo"/>
                <a:cs typeface="Apple SD Gothic Neo"/>
              </a:rPr>
              <a:t>숫자 비교</a:t>
            </a:r>
          </a:p>
        </p:txBody>
      </p:sp>
      <p:sp>
        <p:nvSpPr>
          <p:cNvPr id="15" name="first-flink-text-16">
            <a:extLst xmlns:a="http://schemas.openxmlformats.org/drawingml/2006/main">
              <a:ext uri="{FF2B5EF4-FFF2-40B4-BE49-F238E27FC236}">
                <a16:creationId xmlns:a16="http://schemas.microsoft.com/office/drawing/2014/main" id="{76CEE14C-A6E9-4BE3-ACBB-29C2E99DF1CB}"/>
              </a:ext>
            </a:extLst>
          </p:cNvPr>
          <p:cNvSpPr>
            <a:spLocks xmlns:a="http://schemas.openxmlformats.org/drawingml/2006/main" noGrp="1"/>
          </p:cNvSpPr>
          <p:nvPr/>
        </p:nvSpPr>
        <p:spPr>
          <a:xfrm xmlns:a="http://schemas.openxmlformats.org/drawingml/2006/main">
            <a:off x="4629150" y="2286000"/>
            <a:ext cx="2933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8FAFC"/>
                </a:solidFill>
                <a:latin typeface="Apple SD Gothic Neo"/>
                <a:ea typeface="Apple SD Gothic Neo"/>
                <a:cs typeface="Apple SD Gothic Neo"/>
              </a:defRPr>
            </a:defPPr>
            <a:lvl1pPr algn="l">
              <a:buNone/>
              <a:defRPr sz="1725" b="0">
                <a:solidFill>
                  <a:srgbClr val="F8FAFC"/>
                </a:solidFill>
                <a:latin typeface="Apple SD Gothic Neo"/>
                <a:ea typeface="Apple SD Gothic Neo"/>
                <a:cs typeface="Apple SD Gothic Neo"/>
              </a:defRPr>
            </a:lvl1pPr>
            <a:lvl2pPr algn="l">
              <a:buNone/>
              <a:defRPr sz="1725" b="0">
                <a:solidFill>
                  <a:srgbClr val="F8FAFC"/>
                </a:solidFill>
                <a:latin typeface="Apple SD Gothic Neo"/>
                <a:ea typeface="Apple SD Gothic Neo"/>
                <a:cs typeface="Apple SD Gothic Neo"/>
              </a:defRPr>
            </a:lvl2pPr>
            <a:lvl3pPr algn="l">
              <a:buNone/>
              <a:defRPr sz="1725" b="0">
                <a:solidFill>
                  <a:srgbClr val="F8FAFC"/>
                </a:solidFill>
                <a:latin typeface="Apple SD Gothic Neo"/>
                <a:ea typeface="Apple SD Gothic Neo"/>
                <a:cs typeface="Apple SD Gothic Neo"/>
              </a:defRPr>
            </a:lvl3pPr>
            <a:lvl4pPr algn="l">
              <a:buNone/>
              <a:defRPr sz="1725" b="0">
                <a:solidFill>
                  <a:srgbClr val="F8FAFC"/>
                </a:solidFill>
                <a:latin typeface="Apple SD Gothic Neo"/>
                <a:ea typeface="Apple SD Gothic Neo"/>
                <a:cs typeface="Apple SD Gothic Neo"/>
              </a:defRPr>
            </a:lvl4pPr>
            <a:lvl5pPr algn="l">
              <a:buNone/>
              <a:defRPr sz="1725" b="0">
                <a:solidFill>
                  <a:srgbClr val="F8FAFC"/>
                </a:solidFill>
                <a:latin typeface="Apple SD Gothic Neo"/>
                <a:ea typeface="Apple SD Gothic Neo"/>
                <a:cs typeface="Apple SD Gothic Neo"/>
              </a:defRPr>
            </a:lvl5pPr>
            <a:lvl6pPr algn="l">
              <a:buNone/>
              <a:defRPr sz="1725" b="0">
                <a:solidFill>
                  <a:srgbClr val="F8FAFC"/>
                </a:solidFill>
                <a:latin typeface="Apple SD Gothic Neo"/>
                <a:ea typeface="Apple SD Gothic Neo"/>
                <a:cs typeface="Apple SD Gothic Neo"/>
              </a:defRPr>
            </a:lvl6pPr>
            <a:lvl7pPr algn="l">
              <a:buNone/>
              <a:defRPr sz="1725" b="0">
                <a:solidFill>
                  <a:srgbClr val="F8FAFC"/>
                </a:solidFill>
                <a:latin typeface="Apple SD Gothic Neo"/>
                <a:ea typeface="Apple SD Gothic Neo"/>
                <a:cs typeface="Apple SD Gothic Neo"/>
              </a:defRPr>
            </a:lvl7pPr>
            <a:lvl8pPr algn="l">
              <a:buNone/>
              <a:defRPr sz="1725" b="0">
                <a:solidFill>
                  <a:srgbClr val="F8FAFC"/>
                </a:solidFill>
                <a:latin typeface="Apple SD Gothic Neo"/>
                <a:ea typeface="Apple SD Gothic Neo"/>
                <a:cs typeface="Apple SD Gothic Neo"/>
              </a:defRPr>
            </a:lvl8pPr>
            <a:lvl9pPr algn="l">
              <a:buNone/>
              <a:defRPr sz="1725" b="0">
                <a:solidFill>
                  <a:srgbClr val="F8FAFC"/>
                </a:solidFill>
                <a:latin typeface="Apple SD Gothic Neo"/>
                <a:ea typeface="Apple SD Gothic Neo"/>
                <a:cs typeface="Apple SD Gothic Neo"/>
              </a:defRPr>
            </a:lvl9pPr>
          </a:lstStyle>
          <a:p xmlns:a="http://schemas.openxmlformats.org/drawingml/2006/main">
            <a:pPr algn="l">
              <a:buNone/>
              <a:defRPr sz="1725" b="0">
                <a:solidFill>
                  <a:srgbClr val="F8FAFC"/>
                </a:solidFill>
                <a:latin typeface="Apple SD Gothic Neo"/>
                <a:ea typeface="Apple SD Gothic Neo"/>
                <a:cs typeface="Apple SD Gothic Neo"/>
              </a:defRPr>
            </a:pPr>
            <a:r>
              <a:rPr sz="1725" b="0">
                <a:solidFill>
                  <a:srgbClr val="F8FAFC"/>
                </a:solidFill>
                <a:latin typeface="Apple SD Gothic Neo"/>
                <a:ea typeface="Apple SD Gothic Neo"/>
                <a:cs typeface="Apple SD Gothic Neo"/>
              </a:rPr>
              <a:t>BIGINT 10이</a:t>
            </a:r>
          </a:p>
          <a:p xmlns:a="http://schemas.openxmlformats.org/drawingml/2006/main">
            <a:pPr algn="l">
              <a:buNone/>
              <a:defRPr sz="1725" b="0">
                <a:solidFill>
                  <a:srgbClr val="F8FAFC"/>
                </a:solidFill>
                <a:latin typeface="Apple SD Gothic Neo"/>
                <a:ea typeface="Apple SD Gothic Neo"/>
                <a:cs typeface="Apple SD Gothic Neo"/>
              </a:defRPr>
            </a:pPr>
            <a:r>
              <a:rPr sz="1725" b="0">
                <a:solidFill>
                  <a:srgbClr val="F8FAFC"/>
                </a:solidFill>
                <a:latin typeface="Apple SD Gothic Neo"/>
                <a:ea typeface="Apple SD Gothic Neo"/>
                <a:cs typeface="Apple SD Gothic Neo"/>
              </a:rPr>
              <a:t>BIGINT 9보다 큽니다</a:t>
            </a:r>
          </a:p>
        </p:txBody>
      </p:sp>
      <p:sp>
        <p:nvSpPr>
          <p:cNvPr id="16" name="first-flink-panel-17">
            <a:extLst xmlns:a="http://schemas.openxmlformats.org/drawingml/2006/main">
              <a:ext uri="{FF2B5EF4-FFF2-40B4-BE49-F238E27FC236}">
                <a16:creationId xmlns:a16="http://schemas.microsoft.com/office/drawing/2014/main" id="{CEE424CD-DF9D-4A3E-AB7A-614B05ABBA79}"/>
              </a:ext>
            </a:extLst>
          </p:cNvPr>
          <p:cNvSpPr>
            <a:spLocks xmlns:a="http://schemas.openxmlformats.org/drawingml/2006/main" noGrp="1"/>
          </p:cNvSpPr>
          <p:nvPr/>
        </p:nvSpPr>
        <p:spPr>
          <a:xfrm xmlns:a="http://schemas.openxmlformats.org/drawingml/2006/main">
            <a:off x="8343900" y="1695450"/>
            <a:ext cx="3238500" cy="1543050"/>
          </a:xfrm>
          <a:prstGeom xmlns:a="http://schemas.openxmlformats.org/drawingml/2006/main" prst="roundRect">
            <a:avLst>
              <a:gd name="adj" fmla="val 5556"/>
            </a:avLst>
          </a:prstGeom>
          <a:solidFill xmlns:a="http://schemas.openxmlformats.org/drawingml/2006/main">
            <a:srgbClr val="1E293B"/>
          </a:solidFill>
          <a:ln xmlns:a="http://schemas.openxmlformats.org/drawingml/2006/main" w="9525">
            <a:solidFill>
              <a:srgbClr val="22D3EE"/>
            </a:solidFill>
          </a:ln>
        </p:spPr>
      </p:sp>
      <p:sp>
        <p:nvSpPr>
          <p:cNvPr id="17" name="first-flink-text-18">
            <a:extLst xmlns:a="http://schemas.openxmlformats.org/drawingml/2006/main">
              <a:ext uri="{FF2B5EF4-FFF2-40B4-BE49-F238E27FC236}">
                <a16:creationId xmlns:a16="http://schemas.microsoft.com/office/drawing/2014/main" id="{19C5F11A-8C6B-40E4-8972-ECDAAB8DDFBC}"/>
              </a:ext>
            </a:extLst>
          </p:cNvPr>
          <p:cNvSpPr>
            <a:spLocks xmlns:a="http://schemas.openxmlformats.org/drawingml/2006/main" noGrp="1"/>
          </p:cNvSpPr>
          <p:nvPr/>
        </p:nvSpPr>
        <p:spPr>
          <a:xfrm xmlns:a="http://schemas.openxmlformats.org/drawingml/2006/main">
            <a:off x="8496300" y="1828800"/>
            <a:ext cx="2933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2D3EE"/>
                </a:solidFill>
                <a:latin typeface="Apple SD Gothic Neo"/>
                <a:ea typeface="Apple SD Gothic Neo"/>
                <a:cs typeface="Apple SD Gothic Neo"/>
              </a:defRPr>
            </a:defPPr>
            <a:lvl1pPr algn="l">
              <a:buNone/>
              <a:defRPr sz="1875" b="1">
                <a:solidFill>
                  <a:srgbClr val="22D3EE"/>
                </a:solidFill>
                <a:latin typeface="Apple SD Gothic Neo"/>
                <a:ea typeface="Apple SD Gothic Neo"/>
                <a:cs typeface="Apple SD Gothic Neo"/>
              </a:defRPr>
            </a:lvl1pPr>
            <a:lvl2pPr algn="l">
              <a:buNone/>
              <a:defRPr sz="1875" b="1">
                <a:solidFill>
                  <a:srgbClr val="22D3EE"/>
                </a:solidFill>
                <a:latin typeface="Apple SD Gothic Neo"/>
                <a:ea typeface="Apple SD Gothic Neo"/>
                <a:cs typeface="Apple SD Gothic Neo"/>
              </a:defRPr>
            </a:lvl2pPr>
            <a:lvl3pPr algn="l">
              <a:buNone/>
              <a:defRPr sz="1875" b="1">
                <a:solidFill>
                  <a:srgbClr val="22D3EE"/>
                </a:solidFill>
                <a:latin typeface="Apple SD Gothic Neo"/>
                <a:ea typeface="Apple SD Gothic Neo"/>
                <a:cs typeface="Apple SD Gothic Neo"/>
              </a:defRPr>
            </a:lvl3pPr>
            <a:lvl4pPr algn="l">
              <a:buNone/>
              <a:defRPr sz="1875" b="1">
                <a:solidFill>
                  <a:srgbClr val="22D3EE"/>
                </a:solidFill>
                <a:latin typeface="Apple SD Gothic Neo"/>
                <a:ea typeface="Apple SD Gothic Neo"/>
                <a:cs typeface="Apple SD Gothic Neo"/>
              </a:defRPr>
            </a:lvl4pPr>
            <a:lvl5pPr algn="l">
              <a:buNone/>
              <a:defRPr sz="1875" b="1">
                <a:solidFill>
                  <a:srgbClr val="22D3EE"/>
                </a:solidFill>
                <a:latin typeface="Apple SD Gothic Neo"/>
                <a:ea typeface="Apple SD Gothic Neo"/>
                <a:cs typeface="Apple SD Gothic Neo"/>
              </a:defRPr>
            </a:lvl5pPr>
            <a:lvl6pPr algn="l">
              <a:buNone/>
              <a:defRPr sz="1875" b="1">
                <a:solidFill>
                  <a:srgbClr val="22D3EE"/>
                </a:solidFill>
                <a:latin typeface="Apple SD Gothic Neo"/>
                <a:ea typeface="Apple SD Gothic Neo"/>
                <a:cs typeface="Apple SD Gothic Neo"/>
              </a:defRPr>
            </a:lvl6pPr>
            <a:lvl7pPr algn="l">
              <a:buNone/>
              <a:defRPr sz="1875" b="1">
                <a:solidFill>
                  <a:srgbClr val="22D3EE"/>
                </a:solidFill>
                <a:latin typeface="Apple SD Gothic Neo"/>
                <a:ea typeface="Apple SD Gothic Neo"/>
                <a:cs typeface="Apple SD Gothic Neo"/>
              </a:defRPr>
            </a:lvl7pPr>
            <a:lvl8pPr algn="l">
              <a:buNone/>
              <a:defRPr sz="1875" b="1">
                <a:solidFill>
                  <a:srgbClr val="22D3EE"/>
                </a:solidFill>
                <a:latin typeface="Apple SD Gothic Neo"/>
                <a:ea typeface="Apple SD Gothic Neo"/>
                <a:cs typeface="Apple SD Gothic Neo"/>
              </a:defRPr>
            </a:lvl8pPr>
            <a:lvl9pPr algn="l">
              <a:buNone/>
              <a:defRPr sz="1875" b="1">
                <a:solidFill>
                  <a:srgbClr val="22D3EE"/>
                </a:solidFill>
                <a:latin typeface="Apple SD Gothic Neo"/>
                <a:ea typeface="Apple SD Gothic Neo"/>
                <a:cs typeface="Apple SD Gothic Neo"/>
              </a:defRPr>
            </a:lvl9pPr>
          </a:lstStyle>
          <a:p xmlns:a="http://schemas.openxmlformats.org/drawingml/2006/main">
            <a:pPr algn="l">
              <a:buNone/>
              <a:defRPr sz="1875" b="1">
                <a:solidFill>
                  <a:srgbClr val="22D3EE"/>
                </a:solidFill>
                <a:latin typeface="Apple SD Gothic Neo"/>
                <a:ea typeface="Apple SD Gothic Neo"/>
                <a:cs typeface="Apple SD Gothic Neo"/>
              </a:defRPr>
            </a:pPr>
            <a:r>
              <a:rPr sz="1875" b="1">
                <a:solidFill>
                  <a:srgbClr val="22D3EE"/>
                </a:solidFill>
                <a:latin typeface="Apple SD Gothic Neo"/>
                <a:ea typeface="Apple SD Gothic Neo"/>
                <a:cs typeface="Apple SD Gothic Neo"/>
              </a:rPr>
              <a:t>변환 실패</a:t>
            </a:r>
          </a:p>
        </p:txBody>
      </p:sp>
      <p:sp>
        <p:nvSpPr>
          <p:cNvPr id="18" name="first-flink-text-19">
            <a:extLst xmlns:a="http://schemas.openxmlformats.org/drawingml/2006/main">
              <a:ext uri="{FF2B5EF4-FFF2-40B4-BE49-F238E27FC236}">
                <a16:creationId xmlns:a16="http://schemas.microsoft.com/office/drawing/2014/main" id="{762E460C-14EA-4870-83D1-D2B6DE000F69}"/>
              </a:ext>
            </a:extLst>
          </p:cNvPr>
          <p:cNvSpPr>
            <a:spLocks xmlns:a="http://schemas.openxmlformats.org/drawingml/2006/main" noGrp="1"/>
          </p:cNvSpPr>
          <p:nvPr/>
        </p:nvSpPr>
        <p:spPr>
          <a:xfrm xmlns:a="http://schemas.openxmlformats.org/drawingml/2006/main">
            <a:off x="8496300" y="2286000"/>
            <a:ext cx="2933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F8FAFC"/>
                </a:solidFill>
                <a:latin typeface="Apple SD Gothic Neo"/>
                <a:ea typeface="Apple SD Gothic Neo"/>
                <a:cs typeface="Apple SD Gothic Neo"/>
              </a:defRPr>
            </a:defPPr>
            <a:lvl1pPr algn="l">
              <a:buNone/>
              <a:defRPr sz="1725" b="0">
                <a:solidFill>
                  <a:srgbClr val="F8FAFC"/>
                </a:solidFill>
                <a:latin typeface="Apple SD Gothic Neo"/>
                <a:ea typeface="Apple SD Gothic Neo"/>
                <a:cs typeface="Apple SD Gothic Neo"/>
              </a:defRPr>
            </a:lvl1pPr>
            <a:lvl2pPr algn="l">
              <a:buNone/>
              <a:defRPr sz="1725" b="0">
                <a:solidFill>
                  <a:srgbClr val="F8FAFC"/>
                </a:solidFill>
                <a:latin typeface="Apple SD Gothic Neo"/>
                <a:ea typeface="Apple SD Gothic Neo"/>
                <a:cs typeface="Apple SD Gothic Neo"/>
              </a:defRPr>
            </a:lvl2pPr>
            <a:lvl3pPr algn="l">
              <a:buNone/>
              <a:defRPr sz="1725" b="0">
                <a:solidFill>
                  <a:srgbClr val="F8FAFC"/>
                </a:solidFill>
                <a:latin typeface="Apple SD Gothic Neo"/>
                <a:ea typeface="Apple SD Gothic Neo"/>
                <a:cs typeface="Apple SD Gothic Neo"/>
              </a:defRPr>
            </a:lvl3pPr>
            <a:lvl4pPr algn="l">
              <a:buNone/>
              <a:defRPr sz="1725" b="0">
                <a:solidFill>
                  <a:srgbClr val="F8FAFC"/>
                </a:solidFill>
                <a:latin typeface="Apple SD Gothic Neo"/>
                <a:ea typeface="Apple SD Gothic Neo"/>
                <a:cs typeface="Apple SD Gothic Neo"/>
              </a:defRPr>
            </a:lvl4pPr>
            <a:lvl5pPr algn="l">
              <a:buNone/>
              <a:defRPr sz="1725" b="0">
                <a:solidFill>
                  <a:srgbClr val="F8FAFC"/>
                </a:solidFill>
                <a:latin typeface="Apple SD Gothic Neo"/>
                <a:ea typeface="Apple SD Gothic Neo"/>
                <a:cs typeface="Apple SD Gothic Neo"/>
              </a:defRPr>
            </a:lvl5pPr>
            <a:lvl6pPr algn="l">
              <a:buNone/>
              <a:defRPr sz="1725" b="0">
                <a:solidFill>
                  <a:srgbClr val="F8FAFC"/>
                </a:solidFill>
                <a:latin typeface="Apple SD Gothic Neo"/>
                <a:ea typeface="Apple SD Gothic Neo"/>
                <a:cs typeface="Apple SD Gothic Neo"/>
              </a:defRPr>
            </a:lvl6pPr>
            <a:lvl7pPr algn="l">
              <a:buNone/>
              <a:defRPr sz="1725" b="0">
                <a:solidFill>
                  <a:srgbClr val="F8FAFC"/>
                </a:solidFill>
                <a:latin typeface="Apple SD Gothic Neo"/>
                <a:ea typeface="Apple SD Gothic Neo"/>
                <a:cs typeface="Apple SD Gothic Neo"/>
              </a:defRPr>
            </a:lvl7pPr>
            <a:lvl8pPr algn="l">
              <a:buNone/>
              <a:defRPr sz="1725" b="0">
                <a:solidFill>
                  <a:srgbClr val="F8FAFC"/>
                </a:solidFill>
                <a:latin typeface="Apple SD Gothic Neo"/>
                <a:ea typeface="Apple SD Gothic Neo"/>
                <a:cs typeface="Apple SD Gothic Neo"/>
              </a:defRPr>
            </a:lvl8pPr>
            <a:lvl9pPr algn="l">
              <a:buNone/>
              <a:defRPr sz="1725" b="0">
                <a:solidFill>
                  <a:srgbClr val="F8FAFC"/>
                </a:solidFill>
                <a:latin typeface="Apple SD Gothic Neo"/>
                <a:ea typeface="Apple SD Gothic Neo"/>
                <a:cs typeface="Apple SD Gothic Neo"/>
              </a:defRPr>
            </a:lvl9pPr>
          </a:lstStyle>
          <a:p xmlns:a="http://schemas.openxmlformats.org/drawingml/2006/main">
            <a:pPr algn="l">
              <a:buNone/>
              <a:defRPr sz="1725" b="0">
                <a:solidFill>
                  <a:srgbClr val="F8FAFC"/>
                </a:solidFill>
                <a:latin typeface="Apple SD Gothic Neo"/>
                <a:ea typeface="Apple SD Gothic Neo"/>
                <a:cs typeface="Apple SD Gothic Neo"/>
              </a:defRPr>
            </a:pPr>
            <a:r>
              <a:rPr sz="1725" b="0">
                <a:solidFill>
                  <a:srgbClr val="F8FAFC"/>
                </a:solidFill>
                <a:latin typeface="Apple SD Gothic Neo"/>
                <a:ea typeface="Apple SD Gothic Neo"/>
                <a:cs typeface="Apple SD Gothic Neo"/>
              </a:rPr>
              <a:t>기본 CAST는 NULL 반환</a:t>
            </a:r>
          </a:p>
          <a:p xmlns:a="http://schemas.openxmlformats.org/drawingml/2006/main">
            <a:pPr algn="l">
              <a:buNone/>
              <a:defRPr sz="1725" b="0">
                <a:solidFill>
                  <a:srgbClr val="F8FAFC"/>
                </a:solidFill>
                <a:latin typeface="Apple SD Gothic Neo"/>
                <a:ea typeface="Apple SD Gothic Neo"/>
                <a:cs typeface="Apple SD Gothic Neo"/>
              </a:defRPr>
            </a:pPr>
            <a:r>
              <a:rPr sz="1725" b="0">
                <a:solidFill>
                  <a:srgbClr val="F8FAFC"/>
                </a:solidFill>
                <a:latin typeface="Apple SD Gothic Neo"/>
                <a:ea typeface="Apple SD Gothic Neo"/>
                <a:cs typeface="Apple SD Gothic Neo"/>
              </a:rPr>
              <a:t>실행기가 MERGE 전 중단</a:t>
            </a:r>
          </a:p>
        </p:txBody>
      </p:sp>
      <p:sp>
        <p:nvSpPr>
          <p:cNvPr id="21" name="first-flink-panel-20">
            <a:extLst xmlns:a="http://schemas.openxmlformats.org/drawingml/2006/main">
              <a:ext uri="{FF2B5EF4-FFF2-40B4-BE49-F238E27FC236}">
                <a16:creationId xmlns:a16="http://schemas.microsoft.com/office/drawing/2014/main" id="{A02565A3-ACB2-4B13-80EA-7C48FEADAC65}"/>
              </a:ext>
            </a:extLst>
          </p:cNvPr>
          <p:cNvSpPr>
            <a:spLocks xmlns:a="http://schemas.openxmlformats.org/drawingml/2006/main" noGrp="1"/>
          </p:cNvSpPr>
          <p:nvPr/>
        </p:nvSpPr>
        <p:spPr>
          <a:xfrm xmlns:a="http://schemas.openxmlformats.org/drawingml/2006/main">
            <a:off x="609600" y="3467100"/>
            <a:ext cx="10972800" cy="1819275"/>
          </a:xfrm>
          <a:prstGeom xmlns:a="http://schemas.openxmlformats.org/drawingml/2006/main" prst="roundRect">
            <a:avLst>
              <a:gd name="adj" fmla="val 4712"/>
            </a:avLst>
          </a:prstGeom>
          <a:solidFill xmlns:a="http://schemas.openxmlformats.org/drawingml/2006/main">
            <a:srgbClr val="182235"/>
          </a:solidFill>
          <a:ln xmlns:a="http://schemas.openxmlformats.org/drawingml/2006/main" w="9525">
            <a:solidFill>
              <a:srgbClr val="334155"/>
            </a:solidFill>
          </a:ln>
        </p:spPr>
      </p:sp>
      <p:sp>
        <p:nvSpPr>
          <p:cNvPr id="22" name="first-flink-text-21">
            <a:extLst xmlns:a="http://schemas.openxmlformats.org/drawingml/2006/main">
              <a:ext uri="{FF2B5EF4-FFF2-40B4-BE49-F238E27FC236}">
                <a16:creationId xmlns:a16="http://schemas.microsoft.com/office/drawing/2014/main" id="{70F90256-F996-487A-9895-069E9AD42313}"/>
              </a:ext>
            </a:extLst>
          </p:cNvPr>
          <p:cNvSpPr>
            <a:spLocks xmlns:a="http://schemas.openxmlformats.org/drawingml/2006/main" noGrp="1"/>
          </p:cNvSpPr>
          <p:nvPr/>
        </p:nvSpPr>
        <p:spPr>
          <a:xfrm xmlns:a="http://schemas.openxmlformats.org/drawingml/2006/main">
            <a:off x="800100" y="3581400"/>
            <a:ext cx="10572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8FAFC"/>
                </a:solidFill>
                <a:latin typeface="Apple SD Gothic Neo"/>
                <a:ea typeface="Apple SD Gothic Neo"/>
                <a:cs typeface="Apple SD Gothic Neo"/>
              </a:defRPr>
            </a:defPPr>
            <a:lvl1pPr algn="l">
              <a:buNone/>
              <a:defRPr sz="1650" b="0">
                <a:solidFill>
                  <a:srgbClr val="F8FAFC"/>
                </a:solidFill>
                <a:latin typeface="Apple SD Gothic Neo"/>
                <a:ea typeface="Apple SD Gothic Neo"/>
                <a:cs typeface="Apple SD Gothic Neo"/>
              </a:defRPr>
            </a:lvl1pPr>
            <a:lvl2pPr algn="l">
              <a:buNone/>
              <a:defRPr sz="1650" b="0">
                <a:solidFill>
                  <a:srgbClr val="F8FAFC"/>
                </a:solidFill>
                <a:latin typeface="Apple SD Gothic Neo"/>
                <a:ea typeface="Apple SD Gothic Neo"/>
                <a:cs typeface="Apple SD Gothic Neo"/>
              </a:defRPr>
            </a:lvl2pPr>
            <a:lvl3pPr algn="l">
              <a:buNone/>
              <a:defRPr sz="1650" b="0">
                <a:solidFill>
                  <a:srgbClr val="F8FAFC"/>
                </a:solidFill>
                <a:latin typeface="Apple SD Gothic Neo"/>
                <a:ea typeface="Apple SD Gothic Neo"/>
                <a:cs typeface="Apple SD Gothic Neo"/>
              </a:defRPr>
            </a:lvl3pPr>
            <a:lvl4pPr algn="l">
              <a:buNone/>
              <a:defRPr sz="1650" b="0">
                <a:solidFill>
                  <a:srgbClr val="F8FAFC"/>
                </a:solidFill>
                <a:latin typeface="Apple SD Gothic Neo"/>
                <a:ea typeface="Apple SD Gothic Neo"/>
                <a:cs typeface="Apple SD Gothic Neo"/>
              </a:defRPr>
            </a:lvl4pPr>
            <a:lvl5pPr algn="l">
              <a:buNone/>
              <a:defRPr sz="1650" b="0">
                <a:solidFill>
                  <a:srgbClr val="F8FAFC"/>
                </a:solidFill>
                <a:latin typeface="Apple SD Gothic Neo"/>
                <a:ea typeface="Apple SD Gothic Neo"/>
                <a:cs typeface="Apple SD Gothic Neo"/>
              </a:defRPr>
            </a:lvl5pPr>
            <a:lvl6pPr algn="l">
              <a:buNone/>
              <a:defRPr sz="1650" b="0">
                <a:solidFill>
                  <a:srgbClr val="F8FAFC"/>
                </a:solidFill>
                <a:latin typeface="Apple SD Gothic Neo"/>
                <a:ea typeface="Apple SD Gothic Neo"/>
                <a:cs typeface="Apple SD Gothic Neo"/>
              </a:defRPr>
            </a:lvl6pPr>
            <a:lvl7pPr algn="l">
              <a:buNone/>
              <a:defRPr sz="1650" b="0">
                <a:solidFill>
                  <a:srgbClr val="F8FAFC"/>
                </a:solidFill>
                <a:latin typeface="Apple SD Gothic Neo"/>
                <a:ea typeface="Apple SD Gothic Neo"/>
                <a:cs typeface="Apple SD Gothic Neo"/>
              </a:defRPr>
            </a:lvl7pPr>
            <a:lvl8pPr algn="l">
              <a:buNone/>
              <a:defRPr sz="1650" b="0">
                <a:solidFill>
                  <a:srgbClr val="F8FAFC"/>
                </a:solidFill>
                <a:latin typeface="Apple SD Gothic Neo"/>
                <a:ea typeface="Apple SD Gothic Neo"/>
                <a:cs typeface="Apple SD Gothic Neo"/>
              </a:defRPr>
            </a:lvl8pPr>
            <a:lvl9pPr algn="l">
              <a:buNone/>
              <a:defRPr sz="1650" b="0">
                <a:solidFill>
                  <a:srgbClr val="F8FAFC"/>
                </a:solidFill>
                <a:latin typeface="Apple SD Gothic Neo"/>
                <a:ea typeface="Apple SD Gothic Neo"/>
                <a:cs typeface="Apple SD Gothic Neo"/>
              </a:defRPr>
            </a:lvl9pPr>
          </a:lstStyle>
          <a:p xmlns:a="http://schemas.openxmlformats.org/drawingml/2006/main">
            <a:pPr algn="l">
              <a:buNone/>
              <a:defRPr sz="1650" b="0">
                <a:solidFill>
                  <a:srgbClr val="F8FAFC"/>
                </a:solidFill>
                <a:latin typeface="Apple SD Gothic Neo"/>
                <a:ea typeface="Apple SD Gothic Neo"/>
                <a:cs typeface="Apple SD Gothic Neo"/>
              </a:defRPr>
            </a:pPr>
            <a:r>
              <a:rPr sz="1650" b="0">
                <a:solidFill>
                  <a:srgbClr val="F8FAFC"/>
                </a:solidFill>
                <a:latin typeface="Apple SD Gothic Neo"/>
                <a:ea typeface="Apple SD Gothic Neo"/>
                <a:cs typeface="Apple SD Gothic Neo"/>
              </a:rPr>
              <a:t>CAST(get_json_object(payload, '$.source.lsn')</a:t>
            </a:r>
          </a:p>
          <a:p xmlns:a="http://schemas.openxmlformats.org/drawingml/2006/main">
            <a:pPr algn="l">
              <a:buNone/>
              <a:defRPr sz="1650" b="0">
                <a:solidFill>
                  <a:srgbClr val="F8FAFC"/>
                </a:solidFill>
                <a:latin typeface="Apple SD Gothic Neo"/>
                <a:ea typeface="Apple SD Gothic Neo"/>
                <a:cs typeface="Apple SD Gothic Neo"/>
              </a:defRPr>
            </a:pPr>
            <a:r>
              <a:rPr sz="1650" b="0">
                <a:solidFill>
                  <a:srgbClr val="F8FAFC"/>
                </a:solidFill>
                <a:latin typeface="Apple SD Gothic Neo"/>
                <a:ea typeface="Apple SD Gothic Neo"/>
                <a:cs typeface="Apple SD Gothic Neo"/>
              </a:rPr>
              <a:t>     AS BIGINT) AS source_lsn</a:t>
            </a:r>
          </a:p>
        </p:txBody>
      </p:sp>
      <p:sp>
        <p:nvSpPr>
          <p:cNvPr id="23" name="first-flink-panel-22">
            <a:extLst xmlns:a="http://schemas.openxmlformats.org/drawingml/2006/main">
              <a:ext uri="{FF2B5EF4-FFF2-40B4-BE49-F238E27FC236}">
                <a16:creationId xmlns:a16="http://schemas.microsoft.com/office/drawing/2014/main" id="{FED4BE39-612E-4C76-B20B-1E2481133E64}"/>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24" name="first-flink-text-23">
            <a:extLst xmlns:a="http://schemas.openxmlformats.org/drawingml/2006/main">
              <a:ext uri="{FF2B5EF4-FFF2-40B4-BE49-F238E27FC236}">
                <a16:creationId xmlns:a16="http://schemas.microsoft.com/office/drawing/2014/main" id="{BD4D1AFE-D9BD-4DC9-A1DF-D4D33C56CAAB}"/>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타입이 바뀌면 최신 후보의 순서도 달라질 수 있습니다</a:t>
            </a:r>
          </a:p>
        </p:txBody>
      </p:sp>
    </p:spTree>
    <p:extLst>
      <p:ext uri="{BB962C8B-B14F-4D97-AF65-F5344CB8AC3E}">
        <p14:creationId xmlns:p14="http://schemas.microsoft.com/office/powerpoint/2010/main" val="1899261296"/>
      </p:ext>
    </p:extLst>
  </p:cSld>
</p:sld>
</file>

<file path=ppt/slides/slide1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9" name="text-46">
            <a:extLst xmlns:a="http://schemas.openxmlformats.org/drawingml/2006/main">
              <a:ext uri="{FF2B5EF4-FFF2-40B4-BE49-F238E27FC236}">
                <a16:creationId xmlns:a16="http://schemas.microsoft.com/office/drawing/2014/main" id="{D3F65DCF-B16A-4121-9FC0-34B29F1AB0E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47">
            <a:extLst xmlns:a="http://schemas.openxmlformats.org/drawingml/2006/main">
              <a:ext uri="{FF2B5EF4-FFF2-40B4-BE49-F238E27FC236}">
                <a16:creationId xmlns:a16="http://schemas.microsoft.com/office/drawing/2014/main" id="{A4AF2A9B-4790-4685-AB60-7E92F760958E}"/>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변경 종류에 따라 행을 고릅니다</a:t>
            </a:r>
          </a:p>
        </p:txBody>
      </p:sp>
      <p:sp>
        <p:nvSpPr>
          <p:cNvPr id="6" name="">
            <a:extLst xmlns:a="http://schemas.openxmlformats.org/drawingml/2006/main">
              <a:ext uri="{FF2B5EF4-FFF2-40B4-BE49-F238E27FC236}">
                <a16:creationId xmlns:a16="http://schemas.microsoft.com/office/drawing/2014/main" id="{99C62537-090E-4F5A-BEB0-31A70ACCD748}"/>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7" name="text-50">
            <a:extLst xmlns:a="http://schemas.openxmlformats.org/drawingml/2006/main">
              <a:ext uri="{FF2B5EF4-FFF2-40B4-BE49-F238E27FC236}">
                <a16:creationId xmlns:a16="http://schemas.microsoft.com/office/drawing/2014/main" id="{00D05031-C79D-4FF1-8B64-E29E0D6CD0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8" name="text-51">
            <a:extLst xmlns:a="http://schemas.openxmlformats.org/drawingml/2006/main">
              <a:ext uri="{FF2B5EF4-FFF2-40B4-BE49-F238E27FC236}">
                <a16:creationId xmlns:a16="http://schemas.microsoft.com/office/drawing/2014/main" id="{1D8B1809-7B23-47C6-A634-91FE4293479D}"/>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11</a:t>
            </a:r>
          </a:p>
        </p:txBody>
      </p:sp>
      <p:sp>
        <p:nvSpPr>
          <p:cNvPr id="21" name="first-flink-panel-20">
            <a:extLst xmlns:a="http://schemas.openxmlformats.org/drawingml/2006/main">
              <a:ext uri="{FF2B5EF4-FFF2-40B4-BE49-F238E27FC236}">
                <a16:creationId xmlns:a16="http://schemas.microsoft.com/office/drawing/2014/main" id="{A02565A3-ACB2-4B13-80EA-7C48FEADAC65}"/>
              </a:ext>
            </a:extLst>
          </p:cNvPr>
          <p:cNvSpPr>
            <a:spLocks xmlns:a="http://schemas.openxmlformats.org/drawingml/2006/main" noGrp="1"/>
          </p:cNvSpPr>
          <p:nvPr/>
        </p:nvSpPr>
        <p:spPr>
          <a:xfrm xmlns:a="http://schemas.openxmlformats.org/drawingml/2006/main">
            <a:off x="609600" y="1695450"/>
            <a:ext cx="10972800" cy="3619500"/>
          </a:xfrm>
          <a:prstGeom xmlns:a="http://schemas.openxmlformats.org/drawingml/2006/main" prst="roundRect">
            <a:avLst>
              <a:gd name="adj" fmla="val 4712"/>
            </a:avLst>
          </a:prstGeom>
          <a:solidFill xmlns:a="http://schemas.openxmlformats.org/drawingml/2006/main">
            <a:srgbClr val="182235"/>
          </a:solidFill>
          <a:ln xmlns:a="http://schemas.openxmlformats.org/drawingml/2006/main" w="9525">
            <a:solidFill>
              <a:srgbClr val="334155"/>
            </a:solidFill>
          </a:ln>
        </p:spPr>
      </p:sp>
      <p:sp>
        <p:nvSpPr>
          <p:cNvPr id="22" name="first-flink-text-21">
            <a:extLst xmlns:a="http://schemas.openxmlformats.org/drawingml/2006/main">
              <a:ext uri="{FF2B5EF4-FFF2-40B4-BE49-F238E27FC236}">
                <a16:creationId xmlns:a16="http://schemas.microsoft.com/office/drawing/2014/main" id="{70F90256-F996-487A-9895-069E9AD42313}"/>
              </a:ext>
            </a:extLst>
          </p:cNvPr>
          <p:cNvSpPr>
            <a:spLocks xmlns:a="http://schemas.openxmlformats.org/drawingml/2006/main" noGrp="1"/>
          </p:cNvSpPr>
          <p:nvPr/>
        </p:nvSpPr>
        <p:spPr>
          <a:xfrm xmlns:a="http://schemas.openxmlformats.org/drawingml/2006/main">
            <a:off x="800100" y="1847850"/>
            <a:ext cx="1057275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8FAFC"/>
                </a:solidFill>
                <a:latin typeface="Apple SD Gothic Neo"/>
                <a:ea typeface="Apple SD Gothic Neo"/>
                <a:cs typeface="Apple SD Gothic Neo"/>
              </a:defRPr>
            </a:defPPr>
            <a:lvl1pPr algn="l">
              <a:buNone/>
              <a:defRPr sz="1650" b="0">
                <a:solidFill>
                  <a:srgbClr val="F8FAFC"/>
                </a:solidFill>
                <a:latin typeface="Apple SD Gothic Neo"/>
                <a:ea typeface="Apple SD Gothic Neo"/>
                <a:cs typeface="Apple SD Gothic Neo"/>
              </a:defRPr>
            </a:lvl1pPr>
            <a:lvl2pPr algn="l">
              <a:buNone/>
              <a:defRPr sz="1650" b="0">
                <a:solidFill>
                  <a:srgbClr val="F8FAFC"/>
                </a:solidFill>
                <a:latin typeface="Apple SD Gothic Neo"/>
                <a:ea typeface="Apple SD Gothic Neo"/>
                <a:cs typeface="Apple SD Gothic Neo"/>
              </a:defRPr>
            </a:lvl2pPr>
            <a:lvl3pPr algn="l">
              <a:buNone/>
              <a:defRPr sz="1650" b="0">
                <a:solidFill>
                  <a:srgbClr val="F8FAFC"/>
                </a:solidFill>
                <a:latin typeface="Apple SD Gothic Neo"/>
                <a:ea typeface="Apple SD Gothic Neo"/>
                <a:cs typeface="Apple SD Gothic Neo"/>
              </a:defRPr>
            </a:lvl3pPr>
            <a:lvl4pPr algn="l">
              <a:buNone/>
              <a:defRPr sz="1650" b="0">
                <a:solidFill>
                  <a:srgbClr val="F8FAFC"/>
                </a:solidFill>
                <a:latin typeface="Apple SD Gothic Neo"/>
                <a:ea typeface="Apple SD Gothic Neo"/>
                <a:cs typeface="Apple SD Gothic Neo"/>
              </a:defRPr>
            </a:lvl4pPr>
            <a:lvl5pPr algn="l">
              <a:buNone/>
              <a:defRPr sz="1650" b="0">
                <a:solidFill>
                  <a:srgbClr val="F8FAFC"/>
                </a:solidFill>
                <a:latin typeface="Apple SD Gothic Neo"/>
                <a:ea typeface="Apple SD Gothic Neo"/>
                <a:cs typeface="Apple SD Gothic Neo"/>
              </a:defRPr>
            </a:lvl5pPr>
            <a:lvl6pPr algn="l">
              <a:buNone/>
              <a:defRPr sz="1650" b="0">
                <a:solidFill>
                  <a:srgbClr val="F8FAFC"/>
                </a:solidFill>
                <a:latin typeface="Apple SD Gothic Neo"/>
                <a:ea typeface="Apple SD Gothic Neo"/>
                <a:cs typeface="Apple SD Gothic Neo"/>
              </a:defRPr>
            </a:lvl6pPr>
            <a:lvl7pPr algn="l">
              <a:buNone/>
              <a:defRPr sz="1650" b="0">
                <a:solidFill>
                  <a:srgbClr val="F8FAFC"/>
                </a:solidFill>
                <a:latin typeface="Apple SD Gothic Neo"/>
                <a:ea typeface="Apple SD Gothic Neo"/>
                <a:cs typeface="Apple SD Gothic Neo"/>
              </a:defRPr>
            </a:lvl7pPr>
            <a:lvl8pPr algn="l">
              <a:buNone/>
              <a:defRPr sz="1650" b="0">
                <a:solidFill>
                  <a:srgbClr val="F8FAFC"/>
                </a:solidFill>
                <a:latin typeface="Apple SD Gothic Neo"/>
                <a:ea typeface="Apple SD Gothic Neo"/>
                <a:cs typeface="Apple SD Gothic Neo"/>
              </a:defRPr>
            </a:lvl8pPr>
            <a:lvl9pPr algn="l">
              <a:buNone/>
              <a:defRPr sz="1650" b="0">
                <a:solidFill>
                  <a:srgbClr val="F8FAFC"/>
                </a:solidFill>
                <a:latin typeface="Apple SD Gothic Neo"/>
                <a:ea typeface="Apple SD Gothic Neo"/>
                <a:cs typeface="Apple SD Gothic Neo"/>
              </a:defRPr>
            </a:lvl9pPr>
          </a:lstStyle>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{"op":"u",</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 "before":{"refund_id":"refund-r1","amount":20000},</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 "after":{"refund_id":"refund-r1","amount":30000},</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 "source":{"lsn":200}}</a:t>
            </a:r>
          </a:p>
          <a:p xmlns:a="http://schemas.openxmlformats.org/drawingml/2006/main">
            <a:pPr algn="l">
              <a:buNone/>
              <a:defRPr sz="1650" b="0">
                <a:solidFill>
                  <a:srgbClr val="F8FAFC"/>
                </a:solidFill>
                <a:latin typeface="Apple SD Gothic Neo"/>
                <a:ea typeface="Apple SD Gothic Neo"/>
                <a:cs typeface="Apple SD Gothic Neo"/>
              </a:defRPr>
            </a:pPr>
            <a:r>
              <a:rPr sz="1650" b="0">
                <a:solidFill>
                  <a:srgbClr val="F8FAFC"/>
                </a:solidFill>
                <a:latin typeface="Apple SD Gothic Neo"/>
                <a:ea typeface="Apple SD Gothic Neo"/>
                <a:cs typeface="Apple SD Gothic Neo"/>
              </a:rPr>
              <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{"op":"d",</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 "before":{"refund_id":"refund-r1","amount":30000},</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 "after":null,"source":{"lsn":300}}</a:t>
            </a:r>
          </a:p>
        </p:txBody>
      </p:sp>
      <p:sp>
        <p:nvSpPr>
          <p:cNvPr id="23" name="first-flink-panel-22">
            <a:extLst xmlns:a="http://schemas.openxmlformats.org/drawingml/2006/main">
              <a:ext uri="{FF2B5EF4-FFF2-40B4-BE49-F238E27FC236}">
                <a16:creationId xmlns:a16="http://schemas.microsoft.com/office/drawing/2014/main" id="{FED4BE39-612E-4C76-B20B-1E2481133E64}"/>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24" name="first-flink-text-23">
            <a:extLst xmlns:a="http://schemas.openxmlformats.org/drawingml/2006/main">
              <a:ext uri="{FF2B5EF4-FFF2-40B4-BE49-F238E27FC236}">
                <a16:creationId xmlns:a16="http://schemas.microsoft.com/office/drawing/2014/main" id="{BD4D1AFE-D9BD-4DC9-A1DF-D4D33C56CAAB}"/>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고정 입력 축약 · c/u/r은 after, d는 before · tombstone은 별개</a:t>
            </a:r>
          </a:p>
        </p:txBody>
      </p:sp>
    </p:spTree>
    <p:extLst>
      <p:ext uri="{BB962C8B-B14F-4D97-AF65-F5344CB8AC3E}">
        <p14:creationId xmlns:p14="http://schemas.microsoft.com/office/powerpoint/2010/main" val="1899261296"/>
      </p:ext>
    </p:extLst>
  </p:cSld>
</p:sld>
</file>

<file path=ppt/slides/slide12.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7" name="text-10">
            <a:extLst xmlns:a="http://schemas.openxmlformats.org/drawingml/2006/main">
              <a:ext uri="{FF2B5EF4-FFF2-40B4-BE49-F238E27FC236}">
                <a16:creationId xmlns:a16="http://schemas.microsoft.com/office/drawing/2014/main" id="{B6B0015B-B8EA-4B4C-905F-B3F6BAFE83B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11">
            <a:extLst xmlns:a="http://schemas.openxmlformats.org/drawingml/2006/main">
              <a:ext uri="{FF2B5EF4-FFF2-40B4-BE49-F238E27FC236}">
                <a16:creationId xmlns:a16="http://schemas.microsoft.com/office/drawing/2014/main" id="{082AB1B7-5E48-4855-A593-12FC0DA4CDB2}"/>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정규화와 유효 입력</a:t>
            </a:r>
          </a:p>
        </p:txBody>
      </p:sp>
      <p:sp>
        <p:nvSpPr>
          <p:cNvPr id="14" name="">
            <a:extLst xmlns:a="http://schemas.openxmlformats.org/drawingml/2006/main">
              <a:ext uri="{FF2B5EF4-FFF2-40B4-BE49-F238E27FC236}">
                <a16:creationId xmlns:a16="http://schemas.microsoft.com/office/drawing/2014/main" id="{9BA22405-4B2B-43CC-AB28-99A98CA4F207}"/>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15" name="text-23">
            <a:extLst xmlns:a="http://schemas.openxmlformats.org/drawingml/2006/main">
              <a:ext uri="{FF2B5EF4-FFF2-40B4-BE49-F238E27FC236}">
                <a16:creationId xmlns:a16="http://schemas.microsoft.com/office/drawing/2014/main" id="{A77E9DDC-7EBD-4AD6-B74C-6335425945A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16" name="text-24">
            <a:extLst xmlns:a="http://schemas.openxmlformats.org/drawingml/2006/main">
              <a:ext uri="{FF2B5EF4-FFF2-40B4-BE49-F238E27FC236}">
                <a16:creationId xmlns:a16="http://schemas.microsoft.com/office/drawing/2014/main" id="{B46FCE60-13B5-482E-B7C5-B432A800A92C}"/>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12</a:t>
            </a:r>
          </a:p>
        </p:txBody>
      </p:sp>
      <p:graphicFrame>
        <p:nvGraphicFramePr>
          <p:cNvPr id="18" name="">
            <a:extLst xmlns:a="http://schemas.openxmlformats.org/drawingml/2006/main">
              <a:ext uri="{FF2B5EF4-FFF2-40B4-BE49-F238E27FC236}">
                <a16:creationId xmlns:a16="http://schemas.microsoft.com/office/drawing/2014/main" id="{2803F038-A0DB-4FB8-8838-B620B4448994}"/>
              </a:ext>
            </a:extLst>
          </p:cNvPr>
          <p:cNvGraphicFramePr/>
          <p:nvPr/>
        </p:nvGraphicFramePr>
        <p:xfrm>
          <a:off xmlns:a="http://schemas.openxmlformats.org/drawingml/2006/main" x="609600" y="1695450"/>
          <a:ext xmlns:a="http://schemas.openxmlformats.org/drawingml/2006/main" cx="10972800" cy="3476625"/>
        </p:xfrm>
        <a:graphic xmlns:a="http://schemas.openxmlformats.org/drawingml/2006/main">
          <a:graphicData uri="http://schemas.openxmlformats.org/drawingml/2006/table">
            <a:tbl>
              <a:tblPr/>
              <a:tblGrid>
                <a:gridCol w="2286000"/>
                <a:gridCol w="3810000"/>
                <a:gridCol w="4876800"/>
              </a:tblGrid>
              <a:tr h="695325">
                <a:tc>
                  <a:txBody>
                    <a:bodyPr/>
                    <a:lstStyle/>
                    <a:p>
                      <a:r>
                        <a:rPr sz="1875" b="1">
                          <a:solidFill>
                            <a:srgbClr val="22D3EE"/>
                          </a:solidFill>
                          <a:latin typeface="Apple SD Gothic Neo"/>
                          <a:ea typeface="Apple SD Gothic Neo"/>
                          <a:cs typeface="Apple SD Gothic Neo"/>
                        </a:rPr>
                        <a:t>정규화한 컬럼</a:t>
                      </a:r>
                    </a:p>
                  </a:txBody>
                  <a:tcPr marL="152400" marR="152400" marT="95250" marB="95250">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c>
                  <a:txBody>
                    <a:bodyPr/>
                    <a:lstStyle/>
                    <a:p>
                      <a:r>
                        <a:rPr sz="1875" b="1">
                          <a:solidFill>
                            <a:srgbClr val="22D3EE"/>
                          </a:solidFill>
                          <a:latin typeface="Apple SD Gothic Neo"/>
                          <a:ea typeface="Apple SD Gothic Neo"/>
                          <a:cs typeface="Apple SD Gothic Neo"/>
                        </a:rPr>
                        <a:t>타입</a:t>
                      </a:r>
                    </a:p>
                  </a:txBody>
                  <a:tcPr marL="152400" marR="152400" marT="95250" marB="95250">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c>
                  <a:txBody>
                    <a:bodyPr/>
                    <a:lstStyle/>
                    <a:p>
                      <a:r>
                        <a:rPr sz="1875" b="1">
                          <a:solidFill>
                            <a:srgbClr val="22D3EE"/>
                          </a:solidFill>
                          <a:latin typeface="Apple SD Gothic Neo"/>
                          <a:ea typeface="Apple SD Gothic Neo"/>
                          <a:cs typeface="Apple SD Gothic Neo"/>
                        </a:rPr>
                        <a:t>확인할 조건</a:t>
                      </a:r>
                    </a:p>
                  </a:txBody>
                  <a:tcPr marL="152400" marR="152400" marT="95250" marB="95250">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r>
              <a:tr h="695325">
                <a:tc>
                  <a:txBody>
                    <a:bodyPr/>
                    <a:lstStyle/>
                    <a:p>
                      <a:r>
                        <a:rPr sz="1875" b="0">
                          <a:solidFill>
                            <a:srgbClr val="F8FAFC"/>
                          </a:solidFill>
                          <a:latin typeface="Apple SD Gothic Neo"/>
                          <a:ea typeface="Apple SD Gothic Neo"/>
                          <a:cs typeface="Apple SD Gothic Neo"/>
                        </a:rPr>
                        <a:t>refund_id</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STRING</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NULL PK이면 MERGE 중단</a:t>
                      </a:r>
                    </a:p>
                  </a:txBody>
                  <a:tcPr marL="152400" marR="152400" marT="95250" marB="95250">
                    <a:lnR w="9525">
                      <a:solidFill>
                        <a:srgbClr val="334155"/>
                      </a:solidFill>
                      <a:prstDash val="solid"/>
                    </a:lnR>
                    <a:lnB w="9525">
                      <a:solidFill>
                        <a:srgbClr val="334155"/>
                      </a:solidFill>
                      <a:prstDash val="solid"/>
                    </a:lnB>
                    <a:solidFill>
                      <a:srgbClr val="1E293B"/>
                    </a:solidFill>
                  </a:tcPr>
                </a:tc>
              </a:tr>
              <a:tr h="695325">
                <a:tc>
                  <a:txBody>
                    <a:bodyPr/>
                    <a:lstStyle/>
                    <a:p>
                      <a:r>
                        <a:rPr sz="1875" b="0">
                          <a:solidFill>
                            <a:srgbClr val="F8FAFC"/>
                          </a:solidFill>
                          <a:latin typeface="Apple SD Gothic Neo"/>
                          <a:ea typeface="Apple SD Gothic Neo"/>
                          <a:cs typeface="Apple SD Gothic Neo"/>
                        </a:rPr>
                        <a:t>amount / source_lsn</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BIGINT</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NULL·변환 실패이면 중단</a:t>
                      </a:r>
                    </a:p>
                  </a:txBody>
                  <a:tcPr marL="152400" marR="152400" marT="95250" marB="95250">
                    <a:lnR w="9525">
                      <a:solidFill>
                        <a:srgbClr val="334155"/>
                      </a:solidFill>
                      <a:prstDash val="solid"/>
                    </a:lnR>
                    <a:lnB w="9525">
                      <a:solidFill>
                        <a:srgbClr val="334155"/>
                      </a:solidFill>
                      <a:prstDash val="solid"/>
                    </a:lnB>
                    <a:solidFill>
                      <a:srgbClr val="1E293B"/>
                    </a:solidFill>
                  </a:tcPr>
                </a:tc>
              </a:tr>
              <a:tr h="695325">
                <a:tc>
                  <a:txBody>
                    <a:bodyPr/>
                    <a:lstStyle/>
                    <a:p>
                      <a:r>
                        <a:rPr sz="1875" b="0">
                          <a:solidFill>
                            <a:srgbClr val="F8FAFC"/>
                          </a:solidFill>
                          <a:latin typeface="Apple SD Gothic Neo"/>
                          <a:ea typeface="Apple SD Gothic Neo"/>
                          <a:cs typeface="Apple SD Gothic Neo"/>
                        </a:rPr>
                        <a:t>op / 전달 위치</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c/u/r/d · 같은 토픽/파티션</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알 수 없는 op·충돌이면 중단</a:t>
                      </a:r>
                    </a:p>
                  </a:txBody>
                  <a:tcPr marL="152400" marR="152400" marT="95250" marB="95250">
                    <a:lnR w="9525">
                      <a:solidFill>
                        <a:srgbClr val="334155"/>
                      </a:solidFill>
                      <a:prstDash val="solid"/>
                    </a:lnR>
                    <a:lnB w="9525">
                      <a:solidFill>
                        <a:srgbClr val="334155"/>
                      </a:solidFill>
                      <a:prstDash val="solid"/>
                    </a:lnB>
                    <a:solidFill>
                      <a:srgbClr val="1E293B"/>
                    </a:solidFill>
                  </a:tcPr>
                </a:tc>
              </a:tr>
              <a:tr h="695325">
                <a:tc>
                  <a:txBody>
                    <a:bodyPr/>
                    <a:lstStyle/>
                    <a:p>
                      <a:r>
                        <a:rPr sz="1875" b="0">
                          <a:solidFill>
                            <a:srgbClr val="F8FAFC"/>
                          </a:solidFill>
                          <a:latin typeface="Apple SD Gothic Neo"/>
                          <a:ea typeface="Apple SD Gothic Neo"/>
                          <a:cs typeface="Apple SD Gothic Neo"/>
                        </a:rPr>
                        <a:t>is_deleted</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BOOLEAN</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검증된 op = d이면 true</a:t>
                      </a:r>
                    </a:p>
                  </a:txBody>
                  <a:tcPr marL="152400" marR="152400" marT="95250" marB="95250">
                    <a:lnR w="9525">
                      <a:solidFill>
                        <a:srgbClr val="334155"/>
                      </a:solidFill>
                      <a:prstDash val="solid"/>
                    </a:lnR>
                    <a:lnB w="9525">
                      <a:solidFill>
                        <a:srgbClr val="334155"/>
                      </a:solidFill>
                      <a:prstDash val="solid"/>
                    </a:lnB>
                    <a:solidFill>
                      <a:srgbClr val="1E293B"/>
                    </a:solidFill>
                  </a:tcPr>
                </a:tc>
              </a:tr>
            </a:tbl>
          </a:graphicData>
        </a:graphic>
      </p:graphicFrame>
      <p:sp>
        <p:nvSpPr>
          <p:cNvPr id="19" name="first-flink-panel-54">
            <a:extLst xmlns:a="http://schemas.openxmlformats.org/drawingml/2006/main">
              <a:ext uri="{FF2B5EF4-FFF2-40B4-BE49-F238E27FC236}">
                <a16:creationId xmlns:a16="http://schemas.microsoft.com/office/drawing/2014/main" id="{8B2AE9B3-6028-432F-AB2A-9AC79A2E3F3F}"/>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20" name="first-flink-text-55">
            <a:extLst xmlns:a="http://schemas.openxmlformats.org/drawingml/2006/main">
              <a:ext uri="{FF2B5EF4-FFF2-40B4-BE49-F238E27FC236}">
                <a16:creationId xmlns:a16="http://schemas.microsoft.com/office/drawing/2014/main" id="{187DC6EE-6791-42FA-AA15-02837818755D}"/>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runner가 상한 필터 전 전체 fixture를 검증합니다 · 파싱 SELECT 자체는 입력 검증이 아닙니다</a:t>
            </a:r>
          </a:p>
        </p:txBody>
      </p:sp>
    </p:spTree>
    <p:extLst>
      <p:ext uri="{BB962C8B-B14F-4D97-AF65-F5344CB8AC3E}">
        <p14:creationId xmlns:p14="http://schemas.microsoft.com/office/powerpoint/2010/main" val="602725031"/>
      </p:ext>
    </p:extLst>
  </p:cSld>
</p:sld>
</file>

<file path=ppt/slides/slide13.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7" name="text-10">
            <a:extLst xmlns:a="http://schemas.openxmlformats.org/drawingml/2006/main">
              <a:ext uri="{FF2B5EF4-FFF2-40B4-BE49-F238E27FC236}">
                <a16:creationId xmlns:a16="http://schemas.microsoft.com/office/drawing/2014/main" id="{B6B0015B-B8EA-4B4C-905F-B3F6BAFE83B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11">
            <a:extLst xmlns:a="http://schemas.openxmlformats.org/drawingml/2006/main">
              <a:ext uri="{FF2B5EF4-FFF2-40B4-BE49-F238E27FC236}">
                <a16:creationId xmlns:a16="http://schemas.microsoft.com/office/drawing/2014/main" id="{082AB1B7-5E48-4855-A593-12FC0DA4CDB2}"/>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같은 키의 후보에 순위를 매깁니다</a:t>
            </a:r>
          </a:p>
        </p:txBody>
      </p:sp>
      <p:sp>
        <p:nvSpPr>
          <p:cNvPr id="14" name="">
            <a:extLst xmlns:a="http://schemas.openxmlformats.org/drawingml/2006/main">
              <a:ext uri="{FF2B5EF4-FFF2-40B4-BE49-F238E27FC236}">
                <a16:creationId xmlns:a16="http://schemas.microsoft.com/office/drawing/2014/main" id="{9BA22405-4B2B-43CC-AB28-99A98CA4F207}"/>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15" name="text-23">
            <a:extLst xmlns:a="http://schemas.openxmlformats.org/drawingml/2006/main">
              <a:ext uri="{FF2B5EF4-FFF2-40B4-BE49-F238E27FC236}">
                <a16:creationId xmlns:a16="http://schemas.microsoft.com/office/drawing/2014/main" id="{A77E9DDC-7EBD-4AD6-B74C-6335425945A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16" name="text-24">
            <a:extLst xmlns:a="http://schemas.openxmlformats.org/drawingml/2006/main">
              <a:ext uri="{FF2B5EF4-FFF2-40B4-BE49-F238E27FC236}">
                <a16:creationId xmlns:a16="http://schemas.microsoft.com/office/drawing/2014/main" id="{B46FCE60-13B5-482E-B7C5-B432A800A92C}"/>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13</a:t>
            </a:r>
          </a:p>
        </p:txBody>
      </p:sp>
      <p:graphicFrame>
        <p:nvGraphicFramePr>
          <p:cNvPr id="18" name="">
            <a:extLst xmlns:a="http://schemas.openxmlformats.org/drawingml/2006/main">
              <a:ext uri="{FF2B5EF4-FFF2-40B4-BE49-F238E27FC236}">
                <a16:creationId xmlns:a16="http://schemas.microsoft.com/office/drawing/2014/main" id="{2803F038-A0DB-4FB8-8838-B620B4448994}"/>
              </a:ext>
            </a:extLst>
          </p:cNvPr>
          <p:cNvGraphicFramePr/>
          <p:nvPr/>
        </p:nvGraphicFramePr>
        <p:xfrm>
          <a:off xmlns:a="http://schemas.openxmlformats.org/drawingml/2006/main" x="609600" y="1695450"/>
          <a:ext xmlns:a="http://schemas.openxmlformats.org/drawingml/2006/main" cx="10972800" cy="3476625"/>
        </p:xfrm>
        <a:graphic xmlns:a="http://schemas.openxmlformats.org/drawingml/2006/main">
          <a:graphicData uri="http://schemas.openxmlformats.org/drawingml/2006/table">
            <a:tbl>
              <a:tblPr/>
              <a:tblGrid>
                <a:gridCol w="2286000"/>
                <a:gridCol w="3810000"/>
                <a:gridCol w="4876800"/>
              </a:tblGrid>
              <a:tr h="695325">
                <a:tc>
                  <a:txBody>
                    <a:bodyPr/>
                    <a:lstStyle/>
                    <a:p>
                      <a:r>
                        <a:rPr sz="1875" b="1">
                          <a:solidFill>
                            <a:srgbClr val="22D3EE"/>
                          </a:solidFill>
                          <a:latin typeface="Apple SD Gothic Neo"/>
                          <a:ea typeface="Apple SD Gothic Neo"/>
                          <a:cs typeface="Apple SD Gothic Neo"/>
                        </a:rPr>
                        <a:t>같은 refund_id</a:t>
                      </a:r>
                    </a:p>
                  </a:txBody>
                  <a:tcPr marL="152400" marR="152400" marT="95250" marB="95250">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c>
                  <a:txBody>
                    <a:bodyPr/>
                    <a:lstStyle/>
                    <a:p>
                      <a:r>
                        <a:rPr sz="1875" b="1">
                          <a:solidFill>
                            <a:srgbClr val="22D3EE"/>
                          </a:solidFill>
                          <a:latin typeface="Apple SD Gothic Neo"/>
                          <a:ea typeface="Apple SD Gothic Neo"/>
                          <a:cs typeface="Apple SD Gothic Neo"/>
                        </a:rPr>
                        <a:t>버전·상태</a:t>
                      </a:r>
                    </a:p>
                  </a:txBody>
                  <a:tcPr marL="152400" marR="152400" marT="95250" marB="95250">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c>
                  <a:txBody>
                    <a:bodyPr/>
                    <a:lstStyle/>
                    <a:p>
                      <a:r>
                        <a:rPr sz="1875" b="1">
                          <a:solidFill>
                            <a:srgbClr val="22D3EE"/>
                          </a:solidFill>
                          <a:latin typeface="Apple SD Gothic Neo"/>
                          <a:ea typeface="Apple SD Gothic Neo"/>
                          <a:cs typeface="Apple SD Gothic Neo"/>
                        </a:rPr>
                        <a:t>후보 순위</a:t>
                      </a:r>
                    </a:p>
                  </a:txBody>
                  <a:tcPr marL="152400" marR="152400" marT="95250" marB="95250">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r>
              <a:tr h="695325">
                <a:tc>
                  <a:txBody>
                    <a:bodyPr/>
                    <a:lstStyle/>
                    <a:p>
                      <a:r>
                        <a:rPr sz="1875" b="0">
                          <a:solidFill>
                            <a:srgbClr val="F8FAFC"/>
                          </a:solidFill>
                          <a:latin typeface="Apple SD Gothic Neo"/>
                          <a:ea typeface="Apple SD Gothic Neo"/>
                          <a:cs typeface="Apple SD Gothic Neo"/>
                        </a:rPr>
                        <a:t>생성 c</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LSN 100 / 20000 / false</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rn = 3</a:t>
                      </a:r>
                    </a:p>
                  </a:txBody>
                  <a:tcPr marL="152400" marR="152400" marT="95250" marB="95250">
                    <a:lnR w="9525">
                      <a:solidFill>
                        <a:srgbClr val="334155"/>
                      </a:solidFill>
                      <a:prstDash val="solid"/>
                    </a:lnR>
                    <a:lnB w="9525">
                      <a:solidFill>
                        <a:srgbClr val="334155"/>
                      </a:solidFill>
                      <a:prstDash val="solid"/>
                    </a:lnB>
                    <a:solidFill>
                      <a:srgbClr val="1E293B"/>
                    </a:solidFill>
                  </a:tcPr>
                </a:tc>
              </a:tr>
              <a:tr h="695325">
                <a:tc>
                  <a:txBody>
                    <a:bodyPr/>
                    <a:lstStyle/>
                    <a:p>
                      <a:r>
                        <a:rPr sz="1875" b="0">
                          <a:solidFill>
                            <a:srgbClr val="F8FAFC"/>
                          </a:solidFill>
                          <a:latin typeface="Apple SD Gothic Neo"/>
                          <a:ea typeface="Apple SD Gothic Neo"/>
                          <a:cs typeface="Apple SD Gothic Neo"/>
                        </a:rPr>
                        <a:t>정정 u</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LSN 200 / 30000 / false</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rn = 2</a:t>
                      </a:r>
                    </a:p>
                  </a:txBody>
                  <a:tcPr marL="152400" marR="152400" marT="95250" marB="95250">
                    <a:lnR w="9525">
                      <a:solidFill>
                        <a:srgbClr val="334155"/>
                      </a:solidFill>
                      <a:prstDash val="solid"/>
                    </a:lnR>
                    <a:lnB w="9525">
                      <a:solidFill>
                        <a:srgbClr val="334155"/>
                      </a:solidFill>
                      <a:prstDash val="solid"/>
                    </a:lnB>
                    <a:solidFill>
                      <a:srgbClr val="1E293B"/>
                    </a:solidFill>
                  </a:tcPr>
                </a:tc>
              </a:tr>
              <a:tr h="695325">
                <a:tc>
                  <a:txBody>
                    <a:bodyPr/>
                    <a:lstStyle/>
                    <a:p>
                      <a:r>
                        <a:rPr sz="1875" b="0">
                          <a:solidFill>
                            <a:srgbClr val="F8FAFC"/>
                          </a:solidFill>
                          <a:latin typeface="Apple SD Gothic Neo"/>
                          <a:ea typeface="Apple SD Gothic Neo"/>
                          <a:cs typeface="Apple SD Gothic Neo"/>
                        </a:rPr>
                        <a:t>철회 d</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LSN 300 / 30000 / true</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rn = 1</a:t>
                      </a:r>
                    </a:p>
                  </a:txBody>
                  <a:tcPr marL="152400" marR="152400" marT="95250" marB="95250">
                    <a:lnR w="9525">
                      <a:solidFill>
                        <a:srgbClr val="334155"/>
                      </a:solidFill>
                      <a:prstDash val="solid"/>
                    </a:lnR>
                    <a:lnB w="9525">
                      <a:solidFill>
                        <a:srgbClr val="334155"/>
                      </a:solidFill>
                      <a:prstDash val="solid"/>
                    </a:lnB>
                    <a:solidFill>
                      <a:srgbClr val="1E293B"/>
                    </a:solidFill>
                  </a:tcPr>
                </a:tc>
              </a:tr>
              <a:tr h="695325">
                <a:tc>
                  <a:txBody>
                    <a:bodyPr/>
                    <a:lstStyle/>
                    <a:p>
                      <a:r>
                        <a:rPr sz="1875" b="0">
                          <a:solidFill>
                            <a:srgbClr val="F8FAFC"/>
                          </a:solidFill>
                          <a:latin typeface="Apple SD Gothic Neo"/>
                          <a:ea typeface="Apple SD Gothic Neo"/>
                          <a:cs typeface="Apple SD Gothic Neo"/>
                        </a:rPr>
                        <a:t>선택 결과</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마지막 삭제 후보 한 행</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이후 유효 상태 필터</a:t>
                      </a:r>
                    </a:p>
                  </a:txBody>
                  <a:tcPr marL="152400" marR="152400" marT="95250" marB="95250">
                    <a:lnR w="9525">
                      <a:solidFill>
                        <a:srgbClr val="334155"/>
                      </a:solidFill>
                      <a:prstDash val="solid"/>
                    </a:lnR>
                    <a:lnB w="9525">
                      <a:solidFill>
                        <a:srgbClr val="334155"/>
                      </a:solidFill>
                      <a:prstDash val="solid"/>
                    </a:lnB>
                    <a:solidFill>
                      <a:srgbClr val="1E293B"/>
                    </a:solidFill>
                  </a:tcPr>
                </a:tc>
              </a:tr>
            </a:tbl>
          </a:graphicData>
        </a:graphic>
      </p:graphicFrame>
      <p:sp>
        <p:nvSpPr>
          <p:cNvPr id="19" name="first-flink-panel-54">
            <a:extLst xmlns:a="http://schemas.openxmlformats.org/drawingml/2006/main">
              <a:ext uri="{FF2B5EF4-FFF2-40B4-BE49-F238E27FC236}">
                <a16:creationId xmlns:a16="http://schemas.microsoft.com/office/drawing/2014/main" id="{8B2AE9B3-6028-432F-AB2A-9AC79A2E3F3F}"/>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20" name="first-flink-text-55">
            <a:extLst xmlns:a="http://schemas.openxmlformats.org/drawingml/2006/main">
              <a:ext uri="{FF2B5EF4-FFF2-40B4-BE49-F238E27FC236}">
                <a16:creationId xmlns:a16="http://schemas.microsoft.com/office/drawing/2014/main" id="{187DC6EE-6791-42FA-AA15-02837818755D}"/>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삭제도 순위에 포함합니다 · 먼저 제외하면 초기 구축에서 삭제가 빠집니다</a:t>
            </a:r>
          </a:p>
        </p:txBody>
      </p:sp>
    </p:spTree>
    <p:extLst>
      <p:ext uri="{BB962C8B-B14F-4D97-AF65-F5344CB8AC3E}">
        <p14:creationId xmlns:p14="http://schemas.microsoft.com/office/powerpoint/2010/main" val="602725031"/>
      </p:ext>
    </p:extLst>
  </p:cSld>
</p:sld>
</file>

<file path=ppt/slides/slide14.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9" name="text-46">
            <a:extLst xmlns:a="http://schemas.openxmlformats.org/drawingml/2006/main">
              <a:ext uri="{FF2B5EF4-FFF2-40B4-BE49-F238E27FC236}">
                <a16:creationId xmlns:a16="http://schemas.microsoft.com/office/drawing/2014/main" id="{D3F65DCF-B16A-4121-9FC0-34B29F1AB0E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47">
            <a:extLst xmlns:a="http://schemas.openxmlformats.org/drawingml/2006/main">
              <a:ext uri="{FF2B5EF4-FFF2-40B4-BE49-F238E27FC236}">
                <a16:creationId xmlns:a16="http://schemas.microsoft.com/office/drawing/2014/main" id="{A4AF2A9B-4790-4685-AB60-7E92F760958E}"/>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ROW_NUMBER로 최신 후보를 고릅니다</a:t>
            </a:r>
          </a:p>
        </p:txBody>
      </p:sp>
      <p:sp>
        <p:nvSpPr>
          <p:cNvPr id="6" name="">
            <a:extLst xmlns:a="http://schemas.openxmlformats.org/drawingml/2006/main">
              <a:ext uri="{FF2B5EF4-FFF2-40B4-BE49-F238E27FC236}">
                <a16:creationId xmlns:a16="http://schemas.microsoft.com/office/drawing/2014/main" id="{99C62537-090E-4F5A-BEB0-31A70ACCD748}"/>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7" name="text-50">
            <a:extLst xmlns:a="http://schemas.openxmlformats.org/drawingml/2006/main">
              <a:ext uri="{FF2B5EF4-FFF2-40B4-BE49-F238E27FC236}">
                <a16:creationId xmlns:a16="http://schemas.microsoft.com/office/drawing/2014/main" id="{00D05031-C79D-4FF1-8B64-E29E0D6CD0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8" name="text-51">
            <a:extLst xmlns:a="http://schemas.openxmlformats.org/drawingml/2006/main">
              <a:ext uri="{FF2B5EF4-FFF2-40B4-BE49-F238E27FC236}">
                <a16:creationId xmlns:a16="http://schemas.microsoft.com/office/drawing/2014/main" id="{1D8B1809-7B23-47C6-A634-91FE4293479D}"/>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14</a:t>
            </a:r>
          </a:p>
        </p:txBody>
      </p:sp>
      <p:sp>
        <p:nvSpPr>
          <p:cNvPr id="21" name="first-flink-panel-20">
            <a:extLst xmlns:a="http://schemas.openxmlformats.org/drawingml/2006/main">
              <a:ext uri="{FF2B5EF4-FFF2-40B4-BE49-F238E27FC236}">
                <a16:creationId xmlns:a16="http://schemas.microsoft.com/office/drawing/2014/main" id="{A02565A3-ACB2-4B13-80EA-7C48FEADAC65}"/>
              </a:ext>
            </a:extLst>
          </p:cNvPr>
          <p:cNvSpPr>
            <a:spLocks xmlns:a="http://schemas.openxmlformats.org/drawingml/2006/main" noGrp="1"/>
          </p:cNvSpPr>
          <p:nvPr/>
        </p:nvSpPr>
        <p:spPr>
          <a:xfrm xmlns:a="http://schemas.openxmlformats.org/drawingml/2006/main">
            <a:off x="609600" y="1695450"/>
            <a:ext cx="10972800" cy="3619500"/>
          </a:xfrm>
          <a:prstGeom xmlns:a="http://schemas.openxmlformats.org/drawingml/2006/main" prst="roundRect">
            <a:avLst>
              <a:gd name="adj" fmla="val 4712"/>
            </a:avLst>
          </a:prstGeom>
          <a:solidFill xmlns:a="http://schemas.openxmlformats.org/drawingml/2006/main">
            <a:srgbClr val="182235"/>
          </a:solidFill>
          <a:ln xmlns:a="http://schemas.openxmlformats.org/drawingml/2006/main" w="9525">
            <a:solidFill>
              <a:srgbClr val="334155"/>
            </a:solidFill>
          </a:ln>
        </p:spPr>
      </p:sp>
      <p:sp>
        <p:nvSpPr>
          <p:cNvPr id="22" name="first-flink-text-21">
            <a:extLst xmlns:a="http://schemas.openxmlformats.org/drawingml/2006/main">
              <a:ext uri="{FF2B5EF4-FFF2-40B4-BE49-F238E27FC236}">
                <a16:creationId xmlns:a16="http://schemas.microsoft.com/office/drawing/2014/main" id="{70F90256-F996-487A-9895-069E9AD42313}"/>
              </a:ext>
            </a:extLst>
          </p:cNvPr>
          <p:cNvSpPr>
            <a:spLocks xmlns:a="http://schemas.openxmlformats.org/drawingml/2006/main" noGrp="1"/>
          </p:cNvSpPr>
          <p:nvPr/>
        </p:nvSpPr>
        <p:spPr>
          <a:xfrm xmlns:a="http://schemas.openxmlformats.org/drawingml/2006/main">
            <a:off x="800100" y="1847850"/>
            <a:ext cx="1057275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8FAFC"/>
                </a:solidFill>
                <a:latin typeface="Apple SD Gothic Neo"/>
                <a:ea typeface="Apple SD Gothic Neo"/>
                <a:cs typeface="Apple SD Gothic Neo"/>
              </a:defRPr>
            </a:defPPr>
            <a:lvl1pPr algn="l">
              <a:buNone/>
              <a:defRPr sz="1650" b="0">
                <a:solidFill>
                  <a:srgbClr val="F8FAFC"/>
                </a:solidFill>
                <a:latin typeface="Apple SD Gothic Neo"/>
                <a:ea typeface="Apple SD Gothic Neo"/>
                <a:cs typeface="Apple SD Gothic Neo"/>
              </a:defRPr>
            </a:lvl1pPr>
            <a:lvl2pPr algn="l">
              <a:buNone/>
              <a:defRPr sz="1650" b="0">
                <a:solidFill>
                  <a:srgbClr val="F8FAFC"/>
                </a:solidFill>
                <a:latin typeface="Apple SD Gothic Neo"/>
                <a:ea typeface="Apple SD Gothic Neo"/>
                <a:cs typeface="Apple SD Gothic Neo"/>
              </a:defRPr>
            </a:lvl2pPr>
            <a:lvl3pPr algn="l">
              <a:buNone/>
              <a:defRPr sz="1650" b="0">
                <a:solidFill>
                  <a:srgbClr val="F8FAFC"/>
                </a:solidFill>
                <a:latin typeface="Apple SD Gothic Neo"/>
                <a:ea typeface="Apple SD Gothic Neo"/>
                <a:cs typeface="Apple SD Gothic Neo"/>
              </a:defRPr>
            </a:lvl3pPr>
            <a:lvl4pPr algn="l">
              <a:buNone/>
              <a:defRPr sz="1650" b="0">
                <a:solidFill>
                  <a:srgbClr val="F8FAFC"/>
                </a:solidFill>
                <a:latin typeface="Apple SD Gothic Neo"/>
                <a:ea typeface="Apple SD Gothic Neo"/>
                <a:cs typeface="Apple SD Gothic Neo"/>
              </a:defRPr>
            </a:lvl4pPr>
            <a:lvl5pPr algn="l">
              <a:buNone/>
              <a:defRPr sz="1650" b="0">
                <a:solidFill>
                  <a:srgbClr val="F8FAFC"/>
                </a:solidFill>
                <a:latin typeface="Apple SD Gothic Neo"/>
                <a:ea typeface="Apple SD Gothic Neo"/>
                <a:cs typeface="Apple SD Gothic Neo"/>
              </a:defRPr>
            </a:lvl5pPr>
            <a:lvl6pPr algn="l">
              <a:buNone/>
              <a:defRPr sz="1650" b="0">
                <a:solidFill>
                  <a:srgbClr val="F8FAFC"/>
                </a:solidFill>
                <a:latin typeface="Apple SD Gothic Neo"/>
                <a:ea typeface="Apple SD Gothic Neo"/>
                <a:cs typeface="Apple SD Gothic Neo"/>
              </a:defRPr>
            </a:lvl6pPr>
            <a:lvl7pPr algn="l">
              <a:buNone/>
              <a:defRPr sz="1650" b="0">
                <a:solidFill>
                  <a:srgbClr val="F8FAFC"/>
                </a:solidFill>
                <a:latin typeface="Apple SD Gothic Neo"/>
                <a:ea typeface="Apple SD Gothic Neo"/>
                <a:cs typeface="Apple SD Gothic Neo"/>
              </a:defRPr>
            </a:lvl7pPr>
            <a:lvl8pPr algn="l">
              <a:buNone/>
              <a:defRPr sz="1650" b="0">
                <a:solidFill>
                  <a:srgbClr val="F8FAFC"/>
                </a:solidFill>
                <a:latin typeface="Apple SD Gothic Neo"/>
                <a:ea typeface="Apple SD Gothic Neo"/>
                <a:cs typeface="Apple SD Gothic Neo"/>
              </a:defRPr>
            </a:lvl8pPr>
            <a:lvl9pPr algn="l">
              <a:buNone/>
              <a:defRPr sz="1650" b="0">
                <a:solidFill>
                  <a:srgbClr val="F8FAFC"/>
                </a:solidFill>
                <a:latin typeface="Apple SD Gothic Neo"/>
                <a:ea typeface="Apple SD Gothic Neo"/>
                <a:cs typeface="Apple SD Gothic Neo"/>
              </a:defRPr>
            </a:lvl9pPr>
          </a:lstStyle>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WITH ranked AS (</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  SELECT *, ROW_NUMBER() OVER (</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    PARTITION BY refund_id</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    ORDER BY source_lsn DESC, kafka_offset DESC</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  ) AS rn</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  FROM typed</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SELECT refund_id, amount, is_deleted, source_lsn, kafka_offset</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FROM ranked WHERE rn = 1</a:t>
            </a:r>
          </a:p>
        </p:txBody>
      </p:sp>
      <p:sp>
        <p:nvSpPr>
          <p:cNvPr id="23" name="first-flink-panel-22">
            <a:extLst xmlns:a="http://schemas.openxmlformats.org/drawingml/2006/main">
              <a:ext uri="{FF2B5EF4-FFF2-40B4-BE49-F238E27FC236}">
                <a16:creationId xmlns:a16="http://schemas.microsoft.com/office/drawing/2014/main" id="{FED4BE39-612E-4C76-B20B-1E2481133E64}"/>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24" name="first-flink-text-23">
            <a:extLst xmlns:a="http://schemas.openxmlformats.org/drawingml/2006/main">
              <a:ext uri="{FF2B5EF4-FFF2-40B4-BE49-F238E27FC236}">
                <a16:creationId xmlns:a16="http://schemas.microsoft.com/office/drawing/2014/main" id="{BD4D1AFE-D9BD-4DC9-A1DF-D4D33C56CAAB}"/>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PARTITION BY는 엔티티 묶음 · ORDER BY는 버전 우선순위</a:t>
            </a:r>
          </a:p>
        </p:txBody>
      </p:sp>
    </p:spTree>
    <p:extLst>
      <p:ext uri="{BB962C8B-B14F-4D97-AF65-F5344CB8AC3E}">
        <p14:creationId xmlns:p14="http://schemas.microsoft.com/office/powerpoint/2010/main" val="1899261296"/>
      </p:ext>
    </p:extLst>
  </p:cSld>
</p:sld>
</file>

<file path=ppt/slides/slide15.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7" name="text-10">
            <a:extLst xmlns:a="http://schemas.openxmlformats.org/drawingml/2006/main">
              <a:ext uri="{FF2B5EF4-FFF2-40B4-BE49-F238E27FC236}">
                <a16:creationId xmlns:a16="http://schemas.microsoft.com/office/drawing/2014/main" id="{B6B0015B-B8EA-4B4C-905F-B3F6BAFE83B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11">
            <a:extLst xmlns:a="http://schemas.openxmlformats.org/drawingml/2006/main">
              <a:ext uri="{FF2B5EF4-FFF2-40B4-BE49-F238E27FC236}">
                <a16:creationId xmlns:a16="http://schemas.microsoft.com/office/drawing/2014/main" id="{082AB1B7-5E48-4855-A593-12FC0DA4CDB2}"/>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DISTINCT와 MAX(amount)의 한계</a:t>
            </a:r>
          </a:p>
        </p:txBody>
      </p:sp>
      <p:sp>
        <p:nvSpPr>
          <p:cNvPr id="14" name="">
            <a:extLst xmlns:a="http://schemas.openxmlformats.org/drawingml/2006/main">
              <a:ext uri="{FF2B5EF4-FFF2-40B4-BE49-F238E27FC236}">
                <a16:creationId xmlns:a16="http://schemas.microsoft.com/office/drawing/2014/main" id="{9BA22405-4B2B-43CC-AB28-99A98CA4F207}"/>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15" name="text-23">
            <a:extLst xmlns:a="http://schemas.openxmlformats.org/drawingml/2006/main">
              <a:ext uri="{FF2B5EF4-FFF2-40B4-BE49-F238E27FC236}">
                <a16:creationId xmlns:a16="http://schemas.microsoft.com/office/drawing/2014/main" id="{A77E9DDC-7EBD-4AD6-B74C-6335425945A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16" name="text-24">
            <a:extLst xmlns:a="http://schemas.openxmlformats.org/drawingml/2006/main">
              <a:ext uri="{FF2B5EF4-FFF2-40B4-BE49-F238E27FC236}">
                <a16:creationId xmlns:a16="http://schemas.microsoft.com/office/drawing/2014/main" id="{B46FCE60-13B5-482E-B7C5-B432A800A92C}"/>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15</a:t>
            </a:r>
          </a:p>
        </p:txBody>
      </p:sp>
      <p:sp>
        <p:nvSpPr>
          <p:cNvPr id="18" name="s03-panel-38">
            <a:extLst xmlns:a="http://schemas.openxmlformats.org/drawingml/2006/main">
              <a:ext uri="{FF2B5EF4-FFF2-40B4-BE49-F238E27FC236}">
                <a16:creationId xmlns:a16="http://schemas.microsoft.com/office/drawing/2014/main" id="{4D522876-18A8-48F6-9B1E-5E6233135031}"/>
              </a:ext>
            </a:extLst>
          </p:cNvPr>
          <p:cNvSpPr>
            <a:spLocks xmlns:a="http://schemas.openxmlformats.org/drawingml/2006/main" noGrp="1"/>
          </p:cNvSpPr>
          <p:nvPr/>
        </p:nvSpPr>
        <p:spPr>
          <a:xfrm xmlns:a="http://schemas.openxmlformats.org/drawingml/2006/main">
            <a:off x="609600" y="1809750"/>
            <a:ext cx="3479800" cy="3314700"/>
          </a:xfrm>
          <a:prstGeom xmlns:a="http://schemas.openxmlformats.org/drawingml/2006/main" prst="roundRect">
            <a:avLst>
              <a:gd name="adj" fmla="val 2586"/>
            </a:avLst>
          </a:prstGeom>
          <a:solidFill xmlns:a="http://schemas.openxmlformats.org/drawingml/2006/main">
            <a:srgbClr val="1E293B"/>
          </a:solidFill>
          <a:ln xmlns:a="http://schemas.openxmlformats.org/drawingml/2006/main" w="9525">
            <a:solidFill>
              <a:srgbClr val="334155"/>
            </a:solidFill>
          </a:ln>
        </p:spPr>
      </p:sp>
      <p:sp>
        <p:nvSpPr>
          <p:cNvPr id="19" name="s03-text-39">
            <a:extLst xmlns:a="http://schemas.openxmlformats.org/drawingml/2006/main">
              <a:ext uri="{FF2B5EF4-FFF2-40B4-BE49-F238E27FC236}">
                <a16:creationId xmlns:a16="http://schemas.microsoft.com/office/drawing/2014/main" id="{A56B8419-29A5-4307-B258-38277CBAED01}"/>
              </a:ext>
            </a:extLst>
          </p:cNvPr>
          <p:cNvSpPr>
            <a:spLocks xmlns:a="http://schemas.openxmlformats.org/drawingml/2006/main" noGrp="1"/>
          </p:cNvSpPr>
          <p:nvPr/>
        </p:nvSpPr>
        <p:spPr>
          <a:xfrm xmlns:a="http://schemas.openxmlformats.org/drawingml/2006/main">
            <a:off x="819150" y="2028825"/>
            <a:ext cx="3060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2D3EE"/>
                </a:solidFill>
                <a:latin typeface="Apple SD Gothic Neo"/>
                <a:ea typeface="Apple SD Gothic Neo"/>
                <a:cs typeface="Apple SD Gothic Neo"/>
              </a:defRPr>
            </a:defPPr>
            <a:lvl1pPr algn="l">
              <a:buNone/>
              <a:defRPr sz="2100" b="1">
                <a:solidFill>
                  <a:srgbClr val="22D3EE"/>
                </a:solidFill>
                <a:latin typeface="Apple SD Gothic Neo"/>
                <a:ea typeface="Apple SD Gothic Neo"/>
                <a:cs typeface="Apple SD Gothic Neo"/>
              </a:defRPr>
            </a:lvl1pPr>
            <a:lvl2pPr algn="l">
              <a:buNone/>
              <a:defRPr sz="2100" b="1">
                <a:solidFill>
                  <a:srgbClr val="22D3EE"/>
                </a:solidFill>
                <a:latin typeface="Apple SD Gothic Neo"/>
                <a:ea typeface="Apple SD Gothic Neo"/>
                <a:cs typeface="Apple SD Gothic Neo"/>
              </a:defRPr>
            </a:lvl2pPr>
            <a:lvl3pPr algn="l">
              <a:buNone/>
              <a:defRPr sz="2100" b="1">
                <a:solidFill>
                  <a:srgbClr val="22D3EE"/>
                </a:solidFill>
                <a:latin typeface="Apple SD Gothic Neo"/>
                <a:ea typeface="Apple SD Gothic Neo"/>
                <a:cs typeface="Apple SD Gothic Neo"/>
              </a:defRPr>
            </a:lvl3pPr>
            <a:lvl4pPr algn="l">
              <a:buNone/>
              <a:defRPr sz="2100" b="1">
                <a:solidFill>
                  <a:srgbClr val="22D3EE"/>
                </a:solidFill>
                <a:latin typeface="Apple SD Gothic Neo"/>
                <a:ea typeface="Apple SD Gothic Neo"/>
                <a:cs typeface="Apple SD Gothic Neo"/>
              </a:defRPr>
            </a:lvl4pPr>
            <a:lvl5pPr algn="l">
              <a:buNone/>
              <a:defRPr sz="2100" b="1">
                <a:solidFill>
                  <a:srgbClr val="22D3EE"/>
                </a:solidFill>
                <a:latin typeface="Apple SD Gothic Neo"/>
                <a:ea typeface="Apple SD Gothic Neo"/>
                <a:cs typeface="Apple SD Gothic Neo"/>
              </a:defRPr>
            </a:lvl5pPr>
            <a:lvl6pPr algn="l">
              <a:buNone/>
              <a:defRPr sz="2100" b="1">
                <a:solidFill>
                  <a:srgbClr val="22D3EE"/>
                </a:solidFill>
                <a:latin typeface="Apple SD Gothic Neo"/>
                <a:ea typeface="Apple SD Gothic Neo"/>
                <a:cs typeface="Apple SD Gothic Neo"/>
              </a:defRPr>
            </a:lvl6pPr>
            <a:lvl7pPr algn="l">
              <a:buNone/>
              <a:defRPr sz="2100" b="1">
                <a:solidFill>
                  <a:srgbClr val="22D3EE"/>
                </a:solidFill>
                <a:latin typeface="Apple SD Gothic Neo"/>
                <a:ea typeface="Apple SD Gothic Neo"/>
                <a:cs typeface="Apple SD Gothic Neo"/>
              </a:defRPr>
            </a:lvl7pPr>
            <a:lvl8pPr algn="l">
              <a:buNone/>
              <a:defRPr sz="2100" b="1">
                <a:solidFill>
                  <a:srgbClr val="22D3EE"/>
                </a:solidFill>
                <a:latin typeface="Apple SD Gothic Neo"/>
                <a:ea typeface="Apple SD Gothic Neo"/>
                <a:cs typeface="Apple SD Gothic Neo"/>
              </a:defRPr>
            </a:lvl8pPr>
            <a:lvl9pPr algn="l">
              <a:buNone/>
              <a:defRPr sz="2100" b="1">
                <a:solidFill>
                  <a:srgbClr val="22D3EE"/>
                </a:solidFill>
                <a:latin typeface="Apple SD Gothic Neo"/>
                <a:ea typeface="Apple SD Gothic Neo"/>
                <a:cs typeface="Apple SD Gothic Neo"/>
              </a:defRPr>
            </a:lvl9pPr>
          </a:lstStyle>
          <a:p xmlns:a="http://schemas.openxmlformats.org/drawingml/2006/main">
            <a:pPr algn="l">
              <a:buNone/>
              <a:defRPr sz="2100" b="1">
                <a:solidFill>
                  <a:srgbClr val="22D3EE"/>
                </a:solidFill>
                <a:latin typeface="Apple SD Gothic Neo"/>
                <a:ea typeface="Apple SD Gothic Neo"/>
                <a:cs typeface="Apple SD Gothic Neo"/>
              </a:defRPr>
            </a:pPr>
            <a:r>
              <a:rPr sz="2100" b="1">
                <a:solidFill>
                  <a:srgbClr val="22D3EE"/>
                </a:solidFill>
                <a:latin typeface="Apple SD Gothic Neo"/>
                <a:ea typeface="Apple SD Gothic Neo"/>
                <a:cs typeface="Apple SD Gothic Neo"/>
              </a:rPr>
              <a:t>DISTINCT</a:t>
            </a:r>
          </a:p>
        </p:txBody>
      </p:sp>
      <p:sp>
        <p:nvSpPr>
          <p:cNvPr id="20" name="s03-text-40">
            <a:extLst xmlns:a="http://schemas.openxmlformats.org/drawingml/2006/main">
              <a:ext uri="{FF2B5EF4-FFF2-40B4-BE49-F238E27FC236}">
                <a16:creationId xmlns:a16="http://schemas.microsoft.com/office/drawing/2014/main" id="{849CDED0-6089-41BB-95F2-613D94F0A165}"/>
              </a:ext>
            </a:extLst>
          </p:cNvPr>
          <p:cNvSpPr>
            <a:spLocks xmlns:a="http://schemas.openxmlformats.org/drawingml/2006/main" noGrp="1"/>
          </p:cNvSpPr>
          <p:nvPr/>
        </p:nvSpPr>
        <p:spPr>
          <a:xfrm xmlns:a="http://schemas.openxmlformats.org/drawingml/2006/main">
            <a:off x="819150" y="2847975"/>
            <a:ext cx="306070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AFC"/>
                </a:solidFill>
                <a:latin typeface="Apple SD Gothic Neo"/>
                <a:ea typeface="Apple SD Gothic Neo"/>
                <a:cs typeface="Apple SD Gothic Neo"/>
              </a:defRPr>
            </a:defPPr>
            <a:lvl1pPr algn="l">
              <a:buNone/>
              <a:defRPr sz="2025" b="0">
                <a:solidFill>
                  <a:srgbClr val="F8FAFC"/>
                </a:solidFill>
                <a:latin typeface="Apple SD Gothic Neo"/>
                <a:ea typeface="Apple SD Gothic Neo"/>
                <a:cs typeface="Apple SD Gothic Neo"/>
              </a:defRPr>
            </a:lvl1pPr>
            <a:lvl2pPr algn="l">
              <a:buNone/>
              <a:defRPr sz="2025" b="0">
                <a:solidFill>
                  <a:srgbClr val="F8FAFC"/>
                </a:solidFill>
                <a:latin typeface="Apple SD Gothic Neo"/>
                <a:ea typeface="Apple SD Gothic Neo"/>
                <a:cs typeface="Apple SD Gothic Neo"/>
              </a:defRPr>
            </a:lvl2pPr>
            <a:lvl3pPr algn="l">
              <a:buNone/>
              <a:defRPr sz="2025" b="0">
                <a:solidFill>
                  <a:srgbClr val="F8FAFC"/>
                </a:solidFill>
                <a:latin typeface="Apple SD Gothic Neo"/>
                <a:ea typeface="Apple SD Gothic Neo"/>
                <a:cs typeface="Apple SD Gothic Neo"/>
              </a:defRPr>
            </a:lvl3pPr>
            <a:lvl4pPr algn="l">
              <a:buNone/>
              <a:defRPr sz="2025" b="0">
                <a:solidFill>
                  <a:srgbClr val="F8FAFC"/>
                </a:solidFill>
                <a:latin typeface="Apple SD Gothic Neo"/>
                <a:ea typeface="Apple SD Gothic Neo"/>
                <a:cs typeface="Apple SD Gothic Neo"/>
              </a:defRPr>
            </a:lvl4pPr>
            <a:lvl5pPr algn="l">
              <a:buNone/>
              <a:defRPr sz="2025" b="0">
                <a:solidFill>
                  <a:srgbClr val="F8FAFC"/>
                </a:solidFill>
                <a:latin typeface="Apple SD Gothic Neo"/>
                <a:ea typeface="Apple SD Gothic Neo"/>
                <a:cs typeface="Apple SD Gothic Neo"/>
              </a:defRPr>
            </a:lvl5pPr>
            <a:lvl6pPr algn="l">
              <a:buNone/>
              <a:defRPr sz="2025" b="0">
                <a:solidFill>
                  <a:srgbClr val="F8FAFC"/>
                </a:solidFill>
                <a:latin typeface="Apple SD Gothic Neo"/>
                <a:ea typeface="Apple SD Gothic Neo"/>
                <a:cs typeface="Apple SD Gothic Neo"/>
              </a:defRPr>
            </a:lvl6pPr>
            <a:lvl7pPr algn="l">
              <a:buNone/>
              <a:defRPr sz="2025" b="0">
                <a:solidFill>
                  <a:srgbClr val="F8FAFC"/>
                </a:solidFill>
                <a:latin typeface="Apple SD Gothic Neo"/>
                <a:ea typeface="Apple SD Gothic Neo"/>
                <a:cs typeface="Apple SD Gothic Neo"/>
              </a:defRPr>
            </a:lvl7pPr>
            <a:lvl8pPr algn="l">
              <a:buNone/>
              <a:defRPr sz="2025" b="0">
                <a:solidFill>
                  <a:srgbClr val="F8FAFC"/>
                </a:solidFill>
                <a:latin typeface="Apple SD Gothic Neo"/>
                <a:ea typeface="Apple SD Gothic Neo"/>
                <a:cs typeface="Apple SD Gothic Neo"/>
              </a:defRPr>
            </a:lvl8pPr>
            <a:lvl9pPr algn="l">
              <a:buNone/>
              <a:defRPr sz="2025" b="0">
                <a:solidFill>
                  <a:srgbClr val="F8FAFC"/>
                </a:solidFill>
                <a:latin typeface="Apple SD Gothic Neo"/>
                <a:ea typeface="Apple SD Gothic Neo"/>
                <a:cs typeface="Apple SD Gothic Neo"/>
              </a:defRPr>
            </a:lvl9pPr>
          </a:lstStyle>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다른 버전이면</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여러 행이 남습니다</a:t>
            </a:r>
          </a:p>
        </p:txBody>
      </p:sp>
      <p:sp>
        <p:nvSpPr>
          <p:cNvPr id="21" name="s03-panel-41">
            <a:extLst xmlns:a="http://schemas.openxmlformats.org/drawingml/2006/main">
              <a:ext uri="{FF2B5EF4-FFF2-40B4-BE49-F238E27FC236}">
                <a16:creationId xmlns:a16="http://schemas.microsoft.com/office/drawing/2014/main" id="{C95F1E3D-A1C5-40C0-AA5A-F92BCAFB334C}"/>
              </a:ext>
            </a:extLst>
          </p:cNvPr>
          <p:cNvSpPr>
            <a:spLocks xmlns:a="http://schemas.openxmlformats.org/drawingml/2006/main" noGrp="1"/>
          </p:cNvSpPr>
          <p:nvPr/>
        </p:nvSpPr>
        <p:spPr>
          <a:xfrm xmlns:a="http://schemas.openxmlformats.org/drawingml/2006/main">
            <a:off x="4356100" y="1809750"/>
            <a:ext cx="3479800" cy="3314700"/>
          </a:xfrm>
          <a:prstGeom xmlns:a="http://schemas.openxmlformats.org/drawingml/2006/main" prst="roundRect">
            <a:avLst>
              <a:gd name="adj" fmla="val 2586"/>
            </a:avLst>
          </a:prstGeom>
          <a:solidFill xmlns:a="http://schemas.openxmlformats.org/drawingml/2006/main">
            <a:srgbClr val="1E293B"/>
          </a:solidFill>
          <a:ln xmlns:a="http://schemas.openxmlformats.org/drawingml/2006/main" w="9525">
            <a:solidFill>
              <a:srgbClr val="334155"/>
            </a:solidFill>
          </a:ln>
        </p:spPr>
      </p:sp>
      <p:sp>
        <p:nvSpPr>
          <p:cNvPr id="22" name="s03-text-42">
            <a:extLst xmlns:a="http://schemas.openxmlformats.org/drawingml/2006/main">
              <a:ext uri="{FF2B5EF4-FFF2-40B4-BE49-F238E27FC236}">
                <a16:creationId xmlns:a16="http://schemas.microsoft.com/office/drawing/2014/main" id="{ABD1C8D6-6953-42DB-A1B2-C87696DBA1EA}"/>
              </a:ext>
            </a:extLst>
          </p:cNvPr>
          <p:cNvSpPr>
            <a:spLocks xmlns:a="http://schemas.openxmlformats.org/drawingml/2006/main" noGrp="1"/>
          </p:cNvSpPr>
          <p:nvPr/>
        </p:nvSpPr>
        <p:spPr>
          <a:xfrm xmlns:a="http://schemas.openxmlformats.org/drawingml/2006/main">
            <a:off x="4565650" y="2028825"/>
            <a:ext cx="3060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B923C"/>
                </a:solidFill>
                <a:latin typeface="Apple SD Gothic Neo"/>
                <a:ea typeface="Apple SD Gothic Neo"/>
                <a:cs typeface="Apple SD Gothic Neo"/>
              </a:defRPr>
            </a:defPPr>
            <a:lvl1pPr algn="l">
              <a:buNone/>
              <a:defRPr sz="2100" b="1">
                <a:solidFill>
                  <a:srgbClr val="FB923C"/>
                </a:solidFill>
                <a:latin typeface="Apple SD Gothic Neo"/>
                <a:ea typeface="Apple SD Gothic Neo"/>
                <a:cs typeface="Apple SD Gothic Neo"/>
              </a:defRPr>
            </a:lvl1pPr>
            <a:lvl2pPr algn="l">
              <a:buNone/>
              <a:defRPr sz="2100" b="1">
                <a:solidFill>
                  <a:srgbClr val="FB923C"/>
                </a:solidFill>
                <a:latin typeface="Apple SD Gothic Neo"/>
                <a:ea typeface="Apple SD Gothic Neo"/>
                <a:cs typeface="Apple SD Gothic Neo"/>
              </a:defRPr>
            </a:lvl2pPr>
            <a:lvl3pPr algn="l">
              <a:buNone/>
              <a:defRPr sz="2100" b="1">
                <a:solidFill>
                  <a:srgbClr val="FB923C"/>
                </a:solidFill>
                <a:latin typeface="Apple SD Gothic Neo"/>
                <a:ea typeface="Apple SD Gothic Neo"/>
                <a:cs typeface="Apple SD Gothic Neo"/>
              </a:defRPr>
            </a:lvl3pPr>
            <a:lvl4pPr algn="l">
              <a:buNone/>
              <a:defRPr sz="2100" b="1">
                <a:solidFill>
                  <a:srgbClr val="FB923C"/>
                </a:solidFill>
                <a:latin typeface="Apple SD Gothic Neo"/>
                <a:ea typeface="Apple SD Gothic Neo"/>
                <a:cs typeface="Apple SD Gothic Neo"/>
              </a:defRPr>
            </a:lvl4pPr>
            <a:lvl5pPr algn="l">
              <a:buNone/>
              <a:defRPr sz="2100" b="1">
                <a:solidFill>
                  <a:srgbClr val="FB923C"/>
                </a:solidFill>
                <a:latin typeface="Apple SD Gothic Neo"/>
                <a:ea typeface="Apple SD Gothic Neo"/>
                <a:cs typeface="Apple SD Gothic Neo"/>
              </a:defRPr>
            </a:lvl5pPr>
            <a:lvl6pPr algn="l">
              <a:buNone/>
              <a:defRPr sz="2100" b="1">
                <a:solidFill>
                  <a:srgbClr val="FB923C"/>
                </a:solidFill>
                <a:latin typeface="Apple SD Gothic Neo"/>
                <a:ea typeface="Apple SD Gothic Neo"/>
                <a:cs typeface="Apple SD Gothic Neo"/>
              </a:defRPr>
            </a:lvl6pPr>
            <a:lvl7pPr algn="l">
              <a:buNone/>
              <a:defRPr sz="2100" b="1">
                <a:solidFill>
                  <a:srgbClr val="FB923C"/>
                </a:solidFill>
                <a:latin typeface="Apple SD Gothic Neo"/>
                <a:ea typeface="Apple SD Gothic Neo"/>
                <a:cs typeface="Apple SD Gothic Neo"/>
              </a:defRPr>
            </a:lvl7pPr>
            <a:lvl8pPr algn="l">
              <a:buNone/>
              <a:defRPr sz="2100" b="1">
                <a:solidFill>
                  <a:srgbClr val="FB923C"/>
                </a:solidFill>
                <a:latin typeface="Apple SD Gothic Neo"/>
                <a:ea typeface="Apple SD Gothic Neo"/>
                <a:cs typeface="Apple SD Gothic Neo"/>
              </a:defRPr>
            </a:lvl8pPr>
            <a:lvl9pPr algn="l">
              <a:buNone/>
              <a:defRPr sz="2100" b="1">
                <a:solidFill>
                  <a:srgbClr val="FB923C"/>
                </a:solidFill>
                <a:latin typeface="Apple SD Gothic Neo"/>
                <a:ea typeface="Apple SD Gothic Neo"/>
                <a:cs typeface="Apple SD Gothic Neo"/>
              </a:defRPr>
            </a:lvl9pPr>
          </a:lstStyle>
          <a:p xmlns:a="http://schemas.openxmlformats.org/drawingml/2006/main">
            <a:pPr algn="l">
              <a:buNone/>
              <a:defRPr sz="2100" b="1">
                <a:solidFill>
                  <a:srgbClr val="FB923C"/>
                </a:solidFill>
                <a:latin typeface="Apple SD Gothic Neo"/>
                <a:ea typeface="Apple SD Gothic Neo"/>
                <a:cs typeface="Apple SD Gothic Neo"/>
              </a:defRPr>
            </a:pPr>
            <a:r>
              <a:rPr sz="2100" b="1">
                <a:solidFill>
                  <a:srgbClr val="FB923C"/>
                </a:solidFill>
                <a:latin typeface="Apple SD Gothic Neo"/>
                <a:ea typeface="Apple SD Gothic Neo"/>
                <a:cs typeface="Apple SD Gothic Neo"/>
              </a:rPr>
              <a:t>MAX(amount)</a:t>
            </a:r>
          </a:p>
        </p:txBody>
      </p:sp>
      <p:sp>
        <p:nvSpPr>
          <p:cNvPr id="23" name="s03-text-43">
            <a:extLst xmlns:a="http://schemas.openxmlformats.org/drawingml/2006/main">
              <a:ext uri="{FF2B5EF4-FFF2-40B4-BE49-F238E27FC236}">
                <a16:creationId xmlns:a16="http://schemas.microsoft.com/office/drawing/2014/main" id="{4DA1AB5A-70E7-4A2F-9050-B42060395635}"/>
              </a:ext>
            </a:extLst>
          </p:cNvPr>
          <p:cNvSpPr>
            <a:spLocks xmlns:a="http://schemas.openxmlformats.org/drawingml/2006/main" noGrp="1"/>
          </p:cNvSpPr>
          <p:nvPr/>
        </p:nvSpPr>
        <p:spPr>
          <a:xfrm xmlns:a="http://schemas.openxmlformats.org/drawingml/2006/main">
            <a:off x="4565650" y="2847975"/>
            <a:ext cx="306070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AFC"/>
                </a:solidFill>
                <a:latin typeface="Apple SD Gothic Neo"/>
                <a:ea typeface="Apple SD Gothic Neo"/>
                <a:cs typeface="Apple SD Gothic Neo"/>
              </a:defRPr>
            </a:defPPr>
            <a:lvl1pPr algn="l">
              <a:buNone/>
              <a:defRPr sz="2025" b="0">
                <a:solidFill>
                  <a:srgbClr val="F8FAFC"/>
                </a:solidFill>
                <a:latin typeface="Apple SD Gothic Neo"/>
                <a:ea typeface="Apple SD Gothic Neo"/>
                <a:cs typeface="Apple SD Gothic Neo"/>
              </a:defRPr>
            </a:lvl1pPr>
            <a:lvl2pPr algn="l">
              <a:buNone/>
              <a:defRPr sz="2025" b="0">
                <a:solidFill>
                  <a:srgbClr val="F8FAFC"/>
                </a:solidFill>
                <a:latin typeface="Apple SD Gothic Neo"/>
                <a:ea typeface="Apple SD Gothic Neo"/>
                <a:cs typeface="Apple SD Gothic Neo"/>
              </a:defRPr>
            </a:lvl2pPr>
            <a:lvl3pPr algn="l">
              <a:buNone/>
              <a:defRPr sz="2025" b="0">
                <a:solidFill>
                  <a:srgbClr val="F8FAFC"/>
                </a:solidFill>
                <a:latin typeface="Apple SD Gothic Neo"/>
                <a:ea typeface="Apple SD Gothic Neo"/>
                <a:cs typeface="Apple SD Gothic Neo"/>
              </a:defRPr>
            </a:lvl3pPr>
            <a:lvl4pPr algn="l">
              <a:buNone/>
              <a:defRPr sz="2025" b="0">
                <a:solidFill>
                  <a:srgbClr val="F8FAFC"/>
                </a:solidFill>
                <a:latin typeface="Apple SD Gothic Neo"/>
                <a:ea typeface="Apple SD Gothic Neo"/>
                <a:cs typeface="Apple SD Gothic Neo"/>
              </a:defRPr>
            </a:lvl4pPr>
            <a:lvl5pPr algn="l">
              <a:buNone/>
              <a:defRPr sz="2025" b="0">
                <a:solidFill>
                  <a:srgbClr val="F8FAFC"/>
                </a:solidFill>
                <a:latin typeface="Apple SD Gothic Neo"/>
                <a:ea typeface="Apple SD Gothic Neo"/>
                <a:cs typeface="Apple SD Gothic Neo"/>
              </a:defRPr>
            </a:lvl5pPr>
            <a:lvl6pPr algn="l">
              <a:buNone/>
              <a:defRPr sz="2025" b="0">
                <a:solidFill>
                  <a:srgbClr val="F8FAFC"/>
                </a:solidFill>
                <a:latin typeface="Apple SD Gothic Neo"/>
                <a:ea typeface="Apple SD Gothic Neo"/>
                <a:cs typeface="Apple SD Gothic Neo"/>
              </a:defRPr>
            </a:lvl6pPr>
            <a:lvl7pPr algn="l">
              <a:buNone/>
              <a:defRPr sz="2025" b="0">
                <a:solidFill>
                  <a:srgbClr val="F8FAFC"/>
                </a:solidFill>
                <a:latin typeface="Apple SD Gothic Neo"/>
                <a:ea typeface="Apple SD Gothic Neo"/>
                <a:cs typeface="Apple SD Gothic Neo"/>
              </a:defRPr>
            </a:lvl7pPr>
            <a:lvl8pPr algn="l">
              <a:buNone/>
              <a:defRPr sz="2025" b="0">
                <a:solidFill>
                  <a:srgbClr val="F8FAFC"/>
                </a:solidFill>
                <a:latin typeface="Apple SD Gothic Neo"/>
                <a:ea typeface="Apple SD Gothic Neo"/>
                <a:cs typeface="Apple SD Gothic Neo"/>
              </a:defRPr>
            </a:lvl8pPr>
            <a:lvl9pPr algn="l">
              <a:buNone/>
              <a:defRPr sz="2025" b="0">
                <a:solidFill>
                  <a:srgbClr val="F8FAFC"/>
                </a:solidFill>
                <a:latin typeface="Apple SD Gothic Neo"/>
                <a:ea typeface="Apple SD Gothic Neo"/>
                <a:cs typeface="Apple SD Gothic Neo"/>
              </a:defRPr>
            </a:lvl9pPr>
          </a:lstStyle>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30000 → 10000 정정</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과거 30000을 선택</a:t>
            </a:r>
          </a:p>
        </p:txBody>
      </p:sp>
      <p:sp>
        <p:nvSpPr>
          <p:cNvPr id="24" name="s03-panel-44">
            <a:extLst xmlns:a="http://schemas.openxmlformats.org/drawingml/2006/main">
              <a:ext uri="{FF2B5EF4-FFF2-40B4-BE49-F238E27FC236}">
                <a16:creationId xmlns:a16="http://schemas.microsoft.com/office/drawing/2014/main" id="{C96F8D07-D0F2-4307-A8FE-634C00F663D7}"/>
              </a:ext>
            </a:extLst>
          </p:cNvPr>
          <p:cNvSpPr>
            <a:spLocks xmlns:a="http://schemas.openxmlformats.org/drawingml/2006/main" noGrp="1"/>
          </p:cNvSpPr>
          <p:nvPr/>
        </p:nvSpPr>
        <p:spPr>
          <a:xfrm xmlns:a="http://schemas.openxmlformats.org/drawingml/2006/main">
            <a:off x="8102600" y="1809750"/>
            <a:ext cx="3479800" cy="3314700"/>
          </a:xfrm>
          <a:prstGeom xmlns:a="http://schemas.openxmlformats.org/drawingml/2006/main" prst="roundRect">
            <a:avLst>
              <a:gd name="adj" fmla="val 2586"/>
            </a:avLst>
          </a:prstGeom>
          <a:solidFill xmlns:a="http://schemas.openxmlformats.org/drawingml/2006/main">
            <a:srgbClr val="1E293B"/>
          </a:solidFill>
          <a:ln xmlns:a="http://schemas.openxmlformats.org/drawingml/2006/main" w="9525">
            <a:solidFill>
              <a:srgbClr val="334155"/>
            </a:solidFill>
          </a:ln>
        </p:spPr>
      </p:sp>
      <p:sp>
        <p:nvSpPr>
          <p:cNvPr id="25" name="s03-text-45">
            <a:extLst xmlns:a="http://schemas.openxmlformats.org/drawingml/2006/main">
              <a:ext uri="{FF2B5EF4-FFF2-40B4-BE49-F238E27FC236}">
                <a16:creationId xmlns:a16="http://schemas.microsoft.com/office/drawing/2014/main" id="{0E444FC2-D9D7-485E-BE2E-439F8066A340}"/>
              </a:ext>
            </a:extLst>
          </p:cNvPr>
          <p:cNvSpPr>
            <a:spLocks xmlns:a="http://schemas.openxmlformats.org/drawingml/2006/main" noGrp="1"/>
          </p:cNvSpPr>
          <p:nvPr/>
        </p:nvSpPr>
        <p:spPr>
          <a:xfrm xmlns:a="http://schemas.openxmlformats.org/drawingml/2006/main">
            <a:off x="8312150" y="2028825"/>
            <a:ext cx="3060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4D399"/>
                </a:solidFill>
                <a:latin typeface="Apple SD Gothic Neo"/>
                <a:ea typeface="Apple SD Gothic Neo"/>
                <a:cs typeface="Apple SD Gothic Neo"/>
              </a:defRPr>
            </a:defPPr>
            <a:lvl1pPr algn="l">
              <a:buNone/>
              <a:defRPr sz="2100" b="1">
                <a:solidFill>
                  <a:srgbClr val="34D399"/>
                </a:solidFill>
                <a:latin typeface="Apple SD Gothic Neo"/>
                <a:ea typeface="Apple SD Gothic Neo"/>
                <a:cs typeface="Apple SD Gothic Neo"/>
              </a:defRPr>
            </a:lvl1pPr>
            <a:lvl2pPr algn="l">
              <a:buNone/>
              <a:defRPr sz="2100" b="1">
                <a:solidFill>
                  <a:srgbClr val="34D399"/>
                </a:solidFill>
                <a:latin typeface="Apple SD Gothic Neo"/>
                <a:ea typeface="Apple SD Gothic Neo"/>
                <a:cs typeface="Apple SD Gothic Neo"/>
              </a:defRPr>
            </a:lvl2pPr>
            <a:lvl3pPr algn="l">
              <a:buNone/>
              <a:defRPr sz="2100" b="1">
                <a:solidFill>
                  <a:srgbClr val="34D399"/>
                </a:solidFill>
                <a:latin typeface="Apple SD Gothic Neo"/>
                <a:ea typeface="Apple SD Gothic Neo"/>
                <a:cs typeface="Apple SD Gothic Neo"/>
              </a:defRPr>
            </a:lvl3pPr>
            <a:lvl4pPr algn="l">
              <a:buNone/>
              <a:defRPr sz="2100" b="1">
                <a:solidFill>
                  <a:srgbClr val="34D399"/>
                </a:solidFill>
                <a:latin typeface="Apple SD Gothic Neo"/>
                <a:ea typeface="Apple SD Gothic Neo"/>
                <a:cs typeface="Apple SD Gothic Neo"/>
              </a:defRPr>
            </a:lvl4pPr>
            <a:lvl5pPr algn="l">
              <a:buNone/>
              <a:defRPr sz="2100" b="1">
                <a:solidFill>
                  <a:srgbClr val="34D399"/>
                </a:solidFill>
                <a:latin typeface="Apple SD Gothic Neo"/>
                <a:ea typeface="Apple SD Gothic Neo"/>
                <a:cs typeface="Apple SD Gothic Neo"/>
              </a:defRPr>
            </a:lvl5pPr>
            <a:lvl6pPr algn="l">
              <a:buNone/>
              <a:defRPr sz="2100" b="1">
                <a:solidFill>
                  <a:srgbClr val="34D399"/>
                </a:solidFill>
                <a:latin typeface="Apple SD Gothic Neo"/>
                <a:ea typeface="Apple SD Gothic Neo"/>
                <a:cs typeface="Apple SD Gothic Neo"/>
              </a:defRPr>
            </a:lvl6pPr>
            <a:lvl7pPr algn="l">
              <a:buNone/>
              <a:defRPr sz="2100" b="1">
                <a:solidFill>
                  <a:srgbClr val="34D399"/>
                </a:solidFill>
                <a:latin typeface="Apple SD Gothic Neo"/>
                <a:ea typeface="Apple SD Gothic Neo"/>
                <a:cs typeface="Apple SD Gothic Neo"/>
              </a:defRPr>
            </a:lvl7pPr>
            <a:lvl8pPr algn="l">
              <a:buNone/>
              <a:defRPr sz="2100" b="1">
                <a:solidFill>
                  <a:srgbClr val="34D399"/>
                </a:solidFill>
                <a:latin typeface="Apple SD Gothic Neo"/>
                <a:ea typeface="Apple SD Gothic Neo"/>
                <a:cs typeface="Apple SD Gothic Neo"/>
              </a:defRPr>
            </a:lvl8pPr>
            <a:lvl9pPr algn="l">
              <a:buNone/>
              <a:defRPr sz="2100" b="1">
                <a:solidFill>
                  <a:srgbClr val="34D399"/>
                </a:solidFill>
                <a:latin typeface="Apple SD Gothic Neo"/>
                <a:ea typeface="Apple SD Gothic Neo"/>
                <a:cs typeface="Apple SD Gothic Neo"/>
              </a:defRPr>
            </a:lvl9pPr>
          </a:lstStyle>
          <a:p xmlns:a="http://schemas.openxmlformats.org/drawingml/2006/main">
            <a:pPr algn="l">
              <a:buNone/>
              <a:defRPr sz="2100" b="1">
                <a:solidFill>
                  <a:srgbClr val="34D399"/>
                </a:solidFill>
                <a:latin typeface="Apple SD Gothic Neo"/>
                <a:ea typeface="Apple SD Gothic Neo"/>
                <a:cs typeface="Apple SD Gothic Neo"/>
              </a:defRPr>
            </a:pPr>
            <a:r>
              <a:rPr sz="2100" b="1">
                <a:solidFill>
                  <a:srgbClr val="34D399"/>
                </a:solidFill>
                <a:latin typeface="Apple SD Gothic Neo"/>
                <a:ea typeface="Apple SD Gothic Neo"/>
                <a:cs typeface="Apple SD Gothic Neo"/>
              </a:rPr>
              <a:t>버전으로 선택</a:t>
            </a:r>
          </a:p>
        </p:txBody>
      </p:sp>
      <p:sp>
        <p:nvSpPr>
          <p:cNvPr id="26" name="s03-text-46">
            <a:extLst xmlns:a="http://schemas.openxmlformats.org/drawingml/2006/main">
              <a:ext uri="{FF2B5EF4-FFF2-40B4-BE49-F238E27FC236}">
                <a16:creationId xmlns:a16="http://schemas.microsoft.com/office/drawing/2014/main" id="{6AE703BE-E880-4D0A-87CF-70D1569B89D1}"/>
              </a:ext>
            </a:extLst>
          </p:cNvPr>
          <p:cNvSpPr>
            <a:spLocks xmlns:a="http://schemas.openxmlformats.org/drawingml/2006/main" noGrp="1"/>
          </p:cNvSpPr>
          <p:nvPr/>
        </p:nvSpPr>
        <p:spPr>
          <a:xfrm xmlns:a="http://schemas.openxmlformats.org/drawingml/2006/main">
            <a:off x="8312150" y="2847975"/>
            <a:ext cx="306070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AFC"/>
                </a:solidFill>
                <a:latin typeface="Apple SD Gothic Neo"/>
                <a:ea typeface="Apple SD Gothic Neo"/>
                <a:cs typeface="Apple SD Gothic Neo"/>
              </a:defRPr>
            </a:defPPr>
            <a:lvl1pPr algn="l">
              <a:buNone/>
              <a:defRPr sz="2025" b="0">
                <a:solidFill>
                  <a:srgbClr val="F8FAFC"/>
                </a:solidFill>
                <a:latin typeface="Apple SD Gothic Neo"/>
                <a:ea typeface="Apple SD Gothic Neo"/>
                <a:cs typeface="Apple SD Gothic Neo"/>
              </a:defRPr>
            </a:lvl1pPr>
            <a:lvl2pPr algn="l">
              <a:buNone/>
              <a:defRPr sz="2025" b="0">
                <a:solidFill>
                  <a:srgbClr val="F8FAFC"/>
                </a:solidFill>
                <a:latin typeface="Apple SD Gothic Neo"/>
                <a:ea typeface="Apple SD Gothic Neo"/>
                <a:cs typeface="Apple SD Gothic Neo"/>
              </a:defRPr>
            </a:lvl2pPr>
            <a:lvl3pPr algn="l">
              <a:buNone/>
              <a:defRPr sz="2025" b="0">
                <a:solidFill>
                  <a:srgbClr val="F8FAFC"/>
                </a:solidFill>
                <a:latin typeface="Apple SD Gothic Neo"/>
                <a:ea typeface="Apple SD Gothic Neo"/>
                <a:cs typeface="Apple SD Gothic Neo"/>
              </a:defRPr>
            </a:lvl3pPr>
            <a:lvl4pPr algn="l">
              <a:buNone/>
              <a:defRPr sz="2025" b="0">
                <a:solidFill>
                  <a:srgbClr val="F8FAFC"/>
                </a:solidFill>
                <a:latin typeface="Apple SD Gothic Neo"/>
                <a:ea typeface="Apple SD Gothic Neo"/>
                <a:cs typeface="Apple SD Gothic Neo"/>
              </a:defRPr>
            </a:lvl4pPr>
            <a:lvl5pPr algn="l">
              <a:buNone/>
              <a:defRPr sz="2025" b="0">
                <a:solidFill>
                  <a:srgbClr val="F8FAFC"/>
                </a:solidFill>
                <a:latin typeface="Apple SD Gothic Neo"/>
                <a:ea typeface="Apple SD Gothic Neo"/>
                <a:cs typeface="Apple SD Gothic Neo"/>
              </a:defRPr>
            </a:lvl5pPr>
            <a:lvl6pPr algn="l">
              <a:buNone/>
              <a:defRPr sz="2025" b="0">
                <a:solidFill>
                  <a:srgbClr val="F8FAFC"/>
                </a:solidFill>
                <a:latin typeface="Apple SD Gothic Neo"/>
                <a:ea typeface="Apple SD Gothic Neo"/>
                <a:cs typeface="Apple SD Gothic Neo"/>
              </a:defRPr>
            </a:lvl6pPr>
            <a:lvl7pPr algn="l">
              <a:buNone/>
              <a:defRPr sz="2025" b="0">
                <a:solidFill>
                  <a:srgbClr val="F8FAFC"/>
                </a:solidFill>
                <a:latin typeface="Apple SD Gothic Neo"/>
                <a:ea typeface="Apple SD Gothic Neo"/>
                <a:cs typeface="Apple SD Gothic Neo"/>
              </a:defRPr>
            </a:lvl7pPr>
            <a:lvl8pPr algn="l">
              <a:buNone/>
              <a:defRPr sz="2025" b="0">
                <a:solidFill>
                  <a:srgbClr val="F8FAFC"/>
                </a:solidFill>
                <a:latin typeface="Apple SD Gothic Neo"/>
                <a:ea typeface="Apple SD Gothic Neo"/>
                <a:cs typeface="Apple SD Gothic Neo"/>
              </a:defRPr>
            </a:lvl8pPr>
            <a:lvl9pPr algn="l">
              <a:buNone/>
              <a:defRPr sz="2025" b="0">
                <a:solidFill>
                  <a:srgbClr val="F8FAFC"/>
                </a:solidFill>
                <a:latin typeface="Apple SD Gothic Neo"/>
                <a:ea typeface="Apple SD Gothic Neo"/>
                <a:cs typeface="Apple SD Gothic Neo"/>
              </a:defRPr>
            </a:lvl9pPr>
          </a:lstStyle>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최신 버전의</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현재 금액은 10000</a:t>
            </a:r>
          </a:p>
        </p:txBody>
      </p:sp>
      <p:sp>
        <p:nvSpPr>
          <p:cNvPr id="27" name="s03-panel-47">
            <a:extLst xmlns:a="http://schemas.openxmlformats.org/drawingml/2006/main">
              <a:ext uri="{FF2B5EF4-FFF2-40B4-BE49-F238E27FC236}">
                <a16:creationId xmlns:a16="http://schemas.microsoft.com/office/drawing/2014/main" id="{39198901-CF90-42FA-B755-AF757D9692A9}"/>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28" name="s03-text-48">
            <a:extLst xmlns:a="http://schemas.openxmlformats.org/drawingml/2006/main">
              <a:ext uri="{FF2B5EF4-FFF2-40B4-BE49-F238E27FC236}">
                <a16:creationId xmlns:a16="http://schemas.microsoft.com/office/drawing/2014/main" id="{C9057E26-398A-4E73-88DA-C9798DEECCC5}"/>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가상 반례 30000 → 10000 · 공통 fixture는 20000 → 30000입니다</a:t>
            </a:r>
          </a:p>
        </p:txBody>
      </p:sp>
    </p:spTree>
    <p:extLst>
      <p:ext uri="{BB962C8B-B14F-4D97-AF65-F5344CB8AC3E}">
        <p14:creationId xmlns:p14="http://schemas.microsoft.com/office/powerpoint/2010/main" val="602725031"/>
      </p:ext>
    </p:extLst>
  </p:cSld>
</p:sld>
</file>

<file path=ppt/slides/slide16.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9" name="text-46">
            <a:extLst xmlns:a="http://schemas.openxmlformats.org/drawingml/2006/main">
              <a:ext uri="{FF2B5EF4-FFF2-40B4-BE49-F238E27FC236}">
                <a16:creationId xmlns:a16="http://schemas.microsoft.com/office/drawing/2014/main" id="{D3F65DCF-B16A-4121-9FC0-34B29F1AB0E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47">
            <a:extLst xmlns:a="http://schemas.openxmlformats.org/drawingml/2006/main">
              <a:ext uri="{FF2B5EF4-FFF2-40B4-BE49-F238E27FC236}">
                <a16:creationId xmlns:a16="http://schemas.microsoft.com/office/drawing/2014/main" id="{A4AF2A9B-4790-4685-AB60-7E92F760958E}"/>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MERGE의 세 가지 판단</a:t>
            </a:r>
          </a:p>
        </p:txBody>
      </p:sp>
      <p:sp>
        <p:nvSpPr>
          <p:cNvPr id="6" name="">
            <a:extLst xmlns:a="http://schemas.openxmlformats.org/drawingml/2006/main">
              <a:ext uri="{FF2B5EF4-FFF2-40B4-BE49-F238E27FC236}">
                <a16:creationId xmlns:a16="http://schemas.microsoft.com/office/drawing/2014/main" id="{99C62537-090E-4F5A-BEB0-31A70ACCD748}"/>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7" name="text-50">
            <a:extLst xmlns:a="http://schemas.openxmlformats.org/drawingml/2006/main">
              <a:ext uri="{FF2B5EF4-FFF2-40B4-BE49-F238E27FC236}">
                <a16:creationId xmlns:a16="http://schemas.microsoft.com/office/drawing/2014/main" id="{00D05031-C79D-4FF1-8B64-E29E0D6CD0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8" name="text-51">
            <a:extLst xmlns:a="http://schemas.openxmlformats.org/drawingml/2006/main">
              <a:ext uri="{FF2B5EF4-FFF2-40B4-BE49-F238E27FC236}">
                <a16:creationId xmlns:a16="http://schemas.microsoft.com/office/drawing/2014/main" id="{1D8B1809-7B23-47C6-A634-91FE4293479D}"/>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16</a:t>
            </a:r>
          </a:p>
        </p:txBody>
      </p:sp>
      <p:sp>
        <p:nvSpPr>
          <p:cNvPr id="21" name="first-flink-panel-20">
            <a:extLst xmlns:a="http://schemas.openxmlformats.org/drawingml/2006/main">
              <a:ext uri="{FF2B5EF4-FFF2-40B4-BE49-F238E27FC236}">
                <a16:creationId xmlns:a16="http://schemas.microsoft.com/office/drawing/2014/main" id="{A02565A3-ACB2-4B13-80EA-7C48FEADAC65}"/>
              </a:ext>
            </a:extLst>
          </p:cNvPr>
          <p:cNvSpPr>
            <a:spLocks xmlns:a="http://schemas.openxmlformats.org/drawingml/2006/main" noGrp="1"/>
          </p:cNvSpPr>
          <p:nvPr/>
        </p:nvSpPr>
        <p:spPr>
          <a:xfrm xmlns:a="http://schemas.openxmlformats.org/drawingml/2006/main">
            <a:off x="609600" y="1695450"/>
            <a:ext cx="10972800" cy="3619500"/>
          </a:xfrm>
          <a:prstGeom xmlns:a="http://schemas.openxmlformats.org/drawingml/2006/main" prst="roundRect">
            <a:avLst>
              <a:gd name="adj" fmla="val 4712"/>
            </a:avLst>
          </a:prstGeom>
          <a:solidFill xmlns:a="http://schemas.openxmlformats.org/drawingml/2006/main">
            <a:srgbClr val="182235"/>
          </a:solidFill>
          <a:ln xmlns:a="http://schemas.openxmlformats.org/drawingml/2006/main" w="9525">
            <a:solidFill>
              <a:srgbClr val="334155"/>
            </a:solidFill>
          </a:ln>
        </p:spPr>
      </p:sp>
      <p:sp>
        <p:nvSpPr>
          <p:cNvPr id="22" name="first-flink-text-21">
            <a:extLst xmlns:a="http://schemas.openxmlformats.org/drawingml/2006/main">
              <a:ext uri="{FF2B5EF4-FFF2-40B4-BE49-F238E27FC236}">
                <a16:creationId xmlns:a16="http://schemas.microsoft.com/office/drawing/2014/main" id="{70F90256-F996-487A-9895-069E9AD42313}"/>
              </a:ext>
            </a:extLst>
          </p:cNvPr>
          <p:cNvSpPr>
            <a:spLocks xmlns:a="http://schemas.openxmlformats.org/drawingml/2006/main" noGrp="1"/>
          </p:cNvSpPr>
          <p:nvPr/>
        </p:nvSpPr>
        <p:spPr>
          <a:xfrm xmlns:a="http://schemas.openxmlformats.org/drawingml/2006/main">
            <a:off x="800100" y="1847850"/>
            <a:ext cx="1057275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8FAFC"/>
                </a:solidFill>
                <a:latin typeface="Apple SD Gothic Neo"/>
                <a:ea typeface="Apple SD Gothic Neo"/>
                <a:cs typeface="Apple SD Gothic Neo"/>
              </a:defRPr>
            </a:defPPr>
            <a:lvl1pPr algn="l">
              <a:buNone/>
              <a:defRPr sz="1650" b="0">
                <a:solidFill>
                  <a:srgbClr val="F8FAFC"/>
                </a:solidFill>
                <a:latin typeface="Apple SD Gothic Neo"/>
                <a:ea typeface="Apple SD Gothic Neo"/>
                <a:cs typeface="Apple SD Gothic Neo"/>
              </a:defRPr>
            </a:lvl1pPr>
            <a:lvl2pPr algn="l">
              <a:buNone/>
              <a:defRPr sz="1650" b="0">
                <a:solidFill>
                  <a:srgbClr val="F8FAFC"/>
                </a:solidFill>
                <a:latin typeface="Apple SD Gothic Neo"/>
                <a:ea typeface="Apple SD Gothic Neo"/>
                <a:cs typeface="Apple SD Gothic Neo"/>
              </a:defRPr>
            </a:lvl2pPr>
            <a:lvl3pPr algn="l">
              <a:buNone/>
              <a:defRPr sz="1650" b="0">
                <a:solidFill>
                  <a:srgbClr val="F8FAFC"/>
                </a:solidFill>
                <a:latin typeface="Apple SD Gothic Neo"/>
                <a:ea typeface="Apple SD Gothic Neo"/>
                <a:cs typeface="Apple SD Gothic Neo"/>
              </a:defRPr>
            </a:lvl3pPr>
            <a:lvl4pPr algn="l">
              <a:buNone/>
              <a:defRPr sz="1650" b="0">
                <a:solidFill>
                  <a:srgbClr val="F8FAFC"/>
                </a:solidFill>
                <a:latin typeface="Apple SD Gothic Neo"/>
                <a:ea typeface="Apple SD Gothic Neo"/>
                <a:cs typeface="Apple SD Gothic Neo"/>
              </a:defRPr>
            </a:lvl4pPr>
            <a:lvl5pPr algn="l">
              <a:buNone/>
              <a:defRPr sz="1650" b="0">
                <a:solidFill>
                  <a:srgbClr val="F8FAFC"/>
                </a:solidFill>
                <a:latin typeface="Apple SD Gothic Neo"/>
                <a:ea typeface="Apple SD Gothic Neo"/>
                <a:cs typeface="Apple SD Gothic Neo"/>
              </a:defRPr>
            </a:lvl5pPr>
            <a:lvl6pPr algn="l">
              <a:buNone/>
              <a:defRPr sz="1650" b="0">
                <a:solidFill>
                  <a:srgbClr val="F8FAFC"/>
                </a:solidFill>
                <a:latin typeface="Apple SD Gothic Neo"/>
                <a:ea typeface="Apple SD Gothic Neo"/>
                <a:cs typeface="Apple SD Gothic Neo"/>
              </a:defRPr>
            </a:lvl6pPr>
            <a:lvl7pPr algn="l">
              <a:buNone/>
              <a:defRPr sz="1650" b="0">
                <a:solidFill>
                  <a:srgbClr val="F8FAFC"/>
                </a:solidFill>
                <a:latin typeface="Apple SD Gothic Neo"/>
                <a:ea typeface="Apple SD Gothic Neo"/>
                <a:cs typeface="Apple SD Gothic Neo"/>
              </a:defRPr>
            </a:lvl7pPr>
            <a:lvl8pPr algn="l">
              <a:buNone/>
              <a:defRPr sz="1650" b="0">
                <a:solidFill>
                  <a:srgbClr val="F8FAFC"/>
                </a:solidFill>
                <a:latin typeface="Apple SD Gothic Neo"/>
                <a:ea typeface="Apple SD Gothic Neo"/>
                <a:cs typeface="Apple SD Gothic Neo"/>
              </a:defRPr>
            </a:lvl8pPr>
            <a:lvl9pPr algn="l">
              <a:buNone/>
              <a:defRPr sz="1650" b="0">
                <a:solidFill>
                  <a:srgbClr val="F8FAFC"/>
                </a:solidFill>
                <a:latin typeface="Apple SD Gothic Neo"/>
                <a:ea typeface="Apple SD Gothic Neo"/>
                <a:cs typeface="Apple SD Gothic Neo"/>
              </a:defRPr>
            </a:lvl9pPr>
          </a:lstStyle>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MERGE INTO {silver} AS t</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USING {incoming} AS s</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ON t.refund_id = s.refund_id</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WHEN MATCHED AND ( /* 다음 장의 버전 조건 */ )</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THEN UPDATE SET /* 키 이외의 값·삭제·버전 컬럼 */</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WHEN NOT MATCHED THEN INSERT ( /* 명시한 컬럼 */ )</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VALUES ( /* 대응하는 s 컬럼 */ )</a:t>
            </a:r>
          </a:p>
        </p:txBody>
      </p:sp>
      <p:sp>
        <p:nvSpPr>
          <p:cNvPr id="23" name="first-flink-panel-22">
            <a:extLst xmlns:a="http://schemas.openxmlformats.org/drawingml/2006/main">
              <a:ext uri="{FF2B5EF4-FFF2-40B4-BE49-F238E27FC236}">
                <a16:creationId xmlns:a16="http://schemas.microsoft.com/office/drawing/2014/main" id="{FED4BE39-612E-4C76-B20B-1E2481133E64}"/>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24" name="first-flink-text-23">
            <a:extLst xmlns:a="http://schemas.openxmlformats.org/drawingml/2006/main">
              <a:ext uri="{FF2B5EF4-FFF2-40B4-BE49-F238E27FC236}">
                <a16:creationId xmlns:a16="http://schemas.microsoft.com/office/drawing/2014/main" id="{BD4D1AFE-D9BD-4DC9-A1DF-D4D33C56CAAB}"/>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MERGE 구조 요약 · 실행할 전체 SQL은 sql/02-merge.sql에 있습니다</a:t>
            </a:r>
          </a:p>
        </p:txBody>
      </p:sp>
    </p:spTree>
    <p:extLst>
      <p:ext uri="{BB962C8B-B14F-4D97-AF65-F5344CB8AC3E}">
        <p14:creationId xmlns:p14="http://schemas.microsoft.com/office/powerpoint/2010/main" val="1899261296"/>
      </p:ext>
    </p:extLst>
  </p:cSld>
</p:sld>
</file>

<file path=ppt/slides/slide17.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9" name="text-46">
            <a:extLst xmlns:a="http://schemas.openxmlformats.org/drawingml/2006/main">
              <a:ext uri="{FF2B5EF4-FFF2-40B4-BE49-F238E27FC236}">
                <a16:creationId xmlns:a16="http://schemas.microsoft.com/office/drawing/2014/main" id="{D3F65DCF-B16A-4121-9FC0-34B29F1AB0E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47">
            <a:extLst xmlns:a="http://schemas.openxmlformats.org/drawingml/2006/main">
              <a:ext uri="{FF2B5EF4-FFF2-40B4-BE49-F238E27FC236}">
                <a16:creationId xmlns:a16="http://schemas.microsoft.com/office/drawing/2014/main" id="{A4AF2A9B-4790-4685-AB60-7E92F760958E}"/>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버전 가드와 늦은 변경</a:t>
            </a:r>
          </a:p>
        </p:txBody>
      </p:sp>
      <p:sp>
        <p:nvSpPr>
          <p:cNvPr id="6" name="">
            <a:extLst xmlns:a="http://schemas.openxmlformats.org/drawingml/2006/main">
              <a:ext uri="{FF2B5EF4-FFF2-40B4-BE49-F238E27FC236}">
                <a16:creationId xmlns:a16="http://schemas.microsoft.com/office/drawing/2014/main" id="{99C62537-090E-4F5A-BEB0-31A70ACCD748}"/>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7" name="text-50">
            <a:extLst xmlns:a="http://schemas.openxmlformats.org/drawingml/2006/main">
              <a:ext uri="{FF2B5EF4-FFF2-40B4-BE49-F238E27FC236}">
                <a16:creationId xmlns:a16="http://schemas.microsoft.com/office/drawing/2014/main" id="{00D05031-C79D-4FF1-8B64-E29E0D6CD0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8" name="text-51">
            <a:extLst xmlns:a="http://schemas.openxmlformats.org/drawingml/2006/main">
              <a:ext uri="{FF2B5EF4-FFF2-40B4-BE49-F238E27FC236}">
                <a16:creationId xmlns:a16="http://schemas.microsoft.com/office/drawing/2014/main" id="{1D8B1809-7B23-47C6-A634-91FE4293479D}"/>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17</a:t>
            </a:r>
          </a:p>
        </p:txBody>
      </p:sp>
      <p:sp>
        <p:nvSpPr>
          <p:cNvPr id="21" name="first-flink-panel-20">
            <a:extLst xmlns:a="http://schemas.openxmlformats.org/drawingml/2006/main">
              <a:ext uri="{FF2B5EF4-FFF2-40B4-BE49-F238E27FC236}">
                <a16:creationId xmlns:a16="http://schemas.microsoft.com/office/drawing/2014/main" id="{A02565A3-ACB2-4B13-80EA-7C48FEADAC65}"/>
              </a:ext>
            </a:extLst>
          </p:cNvPr>
          <p:cNvSpPr>
            <a:spLocks xmlns:a="http://schemas.openxmlformats.org/drawingml/2006/main" noGrp="1"/>
          </p:cNvSpPr>
          <p:nvPr/>
        </p:nvSpPr>
        <p:spPr>
          <a:xfrm xmlns:a="http://schemas.openxmlformats.org/drawingml/2006/main">
            <a:off x="609600" y="1695450"/>
            <a:ext cx="10972800" cy="3619500"/>
          </a:xfrm>
          <a:prstGeom xmlns:a="http://schemas.openxmlformats.org/drawingml/2006/main" prst="roundRect">
            <a:avLst>
              <a:gd name="adj" fmla="val 4712"/>
            </a:avLst>
          </a:prstGeom>
          <a:solidFill xmlns:a="http://schemas.openxmlformats.org/drawingml/2006/main">
            <a:srgbClr val="182235"/>
          </a:solidFill>
          <a:ln xmlns:a="http://schemas.openxmlformats.org/drawingml/2006/main" w="9525">
            <a:solidFill>
              <a:srgbClr val="334155"/>
            </a:solidFill>
          </a:ln>
        </p:spPr>
      </p:sp>
      <p:sp>
        <p:nvSpPr>
          <p:cNvPr id="22" name="first-flink-text-21">
            <a:extLst xmlns:a="http://schemas.openxmlformats.org/drawingml/2006/main">
              <a:ext uri="{FF2B5EF4-FFF2-40B4-BE49-F238E27FC236}">
                <a16:creationId xmlns:a16="http://schemas.microsoft.com/office/drawing/2014/main" id="{70F90256-F996-487A-9895-069E9AD42313}"/>
              </a:ext>
            </a:extLst>
          </p:cNvPr>
          <p:cNvSpPr>
            <a:spLocks xmlns:a="http://schemas.openxmlformats.org/drawingml/2006/main" noGrp="1"/>
          </p:cNvSpPr>
          <p:nvPr/>
        </p:nvSpPr>
        <p:spPr>
          <a:xfrm xmlns:a="http://schemas.openxmlformats.org/drawingml/2006/main">
            <a:off x="800100" y="1847850"/>
            <a:ext cx="1057275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8FAFC"/>
                </a:solidFill>
                <a:latin typeface="Apple SD Gothic Neo"/>
                <a:ea typeface="Apple SD Gothic Neo"/>
                <a:cs typeface="Apple SD Gothic Neo"/>
              </a:defRPr>
            </a:defPPr>
            <a:lvl1pPr algn="l">
              <a:buNone/>
              <a:defRPr sz="1650" b="0">
                <a:solidFill>
                  <a:srgbClr val="F8FAFC"/>
                </a:solidFill>
                <a:latin typeface="Apple SD Gothic Neo"/>
                <a:ea typeface="Apple SD Gothic Neo"/>
                <a:cs typeface="Apple SD Gothic Neo"/>
              </a:defRPr>
            </a:lvl1pPr>
            <a:lvl2pPr algn="l">
              <a:buNone/>
              <a:defRPr sz="1650" b="0">
                <a:solidFill>
                  <a:srgbClr val="F8FAFC"/>
                </a:solidFill>
                <a:latin typeface="Apple SD Gothic Neo"/>
                <a:ea typeface="Apple SD Gothic Neo"/>
                <a:cs typeface="Apple SD Gothic Neo"/>
              </a:defRPr>
            </a:lvl2pPr>
            <a:lvl3pPr algn="l">
              <a:buNone/>
              <a:defRPr sz="1650" b="0">
                <a:solidFill>
                  <a:srgbClr val="F8FAFC"/>
                </a:solidFill>
                <a:latin typeface="Apple SD Gothic Neo"/>
                <a:ea typeface="Apple SD Gothic Neo"/>
                <a:cs typeface="Apple SD Gothic Neo"/>
              </a:defRPr>
            </a:lvl3pPr>
            <a:lvl4pPr algn="l">
              <a:buNone/>
              <a:defRPr sz="1650" b="0">
                <a:solidFill>
                  <a:srgbClr val="F8FAFC"/>
                </a:solidFill>
                <a:latin typeface="Apple SD Gothic Neo"/>
                <a:ea typeface="Apple SD Gothic Neo"/>
                <a:cs typeface="Apple SD Gothic Neo"/>
              </a:defRPr>
            </a:lvl4pPr>
            <a:lvl5pPr algn="l">
              <a:buNone/>
              <a:defRPr sz="1650" b="0">
                <a:solidFill>
                  <a:srgbClr val="F8FAFC"/>
                </a:solidFill>
                <a:latin typeface="Apple SD Gothic Neo"/>
                <a:ea typeface="Apple SD Gothic Neo"/>
                <a:cs typeface="Apple SD Gothic Neo"/>
              </a:defRPr>
            </a:lvl5pPr>
            <a:lvl6pPr algn="l">
              <a:buNone/>
              <a:defRPr sz="1650" b="0">
                <a:solidFill>
                  <a:srgbClr val="F8FAFC"/>
                </a:solidFill>
                <a:latin typeface="Apple SD Gothic Neo"/>
                <a:ea typeface="Apple SD Gothic Neo"/>
                <a:cs typeface="Apple SD Gothic Neo"/>
              </a:defRPr>
            </a:lvl6pPr>
            <a:lvl7pPr algn="l">
              <a:buNone/>
              <a:defRPr sz="1650" b="0">
                <a:solidFill>
                  <a:srgbClr val="F8FAFC"/>
                </a:solidFill>
                <a:latin typeface="Apple SD Gothic Neo"/>
                <a:ea typeface="Apple SD Gothic Neo"/>
                <a:cs typeface="Apple SD Gothic Neo"/>
              </a:defRPr>
            </a:lvl7pPr>
            <a:lvl8pPr algn="l">
              <a:buNone/>
              <a:defRPr sz="1650" b="0">
                <a:solidFill>
                  <a:srgbClr val="F8FAFC"/>
                </a:solidFill>
                <a:latin typeface="Apple SD Gothic Neo"/>
                <a:ea typeface="Apple SD Gothic Neo"/>
                <a:cs typeface="Apple SD Gothic Neo"/>
              </a:defRPr>
            </a:lvl8pPr>
            <a:lvl9pPr algn="l">
              <a:buNone/>
              <a:defRPr sz="1650" b="0">
                <a:solidFill>
                  <a:srgbClr val="F8FAFC"/>
                </a:solidFill>
                <a:latin typeface="Apple SD Gothic Neo"/>
                <a:ea typeface="Apple SD Gothic Neo"/>
                <a:cs typeface="Apple SD Gothic Neo"/>
              </a:defRPr>
            </a:lvl9pPr>
          </a:lstStyle>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WHEN MATCHED AND (</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  s.source_lsn &gt; t.source_lsn</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  OR (s.source_lsn = t.source_lsn</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      AND s.kafka_offset &gt; t.kafka_offset)</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THEN UPDATE SET ...</a:t>
            </a:r>
          </a:p>
          <a:p xmlns:a="http://schemas.openxmlformats.org/drawingml/2006/main">
            <a:pPr algn="l">
              <a:buNone/>
              <a:defRPr sz="1650" b="0">
                <a:solidFill>
                  <a:srgbClr val="F8FAFC"/>
                </a:solidFill>
                <a:latin typeface="Apple SD Gothic Neo"/>
                <a:ea typeface="Apple SD Gothic Neo"/>
                <a:cs typeface="Apple SD Gothic Neo"/>
              </a:defRPr>
            </a:pPr>
            <a:r>
              <a:rPr sz="1650" b="0">
                <a:solidFill>
                  <a:srgbClr val="F8FAFC"/>
                </a:solidFill>
                <a:latin typeface="Apple SD Gothic Neo"/>
                <a:ea typeface="Apple SD Gothic Neo"/>
                <a:cs typeface="Apple SD Gothic Neo"/>
              </a:rPr>
              <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 대상: 삭제 LSN 300 / 입력: 과거 UPDATE LSN 200, offset 999</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 이 입력은 대상을 갱신할까요?</a:t>
            </a:r>
          </a:p>
        </p:txBody>
      </p:sp>
      <p:sp>
        <p:nvSpPr>
          <p:cNvPr id="23" name="first-flink-panel-22">
            <a:extLst xmlns:a="http://schemas.openxmlformats.org/drawingml/2006/main">
              <a:ext uri="{FF2B5EF4-FFF2-40B4-BE49-F238E27FC236}">
                <a16:creationId xmlns:a16="http://schemas.microsoft.com/office/drawing/2014/main" id="{FED4BE39-612E-4C76-B20B-1E2481133E64}"/>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24" name="first-flink-text-23">
            <a:extLst xmlns:a="http://schemas.openxmlformats.org/drawingml/2006/main">
              <a:ext uri="{FF2B5EF4-FFF2-40B4-BE49-F238E27FC236}">
                <a16:creationId xmlns:a16="http://schemas.microsoft.com/office/drawing/2014/main" id="{BD4D1AFE-D9BD-4DC9-A1DF-D4D33C56CAAB}"/>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ROW_NUMBER는 입력 배치 안의 최신 · MERGE 가드는 기존 target과 비교</a:t>
            </a:r>
          </a:p>
        </p:txBody>
      </p:sp>
    </p:spTree>
    <p:extLst>
      <p:ext uri="{BB962C8B-B14F-4D97-AF65-F5344CB8AC3E}">
        <p14:creationId xmlns:p14="http://schemas.microsoft.com/office/powerpoint/2010/main" val="1899261296"/>
      </p:ext>
    </p:extLst>
  </p:cSld>
</p:sld>
</file>

<file path=ppt/slides/slide18.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9" name="text-46">
            <a:extLst xmlns:a="http://schemas.openxmlformats.org/drawingml/2006/main">
              <a:ext uri="{FF2B5EF4-FFF2-40B4-BE49-F238E27FC236}">
                <a16:creationId xmlns:a16="http://schemas.microsoft.com/office/drawing/2014/main" id="{D3F65DCF-B16A-4121-9FC0-34B29F1AB0E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47">
            <a:extLst xmlns:a="http://schemas.openxmlformats.org/drawingml/2006/main">
              <a:ext uri="{FF2B5EF4-FFF2-40B4-BE49-F238E27FC236}">
                <a16:creationId xmlns:a16="http://schemas.microsoft.com/office/drawing/2014/main" id="{A4AF2A9B-4790-4685-AB60-7E92F760958E}"/>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삭제 표시와 재처리</a:t>
            </a:r>
          </a:p>
        </p:txBody>
      </p:sp>
      <p:sp>
        <p:nvSpPr>
          <p:cNvPr id="6" name="">
            <a:extLst xmlns:a="http://schemas.openxmlformats.org/drawingml/2006/main">
              <a:ext uri="{FF2B5EF4-FFF2-40B4-BE49-F238E27FC236}">
                <a16:creationId xmlns:a16="http://schemas.microsoft.com/office/drawing/2014/main" id="{99C62537-090E-4F5A-BEB0-31A70ACCD748}"/>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7" name="text-50">
            <a:extLst xmlns:a="http://schemas.openxmlformats.org/drawingml/2006/main">
              <a:ext uri="{FF2B5EF4-FFF2-40B4-BE49-F238E27FC236}">
                <a16:creationId xmlns:a16="http://schemas.microsoft.com/office/drawing/2014/main" id="{00D05031-C79D-4FF1-8B64-E29E0D6CD0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8" name="text-51">
            <a:extLst xmlns:a="http://schemas.openxmlformats.org/drawingml/2006/main">
              <a:ext uri="{FF2B5EF4-FFF2-40B4-BE49-F238E27FC236}">
                <a16:creationId xmlns:a16="http://schemas.microsoft.com/office/drawing/2014/main" id="{1D8B1809-7B23-47C6-A634-91FE4293479D}"/>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18</a:t>
            </a:r>
          </a:p>
        </p:txBody>
      </p:sp>
      <p:sp>
        <p:nvSpPr>
          <p:cNvPr id="10" name="first-flink-panel-24">
            <a:extLst xmlns:a="http://schemas.openxmlformats.org/drawingml/2006/main">
              <a:ext uri="{FF2B5EF4-FFF2-40B4-BE49-F238E27FC236}">
                <a16:creationId xmlns:a16="http://schemas.microsoft.com/office/drawing/2014/main" id="{7E8A25FE-5721-4110-A971-5AE940D35AEC}"/>
              </a:ext>
            </a:extLst>
          </p:cNvPr>
          <p:cNvSpPr>
            <a:spLocks xmlns:a="http://schemas.openxmlformats.org/drawingml/2006/main" noGrp="1"/>
          </p:cNvSpPr>
          <p:nvPr/>
        </p:nvSpPr>
        <p:spPr>
          <a:xfrm xmlns:a="http://schemas.openxmlformats.org/drawingml/2006/main">
            <a:off x="609600" y="1809750"/>
            <a:ext cx="5353050" cy="3314700"/>
          </a:xfrm>
          <a:prstGeom xmlns:a="http://schemas.openxmlformats.org/drawingml/2006/main" prst="roundRect">
            <a:avLst>
              <a:gd name="adj" fmla="val 2586"/>
            </a:avLst>
          </a:prstGeom>
          <a:solidFill xmlns:a="http://schemas.openxmlformats.org/drawingml/2006/main">
            <a:srgbClr val="1E293B"/>
          </a:solidFill>
          <a:ln xmlns:a="http://schemas.openxmlformats.org/drawingml/2006/main" w="9525">
            <a:solidFill>
              <a:srgbClr val="334155"/>
            </a:solidFill>
          </a:ln>
        </p:spPr>
      </p:sp>
      <p:sp>
        <p:nvSpPr>
          <p:cNvPr id="11" name="first-flink-text-25">
            <a:extLst xmlns:a="http://schemas.openxmlformats.org/drawingml/2006/main">
              <a:ext uri="{FF2B5EF4-FFF2-40B4-BE49-F238E27FC236}">
                <a16:creationId xmlns:a16="http://schemas.microsoft.com/office/drawing/2014/main" id="{B5636EA6-F1D5-458A-89E6-1052AF8F40F0}"/>
              </a:ext>
            </a:extLst>
          </p:cNvPr>
          <p:cNvSpPr>
            <a:spLocks xmlns:a="http://schemas.openxmlformats.org/drawingml/2006/main" noGrp="1"/>
          </p:cNvSpPr>
          <p:nvPr/>
        </p:nvSpPr>
        <p:spPr>
          <a:xfrm xmlns:a="http://schemas.openxmlformats.org/drawingml/2006/main">
            <a:off x="819150" y="2028825"/>
            <a:ext cx="4933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2D3EE"/>
                </a:solidFill>
                <a:latin typeface="Apple SD Gothic Neo"/>
                <a:ea typeface="Apple SD Gothic Neo"/>
                <a:cs typeface="Apple SD Gothic Neo"/>
              </a:defRPr>
            </a:defPPr>
            <a:lvl1pPr algn="l">
              <a:buNone/>
              <a:defRPr sz="2100" b="1">
                <a:solidFill>
                  <a:srgbClr val="22D3EE"/>
                </a:solidFill>
                <a:latin typeface="Apple SD Gothic Neo"/>
                <a:ea typeface="Apple SD Gothic Neo"/>
                <a:cs typeface="Apple SD Gothic Neo"/>
              </a:defRPr>
            </a:lvl1pPr>
            <a:lvl2pPr algn="l">
              <a:buNone/>
              <a:defRPr sz="2100" b="1">
                <a:solidFill>
                  <a:srgbClr val="22D3EE"/>
                </a:solidFill>
                <a:latin typeface="Apple SD Gothic Neo"/>
                <a:ea typeface="Apple SD Gothic Neo"/>
                <a:cs typeface="Apple SD Gothic Neo"/>
              </a:defRPr>
            </a:lvl2pPr>
            <a:lvl3pPr algn="l">
              <a:buNone/>
              <a:defRPr sz="2100" b="1">
                <a:solidFill>
                  <a:srgbClr val="22D3EE"/>
                </a:solidFill>
                <a:latin typeface="Apple SD Gothic Neo"/>
                <a:ea typeface="Apple SD Gothic Neo"/>
                <a:cs typeface="Apple SD Gothic Neo"/>
              </a:defRPr>
            </a:lvl3pPr>
            <a:lvl4pPr algn="l">
              <a:buNone/>
              <a:defRPr sz="2100" b="1">
                <a:solidFill>
                  <a:srgbClr val="22D3EE"/>
                </a:solidFill>
                <a:latin typeface="Apple SD Gothic Neo"/>
                <a:ea typeface="Apple SD Gothic Neo"/>
                <a:cs typeface="Apple SD Gothic Neo"/>
              </a:defRPr>
            </a:lvl4pPr>
            <a:lvl5pPr algn="l">
              <a:buNone/>
              <a:defRPr sz="2100" b="1">
                <a:solidFill>
                  <a:srgbClr val="22D3EE"/>
                </a:solidFill>
                <a:latin typeface="Apple SD Gothic Neo"/>
                <a:ea typeface="Apple SD Gothic Neo"/>
                <a:cs typeface="Apple SD Gothic Neo"/>
              </a:defRPr>
            </a:lvl5pPr>
            <a:lvl6pPr algn="l">
              <a:buNone/>
              <a:defRPr sz="2100" b="1">
                <a:solidFill>
                  <a:srgbClr val="22D3EE"/>
                </a:solidFill>
                <a:latin typeface="Apple SD Gothic Neo"/>
                <a:ea typeface="Apple SD Gothic Neo"/>
                <a:cs typeface="Apple SD Gothic Neo"/>
              </a:defRPr>
            </a:lvl6pPr>
            <a:lvl7pPr algn="l">
              <a:buNone/>
              <a:defRPr sz="2100" b="1">
                <a:solidFill>
                  <a:srgbClr val="22D3EE"/>
                </a:solidFill>
                <a:latin typeface="Apple SD Gothic Neo"/>
                <a:ea typeface="Apple SD Gothic Neo"/>
                <a:cs typeface="Apple SD Gothic Neo"/>
              </a:defRPr>
            </a:lvl7pPr>
            <a:lvl8pPr algn="l">
              <a:buNone/>
              <a:defRPr sz="2100" b="1">
                <a:solidFill>
                  <a:srgbClr val="22D3EE"/>
                </a:solidFill>
                <a:latin typeface="Apple SD Gothic Neo"/>
                <a:ea typeface="Apple SD Gothic Neo"/>
                <a:cs typeface="Apple SD Gothic Neo"/>
              </a:defRPr>
            </a:lvl8pPr>
            <a:lvl9pPr algn="l">
              <a:buNone/>
              <a:defRPr sz="2100" b="1">
                <a:solidFill>
                  <a:srgbClr val="22D3EE"/>
                </a:solidFill>
                <a:latin typeface="Apple SD Gothic Neo"/>
                <a:ea typeface="Apple SD Gothic Neo"/>
                <a:cs typeface="Apple SD Gothic Neo"/>
              </a:defRPr>
            </a:lvl9pPr>
          </a:lstStyle>
          <a:p xmlns:a="http://schemas.openxmlformats.org/drawingml/2006/main">
            <a:pPr algn="l">
              <a:buNone/>
              <a:defRPr sz="2100" b="1">
                <a:solidFill>
                  <a:srgbClr val="22D3EE"/>
                </a:solidFill>
                <a:latin typeface="Apple SD Gothic Neo"/>
                <a:ea typeface="Apple SD Gothic Neo"/>
                <a:cs typeface="Apple SD Gothic Neo"/>
              </a:defRPr>
            </a:pPr>
            <a:r>
              <a:rPr sz="2100" b="1">
                <a:solidFill>
                  <a:srgbClr val="22D3EE"/>
                </a:solidFill>
                <a:latin typeface="Apple SD Gothic Neo"/>
                <a:ea typeface="Apple SD Gothic Neo"/>
                <a:cs typeface="Apple SD Gothic Neo"/>
              </a:rPr>
              <a:t>현재 snapshot의 보존 행</a:t>
            </a:r>
          </a:p>
        </p:txBody>
      </p:sp>
      <p:sp>
        <p:nvSpPr>
          <p:cNvPr id="12" name="first-flink-text-26">
            <a:extLst xmlns:a="http://schemas.openxmlformats.org/drawingml/2006/main">
              <a:ext uri="{FF2B5EF4-FFF2-40B4-BE49-F238E27FC236}">
                <a16:creationId xmlns:a16="http://schemas.microsoft.com/office/drawing/2014/main" id="{35CE7EF9-5A20-4FF6-9DE4-701E513B1A8A}"/>
              </a:ext>
            </a:extLst>
          </p:cNvPr>
          <p:cNvSpPr>
            <a:spLocks xmlns:a="http://schemas.openxmlformats.org/drawingml/2006/main" noGrp="1"/>
          </p:cNvSpPr>
          <p:nvPr/>
        </p:nvSpPr>
        <p:spPr>
          <a:xfrm xmlns:a="http://schemas.openxmlformats.org/drawingml/2006/main">
            <a:off x="819150" y="2847975"/>
            <a:ext cx="493395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AFC"/>
                </a:solidFill>
                <a:latin typeface="Apple SD Gothic Neo"/>
                <a:ea typeface="Apple SD Gothic Neo"/>
                <a:cs typeface="Apple SD Gothic Neo"/>
              </a:defRPr>
            </a:defPPr>
            <a:lvl1pPr algn="l">
              <a:buNone/>
              <a:defRPr sz="2025" b="0">
                <a:solidFill>
                  <a:srgbClr val="F8FAFC"/>
                </a:solidFill>
                <a:latin typeface="Apple SD Gothic Neo"/>
                <a:ea typeface="Apple SD Gothic Neo"/>
                <a:cs typeface="Apple SD Gothic Neo"/>
              </a:defRPr>
            </a:lvl1pPr>
            <a:lvl2pPr algn="l">
              <a:buNone/>
              <a:defRPr sz="2025" b="0">
                <a:solidFill>
                  <a:srgbClr val="F8FAFC"/>
                </a:solidFill>
                <a:latin typeface="Apple SD Gothic Neo"/>
                <a:ea typeface="Apple SD Gothic Neo"/>
                <a:cs typeface="Apple SD Gothic Neo"/>
              </a:defRPr>
            </a:lvl2pPr>
            <a:lvl3pPr algn="l">
              <a:buNone/>
              <a:defRPr sz="2025" b="0">
                <a:solidFill>
                  <a:srgbClr val="F8FAFC"/>
                </a:solidFill>
                <a:latin typeface="Apple SD Gothic Neo"/>
                <a:ea typeface="Apple SD Gothic Neo"/>
                <a:cs typeface="Apple SD Gothic Neo"/>
              </a:defRPr>
            </a:lvl3pPr>
            <a:lvl4pPr algn="l">
              <a:buNone/>
              <a:defRPr sz="2025" b="0">
                <a:solidFill>
                  <a:srgbClr val="F8FAFC"/>
                </a:solidFill>
                <a:latin typeface="Apple SD Gothic Neo"/>
                <a:ea typeface="Apple SD Gothic Neo"/>
                <a:cs typeface="Apple SD Gothic Neo"/>
              </a:defRPr>
            </a:lvl4pPr>
            <a:lvl5pPr algn="l">
              <a:buNone/>
              <a:defRPr sz="2025" b="0">
                <a:solidFill>
                  <a:srgbClr val="F8FAFC"/>
                </a:solidFill>
                <a:latin typeface="Apple SD Gothic Neo"/>
                <a:ea typeface="Apple SD Gothic Neo"/>
                <a:cs typeface="Apple SD Gothic Neo"/>
              </a:defRPr>
            </a:lvl5pPr>
            <a:lvl6pPr algn="l">
              <a:buNone/>
              <a:defRPr sz="2025" b="0">
                <a:solidFill>
                  <a:srgbClr val="F8FAFC"/>
                </a:solidFill>
                <a:latin typeface="Apple SD Gothic Neo"/>
                <a:ea typeface="Apple SD Gothic Neo"/>
                <a:cs typeface="Apple SD Gothic Neo"/>
              </a:defRPr>
            </a:lvl6pPr>
            <a:lvl7pPr algn="l">
              <a:buNone/>
              <a:defRPr sz="2025" b="0">
                <a:solidFill>
                  <a:srgbClr val="F8FAFC"/>
                </a:solidFill>
                <a:latin typeface="Apple SD Gothic Neo"/>
                <a:ea typeface="Apple SD Gothic Neo"/>
                <a:cs typeface="Apple SD Gothic Neo"/>
              </a:defRPr>
            </a:lvl7pPr>
            <a:lvl8pPr algn="l">
              <a:buNone/>
              <a:defRPr sz="2025" b="0">
                <a:solidFill>
                  <a:srgbClr val="F8FAFC"/>
                </a:solidFill>
                <a:latin typeface="Apple SD Gothic Neo"/>
                <a:ea typeface="Apple SD Gothic Neo"/>
                <a:cs typeface="Apple SD Gothic Neo"/>
              </a:defRPr>
            </a:lvl8pPr>
            <a:lvl9pPr algn="l">
              <a:buNone/>
              <a:defRPr sz="2025" b="0">
                <a:solidFill>
                  <a:srgbClr val="F8FAFC"/>
                </a:solidFill>
                <a:latin typeface="Apple SD Gothic Neo"/>
                <a:ea typeface="Apple SD Gothic Neo"/>
                <a:cs typeface="Apple SD Gothic Neo"/>
              </a:defRPr>
            </a:lvl9pPr>
          </a:lstStyle>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refund_id 한 행</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amount = 30000</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is_deleted = true</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source_lsn = 300</a:t>
            </a:r>
          </a:p>
        </p:txBody>
      </p:sp>
      <p:sp>
        <p:nvSpPr>
          <p:cNvPr id="13" name="first-flink-panel-27">
            <a:extLst xmlns:a="http://schemas.openxmlformats.org/drawingml/2006/main">
              <a:ext uri="{FF2B5EF4-FFF2-40B4-BE49-F238E27FC236}">
                <a16:creationId xmlns:a16="http://schemas.microsoft.com/office/drawing/2014/main" id="{70004556-3AE2-4AE8-AFA2-A4749887BEDA}"/>
              </a:ext>
            </a:extLst>
          </p:cNvPr>
          <p:cNvSpPr>
            <a:spLocks xmlns:a="http://schemas.openxmlformats.org/drawingml/2006/main" noGrp="1"/>
          </p:cNvSpPr>
          <p:nvPr/>
        </p:nvSpPr>
        <p:spPr>
          <a:xfrm xmlns:a="http://schemas.openxmlformats.org/drawingml/2006/main">
            <a:off x="6229350" y="1809750"/>
            <a:ext cx="5353050" cy="3314700"/>
          </a:xfrm>
          <a:prstGeom xmlns:a="http://schemas.openxmlformats.org/drawingml/2006/main" prst="roundRect">
            <a:avLst>
              <a:gd name="adj" fmla="val 2586"/>
            </a:avLst>
          </a:prstGeom>
          <a:solidFill xmlns:a="http://schemas.openxmlformats.org/drawingml/2006/main">
            <a:srgbClr val="1E293B"/>
          </a:solidFill>
          <a:ln xmlns:a="http://schemas.openxmlformats.org/drawingml/2006/main" w="9525">
            <a:solidFill>
              <a:srgbClr val="334155"/>
            </a:solidFill>
          </a:ln>
        </p:spPr>
      </p:sp>
      <p:sp>
        <p:nvSpPr>
          <p:cNvPr id="14" name="first-flink-text-28">
            <a:extLst xmlns:a="http://schemas.openxmlformats.org/drawingml/2006/main">
              <a:ext uri="{FF2B5EF4-FFF2-40B4-BE49-F238E27FC236}">
                <a16:creationId xmlns:a16="http://schemas.microsoft.com/office/drawing/2014/main" id="{1D19D5BE-557B-4C45-9FB7-9E7908B69B9F}"/>
              </a:ext>
            </a:extLst>
          </p:cNvPr>
          <p:cNvSpPr>
            <a:spLocks xmlns:a="http://schemas.openxmlformats.org/drawingml/2006/main" noGrp="1"/>
          </p:cNvSpPr>
          <p:nvPr/>
        </p:nvSpPr>
        <p:spPr>
          <a:xfrm xmlns:a="http://schemas.openxmlformats.org/drawingml/2006/main">
            <a:off x="6438900" y="2028825"/>
            <a:ext cx="4933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B923C"/>
                </a:solidFill>
                <a:latin typeface="Apple SD Gothic Neo"/>
                <a:ea typeface="Apple SD Gothic Neo"/>
                <a:cs typeface="Apple SD Gothic Neo"/>
              </a:defRPr>
            </a:defPPr>
            <a:lvl1pPr algn="l">
              <a:buNone/>
              <a:defRPr sz="2100" b="1">
                <a:solidFill>
                  <a:srgbClr val="FB923C"/>
                </a:solidFill>
                <a:latin typeface="Apple SD Gothic Neo"/>
                <a:ea typeface="Apple SD Gothic Neo"/>
                <a:cs typeface="Apple SD Gothic Neo"/>
              </a:defRPr>
            </a:lvl1pPr>
            <a:lvl2pPr algn="l">
              <a:buNone/>
              <a:defRPr sz="2100" b="1">
                <a:solidFill>
                  <a:srgbClr val="FB923C"/>
                </a:solidFill>
                <a:latin typeface="Apple SD Gothic Neo"/>
                <a:ea typeface="Apple SD Gothic Neo"/>
                <a:cs typeface="Apple SD Gothic Neo"/>
              </a:defRPr>
            </a:lvl2pPr>
            <a:lvl3pPr algn="l">
              <a:buNone/>
              <a:defRPr sz="2100" b="1">
                <a:solidFill>
                  <a:srgbClr val="FB923C"/>
                </a:solidFill>
                <a:latin typeface="Apple SD Gothic Neo"/>
                <a:ea typeface="Apple SD Gothic Neo"/>
                <a:cs typeface="Apple SD Gothic Neo"/>
              </a:defRPr>
            </a:lvl3pPr>
            <a:lvl4pPr algn="l">
              <a:buNone/>
              <a:defRPr sz="2100" b="1">
                <a:solidFill>
                  <a:srgbClr val="FB923C"/>
                </a:solidFill>
                <a:latin typeface="Apple SD Gothic Neo"/>
                <a:ea typeface="Apple SD Gothic Neo"/>
                <a:cs typeface="Apple SD Gothic Neo"/>
              </a:defRPr>
            </a:lvl4pPr>
            <a:lvl5pPr algn="l">
              <a:buNone/>
              <a:defRPr sz="2100" b="1">
                <a:solidFill>
                  <a:srgbClr val="FB923C"/>
                </a:solidFill>
                <a:latin typeface="Apple SD Gothic Neo"/>
                <a:ea typeface="Apple SD Gothic Neo"/>
                <a:cs typeface="Apple SD Gothic Neo"/>
              </a:defRPr>
            </a:lvl5pPr>
            <a:lvl6pPr algn="l">
              <a:buNone/>
              <a:defRPr sz="2100" b="1">
                <a:solidFill>
                  <a:srgbClr val="FB923C"/>
                </a:solidFill>
                <a:latin typeface="Apple SD Gothic Neo"/>
                <a:ea typeface="Apple SD Gothic Neo"/>
                <a:cs typeface="Apple SD Gothic Neo"/>
              </a:defRPr>
            </a:lvl6pPr>
            <a:lvl7pPr algn="l">
              <a:buNone/>
              <a:defRPr sz="2100" b="1">
                <a:solidFill>
                  <a:srgbClr val="FB923C"/>
                </a:solidFill>
                <a:latin typeface="Apple SD Gothic Neo"/>
                <a:ea typeface="Apple SD Gothic Neo"/>
                <a:cs typeface="Apple SD Gothic Neo"/>
              </a:defRPr>
            </a:lvl7pPr>
            <a:lvl8pPr algn="l">
              <a:buNone/>
              <a:defRPr sz="2100" b="1">
                <a:solidFill>
                  <a:srgbClr val="FB923C"/>
                </a:solidFill>
                <a:latin typeface="Apple SD Gothic Neo"/>
                <a:ea typeface="Apple SD Gothic Neo"/>
                <a:cs typeface="Apple SD Gothic Neo"/>
              </a:defRPr>
            </a:lvl8pPr>
            <a:lvl9pPr algn="l">
              <a:buNone/>
              <a:defRPr sz="2100" b="1">
                <a:solidFill>
                  <a:srgbClr val="FB923C"/>
                </a:solidFill>
                <a:latin typeface="Apple SD Gothic Neo"/>
                <a:ea typeface="Apple SD Gothic Neo"/>
                <a:cs typeface="Apple SD Gothic Neo"/>
              </a:defRPr>
            </a:lvl9pPr>
          </a:lstStyle>
          <a:p xmlns:a="http://schemas.openxmlformats.org/drawingml/2006/main">
            <a:pPr algn="l">
              <a:buNone/>
              <a:defRPr sz="2100" b="1">
                <a:solidFill>
                  <a:srgbClr val="FB923C"/>
                </a:solidFill>
                <a:latin typeface="Apple SD Gothic Neo"/>
                <a:ea typeface="Apple SD Gothic Neo"/>
                <a:cs typeface="Apple SD Gothic Neo"/>
              </a:defRPr>
            </a:pPr>
            <a:r>
              <a:rPr sz="2100" b="1">
                <a:solidFill>
                  <a:srgbClr val="FB923C"/>
                </a:solidFill>
                <a:latin typeface="Apple SD Gothic Neo"/>
                <a:ea typeface="Apple SD Gothic Neo"/>
                <a:cs typeface="Apple SD Gothic Neo"/>
              </a:rPr>
              <a:t>현재 유효한 환불</a:t>
            </a:r>
          </a:p>
        </p:txBody>
      </p:sp>
      <p:sp>
        <p:nvSpPr>
          <p:cNvPr id="15" name="first-flink-text-29">
            <a:extLst xmlns:a="http://schemas.openxmlformats.org/drawingml/2006/main">
              <a:ext uri="{FF2B5EF4-FFF2-40B4-BE49-F238E27FC236}">
                <a16:creationId xmlns:a16="http://schemas.microsoft.com/office/drawing/2014/main" id="{9869B682-0573-421D-A104-DBFBACCDEF63}"/>
              </a:ext>
            </a:extLst>
          </p:cNvPr>
          <p:cNvSpPr>
            <a:spLocks xmlns:a="http://schemas.openxmlformats.org/drawingml/2006/main" noGrp="1"/>
          </p:cNvSpPr>
          <p:nvPr/>
        </p:nvSpPr>
        <p:spPr>
          <a:xfrm xmlns:a="http://schemas.openxmlformats.org/drawingml/2006/main">
            <a:off x="6438900" y="2847975"/>
            <a:ext cx="493395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AFC"/>
                </a:solidFill>
                <a:latin typeface="Apple SD Gothic Neo"/>
                <a:ea typeface="Apple SD Gothic Neo"/>
                <a:cs typeface="Apple SD Gothic Neo"/>
              </a:defRPr>
            </a:defPPr>
            <a:lvl1pPr algn="l">
              <a:buNone/>
              <a:defRPr sz="2025" b="0">
                <a:solidFill>
                  <a:srgbClr val="F8FAFC"/>
                </a:solidFill>
                <a:latin typeface="Apple SD Gothic Neo"/>
                <a:ea typeface="Apple SD Gothic Neo"/>
                <a:cs typeface="Apple SD Gothic Neo"/>
              </a:defRPr>
            </a:lvl1pPr>
            <a:lvl2pPr algn="l">
              <a:buNone/>
              <a:defRPr sz="2025" b="0">
                <a:solidFill>
                  <a:srgbClr val="F8FAFC"/>
                </a:solidFill>
                <a:latin typeface="Apple SD Gothic Neo"/>
                <a:ea typeface="Apple SD Gothic Neo"/>
                <a:cs typeface="Apple SD Gothic Neo"/>
              </a:defRPr>
            </a:lvl2pPr>
            <a:lvl3pPr algn="l">
              <a:buNone/>
              <a:defRPr sz="2025" b="0">
                <a:solidFill>
                  <a:srgbClr val="F8FAFC"/>
                </a:solidFill>
                <a:latin typeface="Apple SD Gothic Neo"/>
                <a:ea typeface="Apple SD Gothic Neo"/>
                <a:cs typeface="Apple SD Gothic Neo"/>
              </a:defRPr>
            </a:lvl3pPr>
            <a:lvl4pPr algn="l">
              <a:buNone/>
              <a:defRPr sz="2025" b="0">
                <a:solidFill>
                  <a:srgbClr val="F8FAFC"/>
                </a:solidFill>
                <a:latin typeface="Apple SD Gothic Neo"/>
                <a:ea typeface="Apple SD Gothic Neo"/>
                <a:cs typeface="Apple SD Gothic Neo"/>
              </a:defRPr>
            </a:lvl4pPr>
            <a:lvl5pPr algn="l">
              <a:buNone/>
              <a:defRPr sz="2025" b="0">
                <a:solidFill>
                  <a:srgbClr val="F8FAFC"/>
                </a:solidFill>
                <a:latin typeface="Apple SD Gothic Neo"/>
                <a:ea typeface="Apple SD Gothic Neo"/>
                <a:cs typeface="Apple SD Gothic Neo"/>
              </a:defRPr>
            </a:lvl5pPr>
            <a:lvl6pPr algn="l">
              <a:buNone/>
              <a:defRPr sz="2025" b="0">
                <a:solidFill>
                  <a:srgbClr val="F8FAFC"/>
                </a:solidFill>
                <a:latin typeface="Apple SD Gothic Neo"/>
                <a:ea typeface="Apple SD Gothic Neo"/>
                <a:cs typeface="Apple SD Gothic Neo"/>
              </a:defRPr>
            </a:lvl6pPr>
            <a:lvl7pPr algn="l">
              <a:buNone/>
              <a:defRPr sz="2025" b="0">
                <a:solidFill>
                  <a:srgbClr val="F8FAFC"/>
                </a:solidFill>
                <a:latin typeface="Apple SD Gothic Neo"/>
                <a:ea typeface="Apple SD Gothic Neo"/>
                <a:cs typeface="Apple SD Gothic Neo"/>
              </a:defRPr>
            </a:lvl7pPr>
            <a:lvl8pPr algn="l">
              <a:buNone/>
              <a:defRPr sz="2025" b="0">
                <a:solidFill>
                  <a:srgbClr val="F8FAFC"/>
                </a:solidFill>
                <a:latin typeface="Apple SD Gothic Neo"/>
                <a:ea typeface="Apple SD Gothic Neo"/>
                <a:cs typeface="Apple SD Gothic Neo"/>
              </a:defRPr>
            </a:lvl8pPr>
            <a:lvl9pPr algn="l">
              <a:buNone/>
              <a:defRPr sz="2025" b="0">
                <a:solidFill>
                  <a:srgbClr val="F8FAFC"/>
                </a:solidFill>
                <a:latin typeface="Apple SD Gothic Neo"/>
                <a:ea typeface="Apple SD Gothic Neo"/>
                <a:cs typeface="Apple SD Gothic Neo"/>
              </a:defRPr>
            </a:lvl9pPr>
          </a:lstStyle>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WHERE NOT is_deleted</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조회 결과 0행</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과거 UPDATE로 부활 방지</a:t>
            </a:r>
          </a:p>
        </p:txBody>
      </p:sp>
      <p:sp>
        <p:nvSpPr>
          <p:cNvPr id="16" name="first-flink-panel-30">
            <a:extLst xmlns:a="http://schemas.openxmlformats.org/drawingml/2006/main">
              <a:ext uri="{FF2B5EF4-FFF2-40B4-BE49-F238E27FC236}">
                <a16:creationId xmlns:a16="http://schemas.microsoft.com/office/drawing/2014/main" id="{B89EE408-3FD0-4AEF-A4A1-B107F1BD0F46}"/>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17" name="first-flink-text-31">
            <a:extLst xmlns:a="http://schemas.openxmlformats.org/drawingml/2006/main">
              <a:ext uri="{FF2B5EF4-FFF2-40B4-BE49-F238E27FC236}">
                <a16:creationId xmlns:a16="http://schemas.microsoft.com/office/drawing/2014/main" id="{376F5ACE-817D-4573-84D1-482C76AA8155}"/>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삭제 행의 amount는 마지막 before 값이며 유효한 환불액이 아닙니다</a:t>
            </a:r>
          </a:p>
        </p:txBody>
      </p:sp>
    </p:spTree>
    <p:extLst>
      <p:ext uri="{BB962C8B-B14F-4D97-AF65-F5344CB8AC3E}">
        <p14:creationId xmlns:p14="http://schemas.microsoft.com/office/powerpoint/2010/main" val="1899261296"/>
      </p:ext>
    </p:extLst>
  </p:cSld>
</p:sld>
</file>

<file path=ppt/slides/slide19.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0F78952D-7C81-4B58-9F76-59D6A1DC8C55}"/>
              </a:ext>
            </a:extLst>
          </p:cNvPr>
          <p:cNvCxnSpPr>
            <a:stCxn xmlns:a="http://schemas.openxmlformats.org/drawingml/2006/main" id="13" idx="3"/>
            <a:endCxn xmlns:a="http://schemas.openxmlformats.org/drawingml/2006/main" id="16" idx="1"/>
          </p:cNvCxnSpPr>
          <p:nvPr/>
        </p:nvCxnSpPr>
        <p:spPr>
          <a:xfrm xmlns:a="http://schemas.openxmlformats.org/drawingml/2006/main">
            <a:off x="7715250" y="3381375"/>
            <a:ext cx="628650" cy="0"/>
          </a:xfrm>
          <a:prstGeom xmlns:a="http://schemas.openxmlformats.org/drawingml/2006/main" prst="straightConnector1">
            <a:avLst/>
          </a:prstGeom>
          <a:ln xmlns:a="http://schemas.openxmlformats.org/drawingml/2006/main" w="19050">
            <a:solidFill>
              <a:srgbClr val="22D3EE"/>
            </a:solidFill>
            <a:tailEnd type="triangle" w="med" len="med"/>
          </a:ln>
        </p:spPr>
      </p:cxnSp>
      <p:cxnSp>
        <p:nvCxnSpPr>
          <p:cNvPr id="19" name="">
            <a:extLst xmlns:a="http://schemas.openxmlformats.org/drawingml/2006/main">
              <a:ext uri="{FF2B5EF4-FFF2-40B4-BE49-F238E27FC236}">
                <a16:creationId xmlns:a16="http://schemas.microsoft.com/office/drawing/2014/main" id="{D5A63AAA-B4F3-4E9F-A97E-15A31EDE7FB5}"/>
              </a:ext>
            </a:extLst>
          </p:cNvPr>
          <p:cNvCxnSpPr>
            <a:stCxn xmlns:a="http://schemas.openxmlformats.org/drawingml/2006/main" id="10" idx="3"/>
            <a:endCxn xmlns:a="http://schemas.openxmlformats.org/drawingml/2006/main" id="13" idx="1"/>
          </p:cNvCxnSpPr>
          <p:nvPr/>
        </p:nvCxnSpPr>
        <p:spPr>
          <a:xfrm xmlns:a="http://schemas.openxmlformats.org/drawingml/2006/main">
            <a:off x="3848100" y="3381375"/>
            <a:ext cx="628650" cy="0"/>
          </a:xfrm>
          <a:prstGeom xmlns:a="http://schemas.openxmlformats.org/drawingml/2006/main" prst="straightConnector1">
            <a:avLst/>
          </a:prstGeom>
          <a:ln xmlns:a="http://schemas.openxmlformats.org/drawingml/2006/main" w="19050">
            <a:solidFill>
              <a:srgbClr val="22D3EE"/>
            </a:solidFill>
            <a:tailEnd type="triangle" w="med" len="med"/>
          </a:ln>
        </p:spPr>
      </p:cxnSp>
      <p:sp>
        <p:nvSpPr>
          <p:cNvPr id="9" name="text-46">
            <a:extLst xmlns:a="http://schemas.openxmlformats.org/drawingml/2006/main">
              <a:ext uri="{FF2B5EF4-FFF2-40B4-BE49-F238E27FC236}">
                <a16:creationId xmlns:a16="http://schemas.microsoft.com/office/drawing/2014/main" id="{D3F65DCF-B16A-4121-9FC0-34B29F1AB0E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47">
            <a:extLst xmlns:a="http://schemas.openxmlformats.org/drawingml/2006/main">
              <a:ext uri="{FF2B5EF4-FFF2-40B4-BE49-F238E27FC236}">
                <a16:creationId xmlns:a16="http://schemas.microsoft.com/office/drawing/2014/main" id="{A4AF2A9B-4790-4685-AB60-7E92F760958E}"/>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시연 A — 고정 입력에서 후보 SELECT</a:t>
            </a:r>
          </a:p>
        </p:txBody>
      </p:sp>
      <p:sp>
        <p:nvSpPr>
          <p:cNvPr id="6" name="">
            <a:extLst xmlns:a="http://schemas.openxmlformats.org/drawingml/2006/main">
              <a:ext uri="{FF2B5EF4-FFF2-40B4-BE49-F238E27FC236}">
                <a16:creationId xmlns:a16="http://schemas.microsoft.com/office/drawing/2014/main" id="{99C62537-090E-4F5A-BEB0-31A70ACCD748}"/>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7" name="text-50">
            <a:extLst xmlns:a="http://schemas.openxmlformats.org/drawingml/2006/main">
              <a:ext uri="{FF2B5EF4-FFF2-40B4-BE49-F238E27FC236}">
                <a16:creationId xmlns:a16="http://schemas.microsoft.com/office/drawing/2014/main" id="{00D05031-C79D-4FF1-8B64-E29E0D6CD0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8" name="text-51">
            <a:extLst xmlns:a="http://schemas.openxmlformats.org/drawingml/2006/main">
              <a:ext uri="{FF2B5EF4-FFF2-40B4-BE49-F238E27FC236}">
                <a16:creationId xmlns:a16="http://schemas.microsoft.com/office/drawing/2014/main" id="{1D8B1809-7B23-47C6-A634-91FE4293479D}"/>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19</a:t>
            </a:r>
          </a:p>
        </p:txBody>
      </p:sp>
      <p:sp>
        <p:nvSpPr>
          <p:cNvPr id="10" name="first-flink-panel-71">
            <a:extLst xmlns:a="http://schemas.openxmlformats.org/drawingml/2006/main">
              <a:ext uri="{FF2B5EF4-FFF2-40B4-BE49-F238E27FC236}">
                <a16:creationId xmlns:a16="http://schemas.microsoft.com/office/drawing/2014/main" id="{61520F5F-FE2F-4BAA-8F2C-E1763E6A3C44}"/>
              </a:ext>
            </a:extLst>
          </p:cNvPr>
          <p:cNvSpPr>
            <a:spLocks xmlns:a="http://schemas.openxmlformats.org/drawingml/2006/main" noGrp="1"/>
          </p:cNvSpPr>
          <p:nvPr/>
        </p:nvSpPr>
        <p:spPr>
          <a:xfrm xmlns:a="http://schemas.openxmlformats.org/drawingml/2006/main">
            <a:off x="609600" y="2190750"/>
            <a:ext cx="3238500" cy="2381250"/>
          </a:xfrm>
          <a:prstGeom xmlns:a="http://schemas.openxmlformats.org/drawingml/2006/main" prst="roundRect">
            <a:avLst>
              <a:gd name="adj" fmla="val 3600"/>
            </a:avLst>
          </a:prstGeom>
          <a:solidFill xmlns:a="http://schemas.openxmlformats.org/drawingml/2006/main">
            <a:srgbClr val="1E293B"/>
          </a:solidFill>
          <a:ln xmlns:a="http://schemas.openxmlformats.org/drawingml/2006/main" w="9525">
            <a:solidFill>
              <a:srgbClr val="22D3EE"/>
            </a:solidFill>
          </a:ln>
        </p:spPr>
      </p:sp>
      <p:sp>
        <p:nvSpPr>
          <p:cNvPr id="11" name="first-flink-text-72">
            <a:extLst xmlns:a="http://schemas.openxmlformats.org/drawingml/2006/main">
              <a:ext uri="{FF2B5EF4-FFF2-40B4-BE49-F238E27FC236}">
                <a16:creationId xmlns:a16="http://schemas.microsoft.com/office/drawing/2014/main" id="{6E081DC7-44FF-4601-8282-7059A2E86352}"/>
              </a:ext>
            </a:extLst>
          </p:cNvPr>
          <p:cNvSpPr>
            <a:spLocks xmlns:a="http://schemas.openxmlformats.org/drawingml/2006/main" noGrp="1"/>
          </p:cNvSpPr>
          <p:nvPr/>
        </p:nvSpPr>
        <p:spPr>
          <a:xfrm xmlns:a="http://schemas.openxmlformats.org/drawingml/2006/main">
            <a:off x="762000" y="2324100"/>
            <a:ext cx="2933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2D3EE"/>
                </a:solidFill>
                <a:latin typeface="Apple SD Gothic Neo"/>
                <a:ea typeface="Apple SD Gothic Neo"/>
                <a:cs typeface="Apple SD Gothic Neo"/>
              </a:defRPr>
            </a:defPPr>
            <a:lvl1pPr algn="l">
              <a:buNone/>
              <a:defRPr sz="1875" b="1">
                <a:solidFill>
                  <a:srgbClr val="22D3EE"/>
                </a:solidFill>
                <a:latin typeface="Apple SD Gothic Neo"/>
                <a:ea typeface="Apple SD Gothic Neo"/>
                <a:cs typeface="Apple SD Gothic Neo"/>
              </a:defRPr>
            </a:lvl1pPr>
            <a:lvl2pPr algn="l">
              <a:buNone/>
              <a:defRPr sz="1875" b="1">
                <a:solidFill>
                  <a:srgbClr val="22D3EE"/>
                </a:solidFill>
                <a:latin typeface="Apple SD Gothic Neo"/>
                <a:ea typeface="Apple SD Gothic Neo"/>
                <a:cs typeface="Apple SD Gothic Neo"/>
              </a:defRPr>
            </a:lvl2pPr>
            <a:lvl3pPr algn="l">
              <a:buNone/>
              <a:defRPr sz="1875" b="1">
                <a:solidFill>
                  <a:srgbClr val="22D3EE"/>
                </a:solidFill>
                <a:latin typeface="Apple SD Gothic Neo"/>
                <a:ea typeface="Apple SD Gothic Neo"/>
                <a:cs typeface="Apple SD Gothic Neo"/>
              </a:defRPr>
            </a:lvl3pPr>
            <a:lvl4pPr algn="l">
              <a:buNone/>
              <a:defRPr sz="1875" b="1">
                <a:solidFill>
                  <a:srgbClr val="22D3EE"/>
                </a:solidFill>
                <a:latin typeface="Apple SD Gothic Neo"/>
                <a:ea typeface="Apple SD Gothic Neo"/>
                <a:cs typeface="Apple SD Gothic Neo"/>
              </a:defRPr>
            </a:lvl4pPr>
            <a:lvl5pPr algn="l">
              <a:buNone/>
              <a:defRPr sz="1875" b="1">
                <a:solidFill>
                  <a:srgbClr val="22D3EE"/>
                </a:solidFill>
                <a:latin typeface="Apple SD Gothic Neo"/>
                <a:ea typeface="Apple SD Gothic Neo"/>
                <a:cs typeface="Apple SD Gothic Neo"/>
              </a:defRPr>
            </a:lvl5pPr>
            <a:lvl6pPr algn="l">
              <a:buNone/>
              <a:defRPr sz="1875" b="1">
                <a:solidFill>
                  <a:srgbClr val="22D3EE"/>
                </a:solidFill>
                <a:latin typeface="Apple SD Gothic Neo"/>
                <a:ea typeface="Apple SD Gothic Neo"/>
                <a:cs typeface="Apple SD Gothic Neo"/>
              </a:defRPr>
            </a:lvl6pPr>
            <a:lvl7pPr algn="l">
              <a:buNone/>
              <a:defRPr sz="1875" b="1">
                <a:solidFill>
                  <a:srgbClr val="22D3EE"/>
                </a:solidFill>
                <a:latin typeface="Apple SD Gothic Neo"/>
                <a:ea typeface="Apple SD Gothic Neo"/>
                <a:cs typeface="Apple SD Gothic Neo"/>
              </a:defRPr>
            </a:lvl7pPr>
            <a:lvl8pPr algn="l">
              <a:buNone/>
              <a:defRPr sz="1875" b="1">
                <a:solidFill>
                  <a:srgbClr val="22D3EE"/>
                </a:solidFill>
                <a:latin typeface="Apple SD Gothic Neo"/>
                <a:ea typeface="Apple SD Gothic Neo"/>
                <a:cs typeface="Apple SD Gothic Neo"/>
              </a:defRPr>
            </a:lvl8pPr>
            <a:lvl9pPr algn="l">
              <a:buNone/>
              <a:defRPr sz="1875" b="1">
                <a:solidFill>
                  <a:srgbClr val="22D3EE"/>
                </a:solidFill>
                <a:latin typeface="Apple SD Gothic Neo"/>
                <a:ea typeface="Apple SD Gothic Neo"/>
                <a:cs typeface="Apple SD Gothic Neo"/>
              </a:defRPr>
            </a:lvl9pPr>
          </a:lstStyle>
          <a:p xmlns:a="http://schemas.openxmlformats.org/drawingml/2006/main">
            <a:pPr algn="l">
              <a:buNone/>
              <a:defRPr sz="1875" b="1">
                <a:solidFill>
                  <a:srgbClr val="22D3EE"/>
                </a:solidFill>
                <a:latin typeface="Apple SD Gothic Neo"/>
                <a:ea typeface="Apple SD Gothic Neo"/>
                <a:cs typeface="Apple SD Gothic Neo"/>
              </a:defRPr>
            </a:pPr>
            <a:r>
              <a:rPr sz="1875" b="1">
                <a:solidFill>
                  <a:srgbClr val="22D3EE"/>
                </a:solidFill>
                <a:latin typeface="Apple SD Gothic Neo"/>
                <a:ea typeface="Apple SD Gothic Neo"/>
                <a:cs typeface="Apple SD Gothic Neo"/>
              </a:rPr>
              <a:t>① 고정 원문</a:t>
            </a:r>
          </a:p>
        </p:txBody>
      </p:sp>
      <p:sp>
        <p:nvSpPr>
          <p:cNvPr id="12" name="first-flink-text-73">
            <a:extLst xmlns:a="http://schemas.openxmlformats.org/drawingml/2006/main">
              <a:ext uri="{FF2B5EF4-FFF2-40B4-BE49-F238E27FC236}">
                <a16:creationId xmlns:a16="http://schemas.microsoft.com/office/drawing/2014/main" id="{00012702-5688-447A-B914-4E85CE486EC0}"/>
              </a:ext>
            </a:extLst>
          </p:cNvPr>
          <p:cNvSpPr>
            <a:spLocks xmlns:a="http://schemas.openxmlformats.org/drawingml/2006/main" noGrp="1"/>
          </p:cNvSpPr>
          <p:nvPr/>
        </p:nvSpPr>
        <p:spPr>
          <a:xfrm xmlns:a="http://schemas.openxmlformats.org/drawingml/2006/main">
            <a:off x="762000" y="2781300"/>
            <a:ext cx="29337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8FAFC"/>
                </a:solidFill>
                <a:latin typeface="Apple SD Gothic Neo"/>
                <a:ea typeface="Apple SD Gothic Neo"/>
                <a:cs typeface="Apple SD Gothic Neo"/>
              </a:defRPr>
            </a:defPPr>
            <a:lvl1pPr algn="l">
              <a:buNone/>
              <a:defRPr sz="1875" b="0">
                <a:solidFill>
                  <a:srgbClr val="F8FAFC"/>
                </a:solidFill>
                <a:latin typeface="Apple SD Gothic Neo"/>
                <a:ea typeface="Apple SD Gothic Neo"/>
                <a:cs typeface="Apple SD Gothic Neo"/>
              </a:defRPr>
            </a:lvl1pPr>
            <a:lvl2pPr algn="l">
              <a:buNone/>
              <a:defRPr sz="1875" b="0">
                <a:solidFill>
                  <a:srgbClr val="F8FAFC"/>
                </a:solidFill>
                <a:latin typeface="Apple SD Gothic Neo"/>
                <a:ea typeface="Apple SD Gothic Neo"/>
                <a:cs typeface="Apple SD Gothic Neo"/>
              </a:defRPr>
            </a:lvl2pPr>
            <a:lvl3pPr algn="l">
              <a:buNone/>
              <a:defRPr sz="1875" b="0">
                <a:solidFill>
                  <a:srgbClr val="F8FAFC"/>
                </a:solidFill>
                <a:latin typeface="Apple SD Gothic Neo"/>
                <a:ea typeface="Apple SD Gothic Neo"/>
                <a:cs typeface="Apple SD Gothic Neo"/>
              </a:defRPr>
            </a:lvl3pPr>
            <a:lvl4pPr algn="l">
              <a:buNone/>
              <a:defRPr sz="1875" b="0">
                <a:solidFill>
                  <a:srgbClr val="F8FAFC"/>
                </a:solidFill>
                <a:latin typeface="Apple SD Gothic Neo"/>
                <a:ea typeface="Apple SD Gothic Neo"/>
                <a:cs typeface="Apple SD Gothic Neo"/>
              </a:defRPr>
            </a:lvl4pPr>
            <a:lvl5pPr algn="l">
              <a:buNone/>
              <a:defRPr sz="1875" b="0">
                <a:solidFill>
                  <a:srgbClr val="F8FAFC"/>
                </a:solidFill>
                <a:latin typeface="Apple SD Gothic Neo"/>
                <a:ea typeface="Apple SD Gothic Neo"/>
                <a:cs typeface="Apple SD Gothic Neo"/>
              </a:defRPr>
            </a:lvl5pPr>
            <a:lvl6pPr algn="l">
              <a:buNone/>
              <a:defRPr sz="1875" b="0">
                <a:solidFill>
                  <a:srgbClr val="F8FAFC"/>
                </a:solidFill>
                <a:latin typeface="Apple SD Gothic Neo"/>
                <a:ea typeface="Apple SD Gothic Neo"/>
                <a:cs typeface="Apple SD Gothic Neo"/>
              </a:defRPr>
            </a:lvl6pPr>
            <a:lvl7pPr algn="l">
              <a:buNone/>
              <a:defRPr sz="1875" b="0">
                <a:solidFill>
                  <a:srgbClr val="F8FAFC"/>
                </a:solidFill>
                <a:latin typeface="Apple SD Gothic Neo"/>
                <a:ea typeface="Apple SD Gothic Neo"/>
                <a:cs typeface="Apple SD Gothic Neo"/>
              </a:defRPr>
            </a:lvl7pPr>
            <a:lvl8pPr algn="l">
              <a:buNone/>
              <a:defRPr sz="1875" b="0">
                <a:solidFill>
                  <a:srgbClr val="F8FAFC"/>
                </a:solidFill>
                <a:latin typeface="Apple SD Gothic Neo"/>
                <a:ea typeface="Apple SD Gothic Neo"/>
                <a:cs typeface="Apple SD Gothic Neo"/>
              </a:defRPr>
            </a:lvl8pPr>
            <a:lvl9pPr algn="l">
              <a:buNone/>
              <a:defRPr sz="1875" b="0">
                <a:solidFill>
                  <a:srgbClr val="F8FAFC"/>
                </a:solidFill>
                <a:latin typeface="Apple SD Gothic Neo"/>
                <a:ea typeface="Apple SD Gothic Neo"/>
                <a:cs typeface="Apple SD Gothic Neo"/>
              </a:defRPr>
            </a:lvl9pPr>
          </a:lstStyle>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c / u / d를</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처음부터 준비</a:t>
            </a:r>
          </a:p>
        </p:txBody>
      </p:sp>
      <p:sp>
        <p:nvSpPr>
          <p:cNvPr id="13" name="first-flink-panel-74">
            <a:extLst xmlns:a="http://schemas.openxmlformats.org/drawingml/2006/main">
              <a:ext uri="{FF2B5EF4-FFF2-40B4-BE49-F238E27FC236}">
                <a16:creationId xmlns:a16="http://schemas.microsoft.com/office/drawing/2014/main" id="{66EBB230-AD99-4DE0-8661-64D22FF42D79}"/>
              </a:ext>
            </a:extLst>
          </p:cNvPr>
          <p:cNvSpPr>
            <a:spLocks xmlns:a="http://schemas.openxmlformats.org/drawingml/2006/main" noGrp="1"/>
          </p:cNvSpPr>
          <p:nvPr/>
        </p:nvSpPr>
        <p:spPr>
          <a:xfrm xmlns:a="http://schemas.openxmlformats.org/drawingml/2006/main">
            <a:off x="4476750" y="2190750"/>
            <a:ext cx="3238500" cy="2381250"/>
          </a:xfrm>
          <a:prstGeom xmlns:a="http://schemas.openxmlformats.org/drawingml/2006/main" prst="roundRect">
            <a:avLst>
              <a:gd name="adj" fmla="val 3600"/>
            </a:avLst>
          </a:prstGeom>
          <a:solidFill xmlns:a="http://schemas.openxmlformats.org/drawingml/2006/main">
            <a:srgbClr val="1E293B"/>
          </a:solidFill>
          <a:ln xmlns:a="http://schemas.openxmlformats.org/drawingml/2006/main" w="9525">
            <a:solidFill>
              <a:srgbClr val="22D3EE"/>
            </a:solidFill>
          </a:ln>
        </p:spPr>
      </p:sp>
      <p:sp>
        <p:nvSpPr>
          <p:cNvPr id="14" name="first-flink-text-75">
            <a:extLst xmlns:a="http://schemas.openxmlformats.org/drawingml/2006/main">
              <a:ext uri="{FF2B5EF4-FFF2-40B4-BE49-F238E27FC236}">
                <a16:creationId xmlns:a16="http://schemas.microsoft.com/office/drawing/2014/main" id="{BA90D0AC-A49B-45C1-B932-80AECF81060C}"/>
              </a:ext>
            </a:extLst>
          </p:cNvPr>
          <p:cNvSpPr>
            <a:spLocks xmlns:a="http://schemas.openxmlformats.org/drawingml/2006/main" noGrp="1"/>
          </p:cNvSpPr>
          <p:nvPr/>
        </p:nvSpPr>
        <p:spPr>
          <a:xfrm xmlns:a="http://schemas.openxmlformats.org/drawingml/2006/main">
            <a:off x="4629150" y="2324100"/>
            <a:ext cx="2933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2D3EE"/>
                </a:solidFill>
                <a:latin typeface="Apple SD Gothic Neo"/>
                <a:ea typeface="Apple SD Gothic Neo"/>
                <a:cs typeface="Apple SD Gothic Neo"/>
              </a:defRPr>
            </a:defPPr>
            <a:lvl1pPr algn="l">
              <a:buNone/>
              <a:defRPr sz="1875" b="1">
                <a:solidFill>
                  <a:srgbClr val="22D3EE"/>
                </a:solidFill>
                <a:latin typeface="Apple SD Gothic Neo"/>
                <a:ea typeface="Apple SD Gothic Neo"/>
                <a:cs typeface="Apple SD Gothic Neo"/>
              </a:defRPr>
            </a:lvl1pPr>
            <a:lvl2pPr algn="l">
              <a:buNone/>
              <a:defRPr sz="1875" b="1">
                <a:solidFill>
                  <a:srgbClr val="22D3EE"/>
                </a:solidFill>
                <a:latin typeface="Apple SD Gothic Neo"/>
                <a:ea typeface="Apple SD Gothic Neo"/>
                <a:cs typeface="Apple SD Gothic Neo"/>
              </a:defRPr>
            </a:lvl2pPr>
            <a:lvl3pPr algn="l">
              <a:buNone/>
              <a:defRPr sz="1875" b="1">
                <a:solidFill>
                  <a:srgbClr val="22D3EE"/>
                </a:solidFill>
                <a:latin typeface="Apple SD Gothic Neo"/>
                <a:ea typeface="Apple SD Gothic Neo"/>
                <a:cs typeface="Apple SD Gothic Neo"/>
              </a:defRPr>
            </a:lvl3pPr>
            <a:lvl4pPr algn="l">
              <a:buNone/>
              <a:defRPr sz="1875" b="1">
                <a:solidFill>
                  <a:srgbClr val="22D3EE"/>
                </a:solidFill>
                <a:latin typeface="Apple SD Gothic Neo"/>
                <a:ea typeface="Apple SD Gothic Neo"/>
                <a:cs typeface="Apple SD Gothic Neo"/>
              </a:defRPr>
            </a:lvl4pPr>
            <a:lvl5pPr algn="l">
              <a:buNone/>
              <a:defRPr sz="1875" b="1">
                <a:solidFill>
                  <a:srgbClr val="22D3EE"/>
                </a:solidFill>
                <a:latin typeface="Apple SD Gothic Neo"/>
                <a:ea typeface="Apple SD Gothic Neo"/>
                <a:cs typeface="Apple SD Gothic Neo"/>
              </a:defRPr>
            </a:lvl5pPr>
            <a:lvl6pPr algn="l">
              <a:buNone/>
              <a:defRPr sz="1875" b="1">
                <a:solidFill>
                  <a:srgbClr val="22D3EE"/>
                </a:solidFill>
                <a:latin typeface="Apple SD Gothic Neo"/>
                <a:ea typeface="Apple SD Gothic Neo"/>
                <a:cs typeface="Apple SD Gothic Neo"/>
              </a:defRPr>
            </a:lvl6pPr>
            <a:lvl7pPr algn="l">
              <a:buNone/>
              <a:defRPr sz="1875" b="1">
                <a:solidFill>
                  <a:srgbClr val="22D3EE"/>
                </a:solidFill>
                <a:latin typeface="Apple SD Gothic Neo"/>
                <a:ea typeface="Apple SD Gothic Neo"/>
                <a:cs typeface="Apple SD Gothic Neo"/>
              </a:defRPr>
            </a:lvl7pPr>
            <a:lvl8pPr algn="l">
              <a:buNone/>
              <a:defRPr sz="1875" b="1">
                <a:solidFill>
                  <a:srgbClr val="22D3EE"/>
                </a:solidFill>
                <a:latin typeface="Apple SD Gothic Neo"/>
                <a:ea typeface="Apple SD Gothic Neo"/>
                <a:cs typeface="Apple SD Gothic Neo"/>
              </a:defRPr>
            </a:lvl8pPr>
            <a:lvl9pPr algn="l">
              <a:buNone/>
              <a:defRPr sz="1875" b="1">
                <a:solidFill>
                  <a:srgbClr val="22D3EE"/>
                </a:solidFill>
                <a:latin typeface="Apple SD Gothic Neo"/>
                <a:ea typeface="Apple SD Gothic Neo"/>
                <a:cs typeface="Apple SD Gothic Neo"/>
              </a:defRPr>
            </a:lvl9pPr>
          </a:lstStyle>
          <a:p xmlns:a="http://schemas.openxmlformats.org/drawingml/2006/main">
            <a:pPr algn="l">
              <a:buNone/>
              <a:defRPr sz="1875" b="1">
                <a:solidFill>
                  <a:srgbClr val="22D3EE"/>
                </a:solidFill>
                <a:latin typeface="Apple SD Gothic Neo"/>
                <a:ea typeface="Apple SD Gothic Neo"/>
                <a:cs typeface="Apple SD Gothic Neo"/>
              </a:defRPr>
            </a:pPr>
            <a:r>
              <a:rPr sz="1875" b="1">
                <a:solidFill>
                  <a:srgbClr val="22D3EE"/>
                </a:solidFill>
                <a:latin typeface="Apple SD Gothic Neo"/>
                <a:ea typeface="Apple SD Gothic Neo"/>
                <a:cs typeface="Apple SD Gothic Neo"/>
              </a:rPr>
              <a:t>② 정규화</a:t>
            </a:r>
          </a:p>
        </p:txBody>
      </p:sp>
      <p:sp>
        <p:nvSpPr>
          <p:cNvPr id="15" name="first-flink-text-76">
            <a:extLst xmlns:a="http://schemas.openxmlformats.org/drawingml/2006/main">
              <a:ext uri="{FF2B5EF4-FFF2-40B4-BE49-F238E27FC236}">
                <a16:creationId xmlns:a16="http://schemas.microsoft.com/office/drawing/2014/main" id="{6B9FD24C-BD07-45DA-8DAB-F8E85E49C7BF}"/>
              </a:ext>
            </a:extLst>
          </p:cNvPr>
          <p:cNvSpPr>
            <a:spLocks xmlns:a="http://schemas.openxmlformats.org/drawingml/2006/main" noGrp="1"/>
          </p:cNvSpPr>
          <p:nvPr/>
        </p:nvSpPr>
        <p:spPr>
          <a:xfrm xmlns:a="http://schemas.openxmlformats.org/drawingml/2006/main">
            <a:off x="4629150" y="2781300"/>
            <a:ext cx="29337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8FAFC"/>
                </a:solidFill>
                <a:latin typeface="Apple SD Gothic Neo"/>
                <a:ea typeface="Apple SD Gothic Neo"/>
                <a:cs typeface="Apple SD Gothic Neo"/>
              </a:defRPr>
            </a:defPPr>
            <a:lvl1pPr algn="l">
              <a:buNone/>
              <a:defRPr sz="1875" b="0">
                <a:solidFill>
                  <a:srgbClr val="F8FAFC"/>
                </a:solidFill>
                <a:latin typeface="Apple SD Gothic Neo"/>
                <a:ea typeface="Apple SD Gothic Neo"/>
                <a:cs typeface="Apple SD Gothic Neo"/>
              </a:defRPr>
            </a:lvl1pPr>
            <a:lvl2pPr algn="l">
              <a:buNone/>
              <a:defRPr sz="1875" b="0">
                <a:solidFill>
                  <a:srgbClr val="F8FAFC"/>
                </a:solidFill>
                <a:latin typeface="Apple SD Gothic Neo"/>
                <a:ea typeface="Apple SD Gothic Neo"/>
                <a:cs typeface="Apple SD Gothic Neo"/>
              </a:defRPr>
            </a:lvl2pPr>
            <a:lvl3pPr algn="l">
              <a:buNone/>
              <a:defRPr sz="1875" b="0">
                <a:solidFill>
                  <a:srgbClr val="F8FAFC"/>
                </a:solidFill>
                <a:latin typeface="Apple SD Gothic Neo"/>
                <a:ea typeface="Apple SD Gothic Neo"/>
                <a:cs typeface="Apple SD Gothic Neo"/>
              </a:defRPr>
            </a:lvl3pPr>
            <a:lvl4pPr algn="l">
              <a:buNone/>
              <a:defRPr sz="1875" b="0">
                <a:solidFill>
                  <a:srgbClr val="F8FAFC"/>
                </a:solidFill>
                <a:latin typeface="Apple SD Gothic Neo"/>
                <a:ea typeface="Apple SD Gothic Neo"/>
                <a:cs typeface="Apple SD Gothic Neo"/>
              </a:defRPr>
            </a:lvl4pPr>
            <a:lvl5pPr algn="l">
              <a:buNone/>
              <a:defRPr sz="1875" b="0">
                <a:solidFill>
                  <a:srgbClr val="F8FAFC"/>
                </a:solidFill>
                <a:latin typeface="Apple SD Gothic Neo"/>
                <a:ea typeface="Apple SD Gothic Neo"/>
                <a:cs typeface="Apple SD Gothic Neo"/>
              </a:defRPr>
            </a:lvl5pPr>
            <a:lvl6pPr algn="l">
              <a:buNone/>
              <a:defRPr sz="1875" b="0">
                <a:solidFill>
                  <a:srgbClr val="F8FAFC"/>
                </a:solidFill>
                <a:latin typeface="Apple SD Gothic Neo"/>
                <a:ea typeface="Apple SD Gothic Neo"/>
                <a:cs typeface="Apple SD Gothic Neo"/>
              </a:defRPr>
            </a:lvl6pPr>
            <a:lvl7pPr algn="l">
              <a:buNone/>
              <a:defRPr sz="1875" b="0">
                <a:solidFill>
                  <a:srgbClr val="F8FAFC"/>
                </a:solidFill>
                <a:latin typeface="Apple SD Gothic Neo"/>
                <a:ea typeface="Apple SD Gothic Neo"/>
                <a:cs typeface="Apple SD Gothic Neo"/>
              </a:defRPr>
            </a:lvl7pPr>
            <a:lvl8pPr algn="l">
              <a:buNone/>
              <a:defRPr sz="1875" b="0">
                <a:solidFill>
                  <a:srgbClr val="F8FAFC"/>
                </a:solidFill>
                <a:latin typeface="Apple SD Gothic Neo"/>
                <a:ea typeface="Apple SD Gothic Neo"/>
                <a:cs typeface="Apple SD Gothic Neo"/>
              </a:defRPr>
            </a:lvl8pPr>
            <a:lvl9pPr algn="l">
              <a:buNone/>
              <a:defRPr sz="1875" b="0">
                <a:solidFill>
                  <a:srgbClr val="F8FAFC"/>
                </a:solidFill>
                <a:latin typeface="Apple SD Gothic Neo"/>
                <a:ea typeface="Apple SD Gothic Neo"/>
                <a:cs typeface="Apple SD Gothic Neo"/>
              </a:defRPr>
            </a:lvl9pPr>
          </a:lstStyle>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op·before/after</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숫자 LSN·offset</a:t>
            </a:r>
          </a:p>
        </p:txBody>
      </p:sp>
      <p:sp>
        <p:nvSpPr>
          <p:cNvPr id="16" name="first-flink-panel-77">
            <a:extLst xmlns:a="http://schemas.openxmlformats.org/drawingml/2006/main">
              <a:ext uri="{FF2B5EF4-FFF2-40B4-BE49-F238E27FC236}">
                <a16:creationId xmlns:a16="http://schemas.microsoft.com/office/drawing/2014/main" id="{BEE5561B-EE73-4CF6-9B24-919C9BD76277}"/>
              </a:ext>
            </a:extLst>
          </p:cNvPr>
          <p:cNvSpPr>
            <a:spLocks xmlns:a="http://schemas.openxmlformats.org/drawingml/2006/main" noGrp="1"/>
          </p:cNvSpPr>
          <p:nvPr/>
        </p:nvSpPr>
        <p:spPr>
          <a:xfrm xmlns:a="http://schemas.openxmlformats.org/drawingml/2006/main">
            <a:off x="8343900" y="2190750"/>
            <a:ext cx="3238500" cy="2381250"/>
          </a:xfrm>
          <a:prstGeom xmlns:a="http://schemas.openxmlformats.org/drawingml/2006/main" prst="roundRect">
            <a:avLst>
              <a:gd name="adj" fmla="val 3600"/>
            </a:avLst>
          </a:prstGeom>
          <a:solidFill xmlns:a="http://schemas.openxmlformats.org/drawingml/2006/main">
            <a:srgbClr val="1E293B"/>
          </a:solidFill>
          <a:ln xmlns:a="http://schemas.openxmlformats.org/drawingml/2006/main" w="9525">
            <a:solidFill>
              <a:srgbClr val="22D3EE"/>
            </a:solidFill>
          </a:ln>
        </p:spPr>
      </p:sp>
      <p:sp>
        <p:nvSpPr>
          <p:cNvPr id="17" name="first-flink-text-78">
            <a:extLst xmlns:a="http://schemas.openxmlformats.org/drawingml/2006/main">
              <a:ext uri="{FF2B5EF4-FFF2-40B4-BE49-F238E27FC236}">
                <a16:creationId xmlns:a16="http://schemas.microsoft.com/office/drawing/2014/main" id="{A5F9849C-892C-4D82-A53D-1A15A5B7967F}"/>
              </a:ext>
            </a:extLst>
          </p:cNvPr>
          <p:cNvSpPr>
            <a:spLocks xmlns:a="http://schemas.openxmlformats.org/drawingml/2006/main" noGrp="1"/>
          </p:cNvSpPr>
          <p:nvPr/>
        </p:nvSpPr>
        <p:spPr>
          <a:xfrm xmlns:a="http://schemas.openxmlformats.org/drawingml/2006/main">
            <a:off x="8496300" y="2324100"/>
            <a:ext cx="2933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2D3EE"/>
                </a:solidFill>
                <a:latin typeface="Apple SD Gothic Neo"/>
                <a:ea typeface="Apple SD Gothic Neo"/>
                <a:cs typeface="Apple SD Gothic Neo"/>
              </a:defRPr>
            </a:defPPr>
            <a:lvl1pPr algn="l">
              <a:buNone/>
              <a:defRPr sz="1875" b="1">
                <a:solidFill>
                  <a:srgbClr val="22D3EE"/>
                </a:solidFill>
                <a:latin typeface="Apple SD Gothic Neo"/>
                <a:ea typeface="Apple SD Gothic Neo"/>
                <a:cs typeface="Apple SD Gothic Neo"/>
              </a:defRPr>
            </a:lvl1pPr>
            <a:lvl2pPr algn="l">
              <a:buNone/>
              <a:defRPr sz="1875" b="1">
                <a:solidFill>
                  <a:srgbClr val="22D3EE"/>
                </a:solidFill>
                <a:latin typeface="Apple SD Gothic Neo"/>
                <a:ea typeface="Apple SD Gothic Neo"/>
                <a:cs typeface="Apple SD Gothic Neo"/>
              </a:defRPr>
            </a:lvl2pPr>
            <a:lvl3pPr algn="l">
              <a:buNone/>
              <a:defRPr sz="1875" b="1">
                <a:solidFill>
                  <a:srgbClr val="22D3EE"/>
                </a:solidFill>
                <a:latin typeface="Apple SD Gothic Neo"/>
                <a:ea typeface="Apple SD Gothic Neo"/>
                <a:cs typeface="Apple SD Gothic Neo"/>
              </a:defRPr>
            </a:lvl3pPr>
            <a:lvl4pPr algn="l">
              <a:buNone/>
              <a:defRPr sz="1875" b="1">
                <a:solidFill>
                  <a:srgbClr val="22D3EE"/>
                </a:solidFill>
                <a:latin typeface="Apple SD Gothic Neo"/>
                <a:ea typeface="Apple SD Gothic Neo"/>
                <a:cs typeface="Apple SD Gothic Neo"/>
              </a:defRPr>
            </a:lvl4pPr>
            <a:lvl5pPr algn="l">
              <a:buNone/>
              <a:defRPr sz="1875" b="1">
                <a:solidFill>
                  <a:srgbClr val="22D3EE"/>
                </a:solidFill>
                <a:latin typeface="Apple SD Gothic Neo"/>
                <a:ea typeface="Apple SD Gothic Neo"/>
                <a:cs typeface="Apple SD Gothic Neo"/>
              </a:defRPr>
            </a:lvl5pPr>
            <a:lvl6pPr algn="l">
              <a:buNone/>
              <a:defRPr sz="1875" b="1">
                <a:solidFill>
                  <a:srgbClr val="22D3EE"/>
                </a:solidFill>
                <a:latin typeface="Apple SD Gothic Neo"/>
                <a:ea typeface="Apple SD Gothic Neo"/>
                <a:cs typeface="Apple SD Gothic Neo"/>
              </a:defRPr>
            </a:lvl6pPr>
            <a:lvl7pPr algn="l">
              <a:buNone/>
              <a:defRPr sz="1875" b="1">
                <a:solidFill>
                  <a:srgbClr val="22D3EE"/>
                </a:solidFill>
                <a:latin typeface="Apple SD Gothic Neo"/>
                <a:ea typeface="Apple SD Gothic Neo"/>
                <a:cs typeface="Apple SD Gothic Neo"/>
              </a:defRPr>
            </a:lvl7pPr>
            <a:lvl8pPr algn="l">
              <a:buNone/>
              <a:defRPr sz="1875" b="1">
                <a:solidFill>
                  <a:srgbClr val="22D3EE"/>
                </a:solidFill>
                <a:latin typeface="Apple SD Gothic Neo"/>
                <a:ea typeface="Apple SD Gothic Neo"/>
                <a:cs typeface="Apple SD Gothic Neo"/>
              </a:defRPr>
            </a:lvl8pPr>
            <a:lvl9pPr algn="l">
              <a:buNone/>
              <a:defRPr sz="1875" b="1">
                <a:solidFill>
                  <a:srgbClr val="22D3EE"/>
                </a:solidFill>
                <a:latin typeface="Apple SD Gothic Neo"/>
                <a:ea typeface="Apple SD Gothic Neo"/>
                <a:cs typeface="Apple SD Gothic Neo"/>
              </a:defRPr>
            </a:lvl9pPr>
          </a:lstStyle>
          <a:p xmlns:a="http://schemas.openxmlformats.org/drawingml/2006/main">
            <a:pPr algn="l">
              <a:buNone/>
              <a:defRPr sz="1875" b="1">
                <a:solidFill>
                  <a:srgbClr val="22D3EE"/>
                </a:solidFill>
                <a:latin typeface="Apple SD Gothic Neo"/>
                <a:ea typeface="Apple SD Gothic Neo"/>
                <a:cs typeface="Apple SD Gothic Neo"/>
              </a:defRPr>
            </a:pPr>
            <a:r>
              <a:rPr sz="1875" b="1">
                <a:solidFill>
                  <a:srgbClr val="22D3EE"/>
                </a:solidFill>
                <a:latin typeface="Apple SD Gothic Neo"/>
                <a:ea typeface="Apple SD Gothic Neo"/>
                <a:cs typeface="Apple SD Gothic Neo"/>
              </a:rPr>
              <a:t>③ 최신 후보</a:t>
            </a:r>
          </a:p>
        </p:txBody>
      </p:sp>
      <p:sp>
        <p:nvSpPr>
          <p:cNvPr id="18" name="first-flink-text-79">
            <a:extLst xmlns:a="http://schemas.openxmlformats.org/drawingml/2006/main">
              <a:ext uri="{FF2B5EF4-FFF2-40B4-BE49-F238E27FC236}">
                <a16:creationId xmlns:a16="http://schemas.microsoft.com/office/drawing/2014/main" id="{607F98D7-F09A-447B-BA5C-FF32B0BFDB17}"/>
              </a:ext>
            </a:extLst>
          </p:cNvPr>
          <p:cNvSpPr>
            <a:spLocks xmlns:a="http://schemas.openxmlformats.org/drawingml/2006/main" noGrp="1"/>
          </p:cNvSpPr>
          <p:nvPr/>
        </p:nvSpPr>
        <p:spPr>
          <a:xfrm xmlns:a="http://schemas.openxmlformats.org/drawingml/2006/main">
            <a:off x="8496300" y="2781300"/>
            <a:ext cx="29337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8FAFC"/>
                </a:solidFill>
                <a:latin typeface="Apple SD Gothic Neo"/>
                <a:ea typeface="Apple SD Gothic Neo"/>
                <a:cs typeface="Apple SD Gothic Neo"/>
              </a:defRPr>
            </a:defPPr>
            <a:lvl1pPr algn="l">
              <a:buNone/>
              <a:defRPr sz="1875" b="0">
                <a:solidFill>
                  <a:srgbClr val="F8FAFC"/>
                </a:solidFill>
                <a:latin typeface="Apple SD Gothic Neo"/>
                <a:ea typeface="Apple SD Gothic Neo"/>
                <a:cs typeface="Apple SD Gothic Neo"/>
              </a:defRPr>
            </a:lvl1pPr>
            <a:lvl2pPr algn="l">
              <a:buNone/>
              <a:defRPr sz="1875" b="0">
                <a:solidFill>
                  <a:srgbClr val="F8FAFC"/>
                </a:solidFill>
                <a:latin typeface="Apple SD Gothic Neo"/>
                <a:ea typeface="Apple SD Gothic Neo"/>
                <a:cs typeface="Apple SD Gothic Neo"/>
              </a:defRPr>
            </a:lvl2pPr>
            <a:lvl3pPr algn="l">
              <a:buNone/>
              <a:defRPr sz="1875" b="0">
                <a:solidFill>
                  <a:srgbClr val="F8FAFC"/>
                </a:solidFill>
                <a:latin typeface="Apple SD Gothic Neo"/>
                <a:ea typeface="Apple SD Gothic Neo"/>
                <a:cs typeface="Apple SD Gothic Neo"/>
              </a:defRPr>
            </a:lvl3pPr>
            <a:lvl4pPr algn="l">
              <a:buNone/>
              <a:defRPr sz="1875" b="0">
                <a:solidFill>
                  <a:srgbClr val="F8FAFC"/>
                </a:solidFill>
                <a:latin typeface="Apple SD Gothic Neo"/>
                <a:ea typeface="Apple SD Gothic Neo"/>
                <a:cs typeface="Apple SD Gothic Neo"/>
              </a:defRPr>
            </a:lvl4pPr>
            <a:lvl5pPr algn="l">
              <a:buNone/>
              <a:defRPr sz="1875" b="0">
                <a:solidFill>
                  <a:srgbClr val="F8FAFC"/>
                </a:solidFill>
                <a:latin typeface="Apple SD Gothic Neo"/>
                <a:ea typeface="Apple SD Gothic Neo"/>
                <a:cs typeface="Apple SD Gothic Neo"/>
              </a:defRPr>
            </a:lvl5pPr>
            <a:lvl6pPr algn="l">
              <a:buNone/>
              <a:defRPr sz="1875" b="0">
                <a:solidFill>
                  <a:srgbClr val="F8FAFC"/>
                </a:solidFill>
                <a:latin typeface="Apple SD Gothic Neo"/>
                <a:ea typeface="Apple SD Gothic Neo"/>
                <a:cs typeface="Apple SD Gothic Neo"/>
              </a:defRPr>
            </a:lvl6pPr>
            <a:lvl7pPr algn="l">
              <a:buNone/>
              <a:defRPr sz="1875" b="0">
                <a:solidFill>
                  <a:srgbClr val="F8FAFC"/>
                </a:solidFill>
                <a:latin typeface="Apple SD Gothic Neo"/>
                <a:ea typeface="Apple SD Gothic Neo"/>
                <a:cs typeface="Apple SD Gothic Neo"/>
              </a:defRPr>
            </a:lvl7pPr>
            <a:lvl8pPr algn="l">
              <a:buNone/>
              <a:defRPr sz="1875" b="0">
                <a:solidFill>
                  <a:srgbClr val="F8FAFC"/>
                </a:solidFill>
                <a:latin typeface="Apple SD Gothic Neo"/>
                <a:ea typeface="Apple SD Gothic Neo"/>
                <a:cs typeface="Apple SD Gothic Neo"/>
              </a:defRPr>
            </a:lvl8pPr>
            <a:lvl9pPr algn="l">
              <a:buNone/>
              <a:defRPr sz="1875" b="0">
                <a:solidFill>
                  <a:srgbClr val="F8FAFC"/>
                </a:solidFill>
                <a:latin typeface="Apple SD Gothic Neo"/>
                <a:ea typeface="Apple SD Gothic Neo"/>
                <a:cs typeface="Apple SD Gothic Neo"/>
              </a:defRPr>
            </a:lvl9pPr>
          </a:lstStyle>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rn = 1</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LSN 300의 삭제</a:t>
            </a:r>
          </a:p>
        </p:txBody>
      </p:sp>
      <p:sp>
        <p:nvSpPr>
          <p:cNvPr id="21" name="first-flink-panel-80">
            <a:extLst xmlns:a="http://schemas.openxmlformats.org/drawingml/2006/main">
              <a:ext uri="{FF2B5EF4-FFF2-40B4-BE49-F238E27FC236}">
                <a16:creationId xmlns:a16="http://schemas.microsoft.com/office/drawing/2014/main" id="{AD838563-AAC4-41A8-A328-79B3297DAEA2}"/>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22" name="first-flink-text-81">
            <a:extLst xmlns:a="http://schemas.openxmlformats.org/drawingml/2006/main">
              <a:ext uri="{FF2B5EF4-FFF2-40B4-BE49-F238E27FC236}">
                <a16:creationId xmlns:a16="http://schemas.microsoft.com/office/drawing/2014/main" id="{397CC13A-F433-462A-8D5F-CCFE115E8B5D}"/>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시연 A · 고정 입력 전체의 최신 후보 확인, 다음은 상한별 단계 재생</a:t>
            </a:r>
          </a:p>
        </p:txBody>
      </p:sp>
    </p:spTree>
    <p:extLst>
      <p:ext uri="{BB962C8B-B14F-4D97-AF65-F5344CB8AC3E}">
        <p14:creationId xmlns:p14="http://schemas.microsoft.com/office/powerpoint/2010/main" val="1899261296"/>
      </p:ext>
    </p:extLst>
  </p:cSld>
</p:sld>
</file>

<file path=ppt/slides/slide20.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7" name="text-10">
            <a:extLst xmlns:a="http://schemas.openxmlformats.org/drawingml/2006/main">
              <a:ext uri="{FF2B5EF4-FFF2-40B4-BE49-F238E27FC236}">
                <a16:creationId xmlns:a16="http://schemas.microsoft.com/office/drawing/2014/main" id="{B6B0015B-B8EA-4B4C-905F-B3F6BAFE83B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11">
            <a:extLst xmlns:a="http://schemas.openxmlformats.org/drawingml/2006/main">
              <a:ext uri="{FF2B5EF4-FFF2-40B4-BE49-F238E27FC236}">
                <a16:creationId xmlns:a16="http://schemas.microsoft.com/office/drawing/2014/main" id="{082AB1B7-5E48-4855-A593-12FC0DA4CDB2}"/>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시연 B — 생성과 정정을 차례로 반영</a:t>
            </a:r>
          </a:p>
        </p:txBody>
      </p:sp>
      <p:sp>
        <p:nvSpPr>
          <p:cNvPr id="14" name="">
            <a:extLst xmlns:a="http://schemas.openxmlformats.org/drawingml/2006/main">
              <a:ext uri="{FF2B5EF4-FFF2-40B4-BE49-F238E27FC236}">
                <a16:creationId xmlns:a16="http://schemas.microsoft.com/office/drawing/2014/main" id="{9BA22405-4B2B-43CC-AB28-99A98CA4F207}"/>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15" name="text-23">
            <a:extLst xmlns:a="http://schemas.openxmlformats.org/drawingml/2006/main">
              <a:ext uri="{FF2B5EF4-FFF2-40B4-BE49-F238E27FC236}">
                <a16:creationId xmlns:a16="http://schemas.microsoft.com/office/drawing/2014/main" id="{A77E9DDC-7EBD-4AD6-B74C-6335425945A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16" name="text-24">
            <a:extLst xmlns:a="http://schemas.openxmlformats.org/drawingml/2006/main">
              <a:ext uri="{FF2B5EF4-FFF2-40B4-BE49-F238E27FC236}">
                <a16:creationId xmlns:a16="http://schemas.microsoft.com/office/drawing/2014/main" id="{B46FCE60-13B5-482E-B7C5-B432A800A92C}"/>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20</a:t>
            </a:r>
          </a:p>
        </p:txBody>
      </p:sp>
      <p:graphicFrame>
        <p:nvGraphicFramePr>
          <p:cNvPr id="18" name="">
            <a:extLst xmlns:a="http://schemas.openxmlformats.org/drawingml/2006/main">
              <a:ext uri="{FF2B5EF4-FFF2-40B4-BE49-F238E27FC236}">
                <a16:creationId xmlns:a16="http://schemas.microsoft.com/office/drawing/2014/main" id="{2803F038-A0DB-4FB8-8838-B620B4448994}"/>
              </a:ext>
            </a:extLst>
          </p:cNvPr>
          <p:cNvGraphicFramePr/>
          <p:nvPr/>
        </p:nvGraphicFramePr>
        <p:xfrm>
          <a:off xmlns:a="http://schemas.openxmlformats.org/drawingml/2006/main" x="609600" y="1695450"/>
          <a:ext xmlns:a="http://schemas.openxmlformats.org/drawingml/2006/main" cx="10972800" cy="2781300"/>
        </p:xfrm>
        <a:graphic xmlns:a="http://schemas.openxmlformats.org/drawingml/2006/main">
          <a:graphicData uri="http://schemas.openxmlformats.org/drawingml/2006/table">
            <a:tbl>
              <a:tblPr/>
              <a:tblGrid>
                <a:gridCol w="2286000"/>
                <a:gridCol w="3810000"/>
                <a:gridCol w="4876800"/>
              </a:tblGrid>
              <a:tr h="869156">
                <a:tc>
                  <a:txBody>
                    <a:bodyPr/>
                    <a:lstStyle/>
                    <a:p>
                      <a:r>
                        <a:rPr sz="1875" b="1">
                          <a:solidFill>
                            <a:srgbClr val="22D3EE"/>
                          </a:solidFill>
                          <a:latin typeface="Apple SD Gothic Neo"/>
                          <a:ea typeface="Apple SD Gothic Neo"/>
                          <a:cs typeface="Apple SD Gothic Neo"/>
                        </a:rPr>
                        <a:t>선택한 고정 입력 범위</a:t>
                      </a:r>
                    </a:p>
                  </a:txBody>
                  <a:tcPr marL="152400" marR="152400" marT="95250" marB="95250">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c>
                  <a:txBody>
                    <a:bodyPr/>
                    <a:lstStyle/>
                    <a:p>
                      <a:r>
                        <a:rPr sz="1875" b="1">
                          <a:solidFill>
                            <a:srgbClr val="22D3EE"/>
                          </a:solidFill>
                          <a:latin typeface="Apple SD Gothic Neo"/>
                          <a:ea typeface="Apple SD Gothic Neo"/>
                          <a:cs typeface="Apple SD Gothic Neo"/>
                        </a:rPr>
                        <a:t>현재 snapshot의 보존 행</a:t>
                      </a:r>
                    </a:p>
                  </a:txBody>
                  <a:tcPr marL="152400" marR="152400" marT="95250" marB="95250">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c>
                  <a:txBody>
                    <a:bodyPr/>
                    <a:lstStyle/>
                    <a:p>
                      <a:r>
                        <a:rPr sz="1875" b="1">
                          <a:solidFill>
                            <a:srgbClr val="22D3EE"/>
                          </a:solidFill>
                          <a:latin typeface="Apple SD Gothic Neo"/>
                          <a:ea typeface="Apple SD Gothic Neo"/>
                          <a:cs typeface="Apple SD Gothic Neo"/>
                        </a:rPr>
                        <a:t>확인할 값</a:t>
                      </a:r>
                    </a:p>
                  </a:txBody>
                  <a:tcPr marL="152400" marR="152400" marT="95250" marB="95250">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r>
              <a:tr h="869156">
                <a:tc>
                  <a:txBody>
                    <a:bodyPr/>
                    <a:lstStyle/>
                    <a:p>
                      <a:r>
                        <a:rPr sz="1875" b="0">
                          <a:solidFill>
                            <a:srgbClr val="F8FAFC"/>
                          </a:solidFill>
                          <a:latin typeface="Apple SD Gothic Neo"/>
                          <a:ea typeface="Apple SD Gothic Neo"/>
                          <a:cs typeface="Apple SD Gothic Neo"/>
                        </a:rPr>
                        <a:t>c까지 · LSN ≤ 100</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같은 refund_id 1행</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20000 / false / LSN 100</a:t>
                      </a:r>
                    </a:p>
                  </a:txBody>
                  <a:tcPr marL="152400" marR="152400" marT="95250" marB="95250">
                    <a:lnR w="9525">
                      <a:solidFill>
                        <a:srgbClr val="334155"/>
                      </a:solidFill>
                      <a:prstDash val="solid"/>
                    </a:lnR>
                    <a:lnB w="9525">
                      <a:solidFill>
                        <a:srgbClr val="334155"/>
                      </a:solidFill>
                      <a:prstDash val="solid"/>
                    </a:lnB>
                    <a:solidFill>
                      <a:srgbClr val="1E293B"/>
                    </a:solidFill>
                  </a:tcPr>
                </a:tc>
              </a:tr>
              <a:tr h="869156">
                <a:tc>
                  <a:txBody>
                    <a:bodyPr/>
                    <a:lstStyle/>
                    <a:p>
                      <a:r>
                        <a:rPr sz="1875" b="0">
                          <a:solidFill>
                            <a:srgbClr val="F8FAFC"/>
                          </a:solidFill>
                          <a:latin typeface="Apple SD Gothic Neo"/>
                          <a:ea typeface="Apple SD Gothic Neo"/>
                          <a:cs typeface="Apple SD Gothic Neo"/>
                        </a:rPr>
                        <a:t>u까지 · LSN ≤ 200</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같은 refund_id 1행</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30000 / false / LSN 200</a:t>
                      </a:r>
                    </a:p>
                  </a:txBody>
                  <a:tcPr marL="152400" marR="152400" marT="95250" marB="95250">
                    <a:lnR w="9525">
                      <a:solidFill>
                        <a:srgbClr val="334155"/>
                      </a:solidFill>
                      <a:prstDash val="solid"/>
                    </a:lnR>
                    <a:lnB w="9525">
                      <a:solidFill>
                        <a:srgbClr val="334155"/>
                      </a:solidFill>
                      <a:prstDash val="solid"/>
                    </a:lnB>
                    <a:solidFill>
                      <a:srgbClr val="1E293B"/>
                    </a:solidFill>
                  </a:tcPr>
                </a:tc>
              </a:tr>
              <a:tr h="869156">
                <a:tc>
                  <a:txBody>
                    <a:bodyPr/>
                    <a:lstStyle/>
                    <a:p>
                      <a:r>
                        <a:rPr sz="1875" b="0">
                          <a:solidFill>
                            <a:srgbClr val="F8FAFC"/>
                          </a:solidFill>
                          <a:latin typeface="Apple SD Gothic Neo"/>
                          <a:ea typeface="Apple SD Gothic Neo"/>
                          <a:cs typeface="Apple SD Gothic Neo"/>
                        </a:rPr>
                        <a:t>해석</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입력 범위를 선택한 실험</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새 CDC 도착·운영 watermark 아님</a:t>
                      </a:r>
                    </a:p>
                  </a:txBody>
                  <a:tcPr marL="152400" marR="152400" marT="95250" marB="95250">
                    <a:lnR w="9525">
                      <a:solidFill>
                        <a:srgbClr val="334155"/>
                      </a:solidFill>
                      <a:prstDash val="solid"/>
                    </a:lnR>
                    <a:lnB w="9525">
                      <a:solidFill>
                        <a:srgbClr val="334155"/>
                      </a:solidFill>
                      <a:prstDash val="solid"/>
                    </a:lnB>
                    <a:solidFill>
                      <a:srgbClr val="1E293B"/>
                    </a:solidFill>
                  </a:tcPr>
                </a:tc>
              </a:tr>
            </a:tbl>
          </a:graphicData>
        </a:graphic>
      </p:graphicFrame>
      <p:sp>
        <p:nvSpPr>
          <p:cNvPr id="19" name="first-flink-panel-54">
            <a:extLst xmlns:a="http://schemas.openxmlformats.org/drawingml/2006/main">
              <a:ext uri="{FF2B5EF4-FFF2-40B4-BE49-F238E27FC236}">
                <a16:creationId xmlns:a16="http://schemas.microsoft.com/office/drawing/2014/main" id="{8B2AE9B3-6028-432F-AB2A-9AC79A2E3F3F}"/>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20" name="first-flink-text-55">
            <a:extLst xmlns:a="http://schemas.openxmlformats.org/drawingml/2006/main">
              <a:ext uri="{FF2B5EF4-FFF2-40B4-BE49-F238E27FC236}">
                <a16:creationId xmlns:a16="http://schemas.microsoft.com/office/drawing/2014/main" id="{187DC6EE-6791-42FA-AA15-02837818755D}"/>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시연 B · 전체 후보 d300 확인 후 c100부터 범위를 선택해 적용합니다</a:t>
            </a:r>
          </a:p>
        </p:txBody>
      </p:sp>
    </p:spTree>
    <p:extLst>
      <p:ext uri="{BB962C8B-B14F-4D97-AF65-F5344CB8AC3E}">
        <p14:creationId xmlns:p14="http://schemas.microsoft.com/office/powerpoint/2010/main" val="602725031"/>
      </p:ext>
    </p:extLst>
  </p:cSld>
</p:sld>
</file>

<file path=ppt/slides/slide2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9" name="text-46">
            <a:extLst xmlns:a="http://schemas.openxmlformats.org/drawingml/2006/main">
              <a:ext uri="{FF2B5EF4-FFF2-40B4-BE49-F238E27FC236}">
                <a16:creationId xmlns:a16="http://schemas.microsoft.com/office/drawing/2014/main" id="{D3F65DCF-B16A-4121-9FC0-34B29F1AB0E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47">
            <a:extLst xmlns:a="http://schemas.openxmlformats.org/drawingml/2006/main">
              <a:ext uri="{FF2B5EF4-FFF2-40B4-BE49-F238E27FC236}">
                <a16:creationId xmlns:a16="http://schemas.microsoft.com/office/drawing/2014/main" id="{A4AF2A9B-4790-4685-AB60-7E92F760958E}"/>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시연 B — 삭제를 현재 상태에 반영</a:t>
            </a:r>
          </a:p>
        </p:txBody>
      </p:sp>
      <p:sp>
        <p:nvSpPr>
          <p:cNvPr id="6" name="">
            <a:extLst xmlns:a="http://schemas.openxmlformats.org/drawingml/2006/main">
              <a:ext uri="{FF2B5EF4-FFF2-40B4-BE49-F238E27FC236}">
                <a16:creationId xmlns:a16="http://schemas.microsoft.com/office/drawing/2014/main" id="{99C62537-090E-4F5A-BEB0-31A70ACCD748}"/>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7" name="text-50">
            <a:extLst xmlns:a="http://schemas.openxmlformats.org/drawingml/2006/main">
              <a:ext uri="{FF2B5EF4-FFF2-40B4-BE49-F238E27FC236}">
                <a16:creationId xmlns:a16="http://schemas.microsoft.com/office/drawing/2014/main" id="{00D05031-C79D-4FF1-8B64-E29E0D6CD0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8" name="text-51">
            <a:extLst xmlns:a="http://schemas.openxmlformats.org/drawingml/2006/main">
              <a:ext uri="{FF2B5EF4-FFF2-40B4-BE49-F238E27FC236}">
                <a16:creationId xmlns:a16="http://schemas.microsoft.com/office/drawing/2014/main" id="{1D8B1809-7B23-47C6-A634-91FE4293479D}"/>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21</a:t>
            </a:r>
          </a:p>
        </p:txBody>
      </p:sp>
      <p:sp>
        <p:nvSpPr>
          <p:cNvPr id="10" name="first-flink-panel-24">
            <a:extLst xmlns:a="http://schemas.openxmlformats.org/drawingml/2006/main">
              <a:ext uri="{FF2B5EF4-FFF2-40B4-BE49-F238E27FC236}">
                <a16:creationId xmlns:a16="http://schemas.microsoft.com/office/drawing/2014/main" id="{7E8A25FE-5721-4110-A971-5AE940D35AEC}"/>
              </a:ext>
            </a:extLst>
          </p:cNvPr>
          <p:cNvSpPr>
            <a:spLocks xmlns:a="http://schemas.openxmlformats.org/drawingml/2006/main" noGrp="1"/>
          </p:cNvSpPr>
          <p:nvPr/>
        </p:nvSpPr>
        <p:spPr>
          <a:xfrm xmlns:a="http://schemas.openxmlformats.org/drawingml/2006/main">
            <a:off x="609600" y="1809750"/>
            <a:ext cx="5353050" cy="3314700"/>
          </a:xfrm>
          <a:prstGeom xmlns:a="http://schemas.openxmlformats.org/drawingml/2006/main" prst="roundRect">
            <a:avLst>
              <a:gd name="adj" fmla="val 2586"/>
            </a:avLst>
          </a:prstGeom>
          <a:solidFill xmlns:a="http://schemas.openxmlformats.org/drawingml/2006/main">
            <a:srgbClr val="1E293B"/>
          </a:solidFill>
          <a:ln xmlns:a="http://schemas.openxmlformats.org/drawingml/2006/main" w="9525">
            <a:solidFill>
              <a:srgbClr val="334155"/>
            </a:solidFill>
          </a:ln>
        </p:spPr>
      </p:sp>
      <p:sp>
        <p:nvSpPr>
          <p:cNvPr id="11" name="first-flink-text-25">
            <a:extLst xmlns:a="http://schemas.openxmlformats.org/drawingml/2006/main">
              <a:ext uri="{FF2B5EF4-FFF2-40B4-BE49-F238E27FC236}">
                <a16:creationId xmlns:a16="http://schemas.microsoft.com/office/drawing/2014/main" id="{B5636EA6-F1D5-458A-89E6-1052AF8F40F0}"/>
              </a:ext>
            </a:extLst>
          </p:cNvPr>
          <p:cNvSpPr>
            <a:spLocks xmlns:a="http://schemas.openxmlformats.org/drawingml/2006/main" noGrp="1"/>
          </p:cNvSpPr>
          <p:nvPr/>
        </p:nvSpPr>
        <p:spPr>
          <a:xfrm xmlns:a="http://schemas.openxmlformats.org/drawingml/2006/main">
            <a:off x="819150" y="2028825"/>
            <a:ext cx="4933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2D3EE"/>
                </a:solidFill>
                <a:latin typeface="Apple SD Gothic Neo"/>
                <a:ea typeface="Apple SD Gothic Neo"/>
                <a:cs typeface="Apple SD Gothic Neo"/>
              </a:defRPr>
            </a:defPPr>
            <a:lvl1pPr algn="l">
              <a:buNone/>
              <a:defRPr sz="2100" b="1">
                <a:solidFill>
                  <a:srgbClr val="22D3EE"/>
                </a:solidFill>
                <a:latin typeface="Apple SD Gothic Neo"/>
                <a:ea typeface="Apple SD Gothic Neo"/>
                <a:cs typeface="Apple SD Gothic Neo"/>
              </a:defRPr>
            </a:lvl1pPr>
            <a:lvl2pPr algn="l">
              <a:buNone/>
              <a:defRPr sz="2100" b="1">
                <a:solidFill>
                  <a:srgbClr val="22D3EE"/>
                </a:solidFill>
                <a:latin typeface="Apple SD Gothic Neo"/>
                <a:ea typeface="Apple SD Gothic Neo"/>
                <a:cs typeface="Apple SD Gothic Neo"/>
              </a:defRPr>
            </a:lvl2pPr>
            <a:lvl3pPr algn="l">
              <a:buNone/>
              <a:defRPr sz="2100" b="1">
                <a:solidFill>
                  <a:srgbClr val="22D3EE"/>
                </a:solidFill>
                <a:latin typeface="Apple SD Gothic Neo"/>
                <a:ea typeface="Apple SD Gothic Neo"/>
                <a:cs typeface="Apple SD Gothic Neo"/>
              </a:defRPr>
            </a:lvl3pPr>
            <a:lvl4pPr algn="l">
              <a:buNone/>
              <a:defRPr sz="2100" b="1">
                <a:solidFill>
                  <a:srgbClr val="22D3EE"/>
                </a:solidFill>
                <a:latin typeface="Apple SD Gothic Neo"/>
                <a:ea typeface="Apple SD Gothic Neo"/>
                <a:cs typeface="Apple SD Gothic Neo"/>
              </a:defRPr>
            </a:lvl4pPr>
            <a:lvl5pPr algn="l">
              <a:buNone/>
              <a:defRPr sz="2100" b="1">
                <a:solidFill>
                  <a:srgbClr val="22D3EE"/>
                </a:solidFill>
                <a:latin typeface="Apple SD Gothic Neo"/>
                <a:ea typeface="Apple SD Gothic Neo"/>
                <a:cs typeface="Apple SD Gothic Neo"/>
              </a:defRPr>
            </a:lvl5pPr>
            <a:lvl6pPr algn="l">
              <a:buNone/>
              <a:defRPr sz="2100" b="1">
                <a:solidFill>
                  <a:srgbClr val="22D3EE"/>
                </a:solidFill>
                <a:latin typeface="Apple SD Gothic Neo"/>
                <a:ea typeface="Apple SD Gothic Neo"/>
                <a:cs typeface="Apple SD Gothic Neo"/>
              </a:defRPr>
            </a:lvl6pPr>
            <a:lvl7pPr algn="l">
              <a:buNone/>
              <a:defRPr sz="2100" b="1">
                <a:solidFill>
                  <a:srgbClr val="22D3EE"/>
                </a:solidFill>
                <a:latin typeface="Apple SD Gothic Neo"/>
                <a:ea typeface="Apple SD Gothic Neo"/>
                <a:cs typeface="Apple SD Gothic Neo"/>
              </a:defRPr>
            </a:lvl7pPr>
            <a:lvl8pPr algn="l">
              <a:buNone/>
              <a:defRPr sz="2100" b="1">
                <a:solidFill>
                  <a:srgbClr val="22D3EE"/>
                </a:solidFill>
                <a:latin typeface="Apple SD Gothic Neo"/>
                <a:ea typeface="Apple SD Gothic Neo"/>
                <a:cs typeface="Apple SD Gothic Neo"/>
              </a:defRPr>
            </a:lvl8pPr>
            <a:lvl9pPr algn="l">
              <a:buNone/>
              <a:defRPr sz="2100" b="1">
                <a:solidFill>
                  <a:srgbClr val="22D3EE"/>
                </a:solidFill>
                <a:latin typeface="Apple SD Gothic Neo"/>
                <a:ea typeface="Apple SD Gothic Neo"/>
                <a:cs typeface="Apple SD Gothic Neo"/>
              </a:defRPr>
            </a:lvl9pPr>
          </a:lstStyle>
          <a:p xmlns:a="http://schemas.openxmlformats.org/drawingml/2006/main">
            <a:pPr algn="l">
              <a:buNone/>
              <a:defRPr sz="2100" b="1">
                <a:solidFill>
                  <a:srgbClr val="22D3EE"/>
                </a:solidFill>
                <a:latin typeface="Apple SD Gothic Neo"/>
                <a:ea typeface="Apple SD Gothic Neo"/>
                <a:cs typeface="Apple SD Gothic Neo"/>
              </a:defRPr>
            </a:pPr>
            <a:r>
              <a:rPr sz="2100" b="1">
                <a:solidFill>
                  <a:srgbClr val="22D3EE"/>
                </a:solidFill>
                <a:latin typeface="Apple SD Gothic Neo"/>
                <a:ea typeface="Apple SD Gothic Neo"/>
                <a:cs typeface="Apple SD Gothic Neo"/>
              </a:rPr>
              <a:t>현재 snapshot의 보존 행</a:t>
            </a:r>
          </a:p>
        </p:txBody>
      </p:sp>
      <p:sp>
        <p:nvSpPr>
          <p:cNvPr id="12" name="first-flink-text-26">
            <a:extLst xmlns:a="http://schemas.openxmlformats.org/drawingml/2006/main">
              <a:ext uri="{FF2B5EF4-FFF2-40B4-BE49-F238E27FC236}">
                <a16:creationId xmlns:a16="http://schemas.microsoft.com/office/drawing/2014/main" id="{35CE7EF9-5A20-4FF6-9DE4-701E513B1A8A}"/>
              </a:ext>
            </a:extLst>
          </p:cNvPr>
          <p:cNvSpPr>
            <a:spLocks xmlns:a="http://schemas.openxmlformats.org/drawingml/2006/main" noGrp="1"/>
          </p:cNvSpPr>
          <p:nvPr/>
        </p:nvSpPr>
        <p:spPr>
          <a:xfrm xmlns:a="http://schemas.openxmlformats.org/drawingml/2006/main">
            <a:off x="819150" y="2847975"/>
            <a:ext cx="493395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AFC"/>
                </a:solidFill>
                <a:latin typeface="Apple SD Gothic Neo"/>
                <a:ea typeface="Apple SD Gothic Neo"/>
                <a:cs typeface="Apple SD Gothic Neo"/>
              </a:defRPr>
            </a:defPPr>
            <a:lvl1pPr algn="l">
              <a:buNone/>
              <a:defRPr sz="2025" b="0">
                <a:solidFill>
                  <a:srgbClr val="F8FAFC"/>
                </a:solidFill>
                <a:latin typeface="Apple SD Gothic Neo"/>
                <a:ea typeface="Apple SD Gothic Neo"/>
                <a:cs typeface="Apple SD Gothic Neo"/>
              </a:defRPr>
            </a:lvl1pPr>
            <a:lvl2pPr algn="l">
              <a:buNone/>
              <a:defRPr sz="2025" b="0">
                <a:solidFill>
                  <a:srgbClr val="F8FAFC"/>
                </a:solidFill>
                <a:latin typeface="Apple SD Gothic Neo"/>
                <a:ea typeface="Apple SD Gothic Neo"/>
                <a:cs typeface="Apple SD Gothic Neo"/>
              </a:defRPr>
            </a:lvl2pPr>
            <a:lvl3pPr algn="l">
              <a:buNone/>
              <a:defRPr sz="2025" b="0">
                <a:solidFill>
                  <a:srgbClr val="F8FAFC"/>
                </a:solidFill>
                <a:latin typeface="Apple SD Gothic Neo"/>
                <a:ea typeface="Apple SD Gothic Neo"/>
                <a:cs typeface="Apple SD Gothic Neo"/>
              </a:defRPr>
            </a:lvl3pPr>
            <a:lvl4pPr algn="l">
              <a:buNone/>
              <a:defRPr sz="2025" b="0">
                <a:solidFill>
                  <a:srgbClr val="F8FAFC"/>
                </a:solidFill>
                <a:latin typeface="Apple SD Gothic Neo"/>
                <a:ea typeface="Apple SD Gothic Neo"/>
                <a:cs typeface="Apple SD Gothic Neo"/>
              </a:defRPr>
            </a:lvl4pPr>
            <a:lvl5pPr algn="l">
              <a:buNone/>
              <a:defRPr sz="2025" b="0">
                <a:solidFill>
                  <a:srgbClr val="F8FAFC"/>
                </a:solidFill>
                <a:latin typeface="Apple SD Gothic Neo"/>
                <a:ea typeface="Apple SD Gothic Neo"/>
                <a:cs typeface="Apple SD Gothic Neo"/>
              </a:defRPr>
            </a:lvl5pPr>
            <a:lvl6pPr algn="l">
              <a:buNone/>
              <a:defRPr sz="2025" b="0">
                <a:solidFill>
                  <a:srgbClr val="F8FAFC"/>
                </a:solidFill>
                <a:latin typeface="Apple SD Gothic Neo"/>
                <a:ea typeface="Apple SD Gothic Neo"/>
                <a:cs typeface="Apple SD Gothic Neo"/>
              </a:defRPr>
            </a:lvl6pPr>
            <a:lvl7pPr algn="l">
              <a:buNone/>
              <a:defRPr sz="2025" b="0">
                <a:solidFill>
                  <a:srgbClr val="F8FAFC"/>
                </a:solidFill>
                <a:latin typeface="Apple SD Gothic Neo"/>
                <a:ea typeface="Apple SD Gothic Neo"/>
                <a:cs typeface="Apple SD Gothic Neo"/>
              </a:defRPr>
            </a:lvl7pPr>
            <a:lvl8pPr algn="l">
              <a:buNone/>
              <a:defRPr sz="2025" b="0">
                <a:solidFill>
                  <a:srgbClr val="F8FAFC"/>
                </a:solidFill>
                <a:latin typeface="Apple SD Gothic Neo"/>
                <a:ea typeface="Apple SD Gothic Neo"/>
                <a:cs typeface="Apple SD Gothic Neo"/>
              </a:defRPr>
            </a:lvl8pPr>
            <a:lvl9pPr algn="l">
              <a:buNone/>
              <a:defRPr sz="2025" b="0">
                <a:solidFill>
                  <a:srgbClr val="F8FAFC"/>
                </a:solidFill>
                <a:latin typeface="Apple SD Gothic Neo"/>
                <a:ea typeface="Apple SD Gothic Neo"/>
                <a:cs typeface="Apple SD Gothic Neo"/>
              </a:defRPr>
            </a:lvl9pPr>
          </a:lstStyle>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COUNT(*) = 1</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is_deleted = true</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source_lsn = 300</a:t>
            </a:r>
          </a:p>
        </p:txBody>
      </p:sp>
      <p:sp>
        <p:nvSpPr>
          <p:cNvPr id="13" name="first-flink-panel-27">
            <a:extLst xmlns:a="http://schemas.openxmlformats.org/drawingml/2006/main">
              <a:ext uri="{FF2B5EF4-FFF2-40B4-BE49-F238E27FC236}">
                <a16:creationId xmlns:a16="http://schemas.microsoft.com/office/drawing/2014/main" id="{70004556-3AE2-4AE8-AFA2-A4749887BEDA}"/>
              </a:ext>
            </a:extLst>
          </p:cNvPr>
          <p:cNvSpPr>
            <a:spLocks xmlns:a="http://schemas.openxmlformats.org/drawingml/2006/main" noGrp="1"/>
          </p:cNvSpPr>
          <p:nvPr/>
        </p:nvSpPr>
        <p:spPr>
          <a:xfrm xmlns:a="http://schemas.openxmlformats.org/drawingml/2006/main">
            <a:off x="6229350" y="1809750"/>
            <a:ext cx="5353050" cy="3314700"/>
          </a:xfrm>
          <a:prstGeom xmlns:a="http://schemas.openxmlformats.org/drawingml/2006/main" prst="roundRect">
            <a:avLst>
              <a:gd name="adj" fmla="val 2586"/>
            </a:avLst>
          </a:prstGeom>
          <a:solidFill xmlns:a="http://schemas.openxmlformats.org/drawingml/2006/main">
            <a:srgbClr val="1E293B"/>
          </a:solidFill>
          <a:ln xmlns:a="http://schemas.openxmlformats.org/drawingml/2006/main" w="9525">
            <a:solidFill>
              <a:srgbClr val="334155"/>
            </a:solidFill>
          </a:ln>
        </p:spPr>
      </p:sp>
      <p:sp>
        <p:nvSpPr>
          <p:cNvPr id="14" name="first-flink-text-28">
            <a:extLst xmlns:a="http://schemas.openxmlformats.org/drawingml/2006/main">
              <a:ext uri="{FF2B5EF4-FFF2-40B4-BE49-F238E27FC236}">
                <a16:creationId xmlns:a16="http://schemas.microsoft.com/office/drawing/2014/main" id="{1D19D5BE-557B-4C45-9FB7-9E7908B69B9F}"/>
              </a:ext>
            </a:extLst>
          </p:cNvPr>
          <p:cNvSpPr>
            <a:spLocks xmlns:a="http://schemas.openxmlformats.org/drawingml/2006/main" noGrp="1"/>
          </p:cNvSpPr>
          <p:nvPr/>
        </p:nvSpPr>
        <p:spPr>
          <a:xfrm xmlns:a="http://schemas.openxmlformats.org/drawingml/2006/main">
            <a:off x="6438900" y="2028825"/>
            <a:ext cx="4933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B923C"/>
                </a:solidFill>
                <a:latin typeface="Apple SD Gothic Neo"/>
                <a:ea typeface="Apple SD Gothic Neo"/>
                <a:cs typeface="Apple SD Gothic Neo"/>
              </a:defRPr>
            </a:defPPr>
            <a:lvl1pPr algn="l">
              <a:buNone/>
              <a:defRPr sz="2100" b="1">
                <a:solidFill>
                  <a:srgbClr val="FB923C"/>
                </a:solidFill>
                <a:latin typeface="Apple SD Gothic Neo"/>
                <a:ea typeface="Apple SD Gothic Neo"/>
                <a:cs typeface="Apple SD Gothic Neo"/>
              </a:defRPr>
            </a:lvl1pPr>
            <a:lvl2pPr algn="l">
              <a:buNone/>
              <a:defRPr sz="2100" b="1">
                <a:solidFill>
                  <a:srgbClr val="FB923C"/>
                </a:solidFill>
                <a:latin typeface="Apple SD Gothic Neo"/>
                <a:ea typeface="Apple SD Gothic Neo"/>
                <a:cs typeface="Apple SD Gothic Neo"/>
              </a:defRPr>
            </a:lvl2pPr>
            <a:lvl3pPr algn="l">
              <a:buNone/>
              <a:defRPr sz="2100" b="1">
                <a:solidFill>
                  <a:srgbClr val="FB923C"/>
                </a:solidFill>
                <a:latin typeface="Apple SD Gothic Neo"/>
                <a:ea typeface="Apple SD Gothic Neo"/>
                <a:cs typeface="Apple SD Gothic Neo"/>
              </a:defRPr>
            </a:lvl3pPr>
            <a:lvl4pPr algn="l">
              <a:buNone/>
              <a:defRPr sz="2100" b="1">
                <a:solidFill>
                  <a:srgbClr val="FB923C"/>
                </a:solidFill>
                <a:latin typeface="Apple SD Gothic Neo"/>
                <a:ea typeface="Apple SD Gothic Neo"/>
                <a:cs typeface="Apple SD Gothic Neo"/>
              </a:defRPr>
            </a:lvl4pPr>
            <a:lvl5pPr algn="l">
              <a:buNone/>
              <a:defRPr sz="2100" b="1">
                <a:solidFill>
                  <a:srgbClr val="FB923C"/>
                </a:solidFill>
                <a:latin typeface="Apple SD Gothic Neo"/>
                <a:ea typeface="Apple SD Gothic Neo"/>
                <a:cs typeface="Apple SD Gothic Neo"/>
              </a:defRPr>
            </a:lvl5pPr>
            <a:lvl6pPr algn="l">
              <a:buNone/>
              <a:defRPr sz="2100" b="1">
                <a:solidFill>
                  <a:srgbClr val="FB923C"/>
                </a:solidFill>
                <a:latin typeface="Apple SD Gothic Neo"/>
                <a:ea typeface="Apple SD Gothic Neo"/>
                <a:cs typeface="Apple SD Gothic Neo"/>
              </a:defRPr>
            </a:lvl6pPr>
            <a:lvl7pPr algn="l">
              <a:buNone/>
              <a:defRPr sz="2100" b="1">
                <a:solidFill>
                  <a:srgbClr val="FB923C"/>
                </a:solidFill>
                <a:latin typeface="Apple SD Gothic Neo"/>
                <a:ea typeface="Apple SD Gothic Neo"/>
                <a:cs typeface="Apple SD Gothic Neo"/>
              </a:defRPr>
            </a:lvl7pPr>
            <a:lvl8pPr algn="l">
              <a:buNone/>
              <a:defRPr sz="2100" b="1">
                <a:solidFill>
                  <a:srgbClr val="FB923C"/>
                </a:solidFill>
                <a:latin typeface="Apple SD Gothic Neo"/>
                <a:ea typeface="Apple SD Gothic Neo"/>
                <a:cs typeface="Apple SD Gothic Neo"/>
              </a:defRPr>
            </a:lvl8pPr>
            <a:lvl9pPr algn="l">
              <a:buNone/>
              <a:defRPr sz="2100" b="1">
                <a:solidFill>
                  <a:srgbClr val="FB923C"/>
                </a:solidFill>
                <a:latin typeface="Apple SD Gothic Neo"/>
                <a:ea typeface="Apple SD Gothic Neo"/>
                <a:cs typeface="Apple SD Gothic Neo"/>
              </a:defRPr>
            </a:lvl9pPr>
          </a:lstStyle>
          <a:p xmlns:a="http://schemas.openxmlformats.org/drawingml/2006/main">
            <a:pPr algn="l">
              <a:buNone/>
              <a:defRPr sz="2100" b="1">
                <a:solidFill>
                  <a:srgbClr val="FB923C"/>
                </a:solidFill>
                <a:latin typeface="Apple SD Gothic Neo"/>
                <a:ea typeface="Apple SD Gothic Neo"/>
                <a:cs typeface="Apple SD Gothic Neo"/>
              </a:defRPr>
            </a:pPr>
            <a:r>
              <a:rPr sz="2100" b="1">
                <a:solidFill>
                  <a:srgbClr val="FB923C"/>
                </a:solidFill>
                <a:latin typeface="Apple SD Gothic Neo"/>
                <a:ea typeface="Apple SD Gothic Neo"/>
                <a:cs typeface="Apple SD Gothic Neo"/>
              </a:rPr>
              <a:t>현재 유효 행</a:t>
            </a:r>
          </a:p>
        </p:txBody>
      </p:sp>
      <p:sp>
        <p:nvSpPr>
          <p:cNvPr id="15" name="first-flink-text-29">
            <a:extLst xmlns:a="http://schemas.openxmlformats.org/drawingml/2006/main">
              <a:ext uri="{FF2B5EF4-FFF2-40B4-BE49-F238E27FC236}">
                <a16:creationId xmlns:a16="http://schemas.microsoft.com/office/drawing/2014/main" id="{9869B682-0573-421D-A104-DBFBACCDEF63}"/>
              </a:ext>
            </a:extLst>
          </p:cNvPr>
          <p:cNvSpPr>
            <a:spLocks xmlns:a="http://schemas.openxmlformats.org/drawingml/2006/main" noGrp="1"/>
          </p:cNvSpPr>
          <p:nvPr/>
        </p:nvSpPr>
        <p:spPr>
          <a:xfrm xmlns:a="http://schemas.openxmlformats.org/drawingml/2006/main">
            <a:off x="6438900" y="2847975"/>
            <a:ext cx="493395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AFC"/>
                </a:solidFill>
                <a:latin typeface="Apple SD Gothic Neo"/>
                <a:ea typeface="Apple SD Gothic Neo"/>
                <a:cs typeface="Apple SD Gothic Neo"/>
              </a:defRPr>
            </a:defPPr>
            <a:lvl1pPr algn="l">
              <a:buNone/>
              <a:defRPr sz="2025" b="0">
                <a:solidFill>
                  <a:srgbClr val="F8FAFC"/>
                </a:solidFill>
                <a:latin typeface="Apple SD Gothic Neo"/>
                <a:ea typeface="Apple SD Gothic Neo"/>
                <a:cs typeface="Apple SD Gothic Neo"/>
              </a:defRPr>
            </a:lvl1pPr>
            <a:lvl2pPr algn="l">
              <a:buNone/>
              <a:defRPr sz="2025" b="0">
                <a:solidFill>
                  <a:srgbClr val="F8FAFC"/>
                </a:solidFill>
                <a:latin typeface="Apple SD Gothic Neo"/>
                <a:ea typeface="Apple SD Gothic Neo"/>
                <a:cs typeface="Apple SD Gothic Neo"/>
              </a:defRPr>
            </a:lvl2pPr>
            <a:lvl3pPr algn="l">
              <a:buNone/>
              <a:defRPr sz="2025" b="0">
                <a:solidFill>
                  <a:srgbClr val="F8FAFC"/>
                </a:solidFill>
                <a:latin typeface="Apple SD Gothic Neo"/>
                <a:ea typeface="Apple SD Gothic Neo"/>
                <a:cs typeface="Apple SD Gothic Neo"/>
              </a:defRPr>
            </a:lvl3pPr>
            <a:lvl4pPr algn="l">
              <a:buNone/>
              <a:defRPr sz="2025" b="0">
                <a:solidFill>
                  <a:srgbClr val="F8FAFC"/>
                </a:solidFill>
                <a:latin typeface="Apple SD Gothic Neo"/>
                <a:ea typeface="Apple SD Gothic Neo"/>
                <a:cs typeface="Apple SD Gothic Neo"/>
              </a:defRPr>
            </a:lvl4pPr>
            <a:lvl5pPr algn="l">
              <a:buNone/>
              <a:defRPr sz="2025" b="0">
                <a:solidFill>
                  <a:srgbClr val="F8FAFC"/>
                </a:solidFill>
                <a:latin typeface="Apple SD Gothic Neo"/>
                <a:ea typeface="Apple SD Gothic Neo"/>
                <a:cs typeface="Apple SD Gothic Neo"/>
              </a:defRPr>
            </a:lvl5pPr>
            <a:lvl6pPr algn="l">
              <a:buNone/>
              <a:defRPr sz="2025" b="0">
                <a:solidFill>
                  <a:srgbClr val="F8FAFC"/>
                </a:solidFill>
                <a:latin typeface="Apple SD Gothic Neo"/>
                <a:ea typeface="Apple SD Gothic Neo"/>
                <a:cs typeface="Apple SD Gothic Neo"/>
              </a:defRPr>
            </a:lvl6pPr>
            <a:lvl7pPr algn="l">
              <a:buNone/>
              <a:defRPr sz="2025" b="0">
                <a:solidFill>
                  <a:srgbClr val="F8FAFC"/>
                </a:solidFill>
                <a:latin typeface="Apple SD Gothic Neo"/>
                <a:ea typeface="Apple SD Gothic Neo"/>
                <a:cs typeface="Apple SD Gothic Neo"/>
              </a:defRPr>
            </a:lvl7pPr>
            <a:lvl8pPr algn="l">
              <a:buNone/>
              <a:defRPr sz="2025" b="0">
                <a:solidFill>
                  <a:srgbClr val="F8FAFC"/>
                </a:solidFill>
                <a:latin typeface="Apple SD Gothic Neo"/>
                <a:ea typeface="Apple SD Gothic Neo"/>
                <a:cs typeface="Apple SD Gothic Neo"/>
              </a:defRPr>
            </a:lvl8pPr>
            <a:lvl9pPr algn="l">
              <a:buNone/>
              <a:defRPr sz="2025" b="0">
                <a:solidFill>
                  <a:srgbClr val="F8FAFC"/>
                </a:solidFill>
                <a:latin typeface="Apple SD Gothic Neo"/>
                <a:ea typeface="Apple SD Gothic Neo"/>
                <a:cs typeface="Apple SD Gothic Neo"/>
              </a:defRPr>
            </a:lvl9pPr>
          </a:lstStyle>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WHERE NOT is_deleted</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COUNT(*) = 0</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격리 테이블만 변경</a:t>
            </a:r>
          </a:p>
        </p:txBody>
      </p:sp>
      <p:sp>
        <p:nvSpPr>
          <p:cNvPr id="16" name="first-flink-panel-30">
            <a:extLst xmlns:a="http://schemas.openxmlformats.org/drawingml/2006/main">
              <a:ext uri="{FF2B5EF4-FFF2-40B4-BE49-F238E27FC236}">
                <a16:creationId xmlns:a16="http://schemas.microsoft.com/office/drawing/2014/main" id="{B89EE408-3FD0-4AEF-A4A1-B107F1BD0F46}"/>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17" name="first-flink-text-31">
            <a:extLst xmlns:a="http://schemas.openxmlformats.org/drawingml/2006/main">
              <a:ext uri="{FF2B5EF4-FFF2-40B4-BE49-F238E27FC236}">
                <a16:creationId xmlns:a16="http://schemas.microsoft.com/office/drawing/2014/main" id="{376F5ACE-817D-4573-84D1-482C76AA8155}"/>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삭제 직전 값은 남기고, 현재 조회에서 삭제 표시 행을 제외합니다</a:t>
            </a:r>
          </a:p>
        </p:txBody>
      </p:sp>
    </p:spTree>
    <p:extLst>
      <p:ext uri="{BB962C8B-B14F-4D97-AF65-F5344CB8AC3E}">
        <p14:creationId xmlns:p14="http://schemas.microsoft.com/office/powerpoint/2010/main" val="1899261296"/>
      </p:ext>
    </p:extLst>
  </p:cSld>
</p:sld>
</file>

<file path=ppt/slides/slide22.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7" name="text-10">
            <a:extLst xmlns:a="http://schemas.openxmlformats.org/drawingml/2006/main">
              <a:ext uri="{FF2B5EF4-FFF2-40B4-BE49-F238E27FC236}">
                <a16:creationId xmlns:a16="http://schemas.microsoft.com/office/drawing/2014/main" id="{B6B0015B-B8EA-4B4C-905F-B3F6BAFE83B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11">
            <a:extLst xmlns:a="http://schemas.openxmlformats.org/drawingml/2006/main">
              <a:ext uri="{FF2B5EF4-FFF2-40B4-BE49-F238E27FC236}">
                <a16:creationId xmlns:a16="http://schemas.microsoft.com/office/drawing/2014/main" id="{082AB1B7-5E48-4855-A593-12FC0DA4CDB2}"/>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시연 C — 같은 입력과 중복을 다시 적용</a:t>
            </a:r>
          </a:p>
        </p:txBody>
      </p:sp>
      <p:sp>
        <p:nvSpPr>
          <p:cNvPr id="14" name="">
            <a:extLst xmlns:a="http://schemas.openxmlformats.org/drawingml/2006/main">
              <a:ext uri="{FF2B5EF4-FFF2-40B4-BE49-F238E27FC236}">
                <a16:creationId xmlns:a16="http://schemas.microsoft.com/office/drawing/2014/main" id="{9BA22405-4B2B-43CC-AB28-99A98CA4F207}"/>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15" name="text-23">
            <a:extLst xmlns:a="http://schemas.openxmlformats.org/drawingml/2006/main">
              <a:ext uri="{FF2B5EF4-FFF2-40B4-BE49-F238E27FC236}">
                <a16:creationId xmlns:a16="http://schemas.microsoft.com/office/drawing/2014/main" id="{A77E9DDC-7EBD-4AD6-B74C-6335425945A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16" name="text-24">
            <a:extLst xmlns:a="http://schemas.openxmlformats.org/drawingml/2006/main">
              <a:ext uri="{FF2B5EF4-FFF2-40B4-BE49-F238E27FC236}">
                <a16:creationId xmlns:a16="http://schemas.microsoft.com/office/drawing/2014/main" id="{B46FCE60-13B5-482E-B7C5-B432A800A92C}"/>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22</a:t>
            </a:r>
          </a:p>
        </p:txBody>
      </p:sp>
      <p:graphicFrame>
        <p:nvGraphicFramePr>
          <p:cNvPr id="18" name="">
            <a:extLst xmlns:a="http://schemas.openxmlformats.org/drawingml/2006/main">
              <a:ext uri="{FF2B5EF4-FFF2-40B4-BE49-F238E27FC236}">
                <a16:creationId xmlns:a16="http://schemas.microsoft.com/office/drawing/2014/main" id="{2803F038-A0DB-4FB8-8838-B620B4448994}"/>
              </a:ext>
            </a:extLst>
          </p:cNvPr>
          <p:cNvGraphicFramePr/>
          <p:nvPr/>
        </p:nvGraphicFramePr>
        <p:xfrm>
          <a:off xmlns:a="http://schemas.openxmlformats.org/drawingml/2006/main" x="609600" y="1695450"/>
          <a:ext xmlns:a="http://schemas.openxmlformats.org/drawingml/2006/main" cx="10972800" cy="2781300"/>
        </p:xfrm>
        <a:graphic xmlns:a="http://schemas.openxmlformats.org/drawingml/2006/main">
          <a:graphicData uri="http://schemas.openxmlformats.org/drawingml/2006/table">
            <a:tbl>
              <a:tblPr/>
              <a:tblGrid>
                <a:gridCol w="2286000"/>
                <a:gridCol w="3810000"/>
                <a:gridCol w="4876800"/>
              </a:tblGrid>
              <a:tr h="869156">
                <a:tc>
                  <a:txBody>
                    <a:bodyPr/>
                    <a:lstStyle/>
                    <a:p>
                      <a:r>
                        <a:rPr sz="1875" b="1">
                          <a:solidFill>
                            <a:srgbClr val="22D3EE"/>
                          </a:solidFill>
                          <a:latin typeface="Apple SD Gothic Neo"/>
                          <a:ea typeface="Apple SD Gothic Neo"/>
                          <a:cs typeface="Apple SD Gothic Neo"/>
                        </a:rPr>
                        <a:t>재적용 입력</a:t>
                      </a:r>
                    </a:p>
                  </a:txBody>
                  <a:tcPr marL="152400" marR="152400" marT="95250" marB="95250">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c>
                  <a:txBody>
                    <a:bodyPr/>
                    <a:lstStyle/>
                    <a:p>
                      <a:r>
                        <a:rPr sz="1875" b="1">
                          <a:solidFill>
                            <a:srgbClr val="22D3EE"/>
                          </a:solidFill>
                          <a:latin typeface="Apple SD Gothic Neo"/>
                          <a:ea typeface="Apple SD Gothic Neo"/>
                          <a:cs typeface="Apple SD Gothic Neo"/>
                        </a:rPr>
                        <a:t>업무 결과 기대</a:t>
                      </a:r>
                    </a:p>
                  </a:txBody>
                  <a:tcPr marL="152400" marR="152400" marT="95250" marB="95250">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c>
                  <a:txBody>
                    <a:bodyPr/>
                    <a:lstStyle/>
                    <a:p>
                      <a:r>
                        <a:rPr sz="1875" b="1">
                          <a:solidFill>
                            <a:srgbClr val="22D3EE"/>
                          </a:solidFill>
                          <a:latin typeface="Apple SD Gothic Neo"/>
                          <a:ea typeface="Apple SD Gothic Neo"/>
                          <a:cs typeface="Apple SD Gothic Neo"/>
                        </a:rPr>
                        <a:t>추가로 볼 것</a:t>
                      </a:r>
                    </a:p>
                  </a:txBody>
                  <a:tcPr marL="152400" marR="152400" marT="95250" marB="95250">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r>
              <a:tr h="869156">
                <a:tc>
                  <a:txBody>
                    <a:bodyPr/>
                    <a:lstStyle/>
                    <a:p>
                      <a:r>
                        <a:rPr sz="1875" b="0">
                          <a:solidFill>
                            <a:srgbClr val="F8FAFC"/>
                          </a:solidFill>
                          <a:latin typeface="Apple SD Gothic Neo"/>
                          <a:ea typeface="Apple SD Gothic Neo"/>
                          <a:cs typeface="Apple SD Gothic Neo"/>
                        </a:rPr>
                        <a:t>동일 입력</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PK 한 행 · 삭제 유지</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10/26 기록: 새 snapshot·파일</a:t>
                      </a:r>
                    </a:p>
                  </a:txBody>
                  <a:tcPr marL="152400" marR="152400" marT="95250" marB="95250">
                    <a:lnR w="9525">
                      <a:solidFill>
                        <a:srgbClr val="334155"/>
                      </a:solidFill>
                      <a:prstDash val="solid"/>
                    </a:lnR>
                    <a:lnB w="9525">
                      <a:solidFill>
                        <a:srgbClr val="334155"/>
                      </a:solidFill>
                      <a:prstDash val="solid"/>
                    </a:lnB>
                    <a:solidFill>
                      <a:srgbClr val="1E293B"/>
                    </a:solidFill>
                  </a:tcPr>
                </a:tc>
              </a:tr>
              <a:tr h="869156">
                <a:tc>
                  <a:txBody>
                    <a:bodyPr/>
                    <a:lstStyle/>
                    <a:p>
                      <a:r>
                        <a:rPr sz="1875" b="0">
                          <a:solidFill>
                            <a:srgbClr val="F8FAFC"/>
                          </a:solidFill>
                          <a:latin typeface="Apple SD Gothic Neo"/>
                          <a:ea typeface="Apple SD Gothic Neo"/>
                          <a:cs typeface="Apple SD Gothic Neo"/>
                        </a:rPr>
                        <a:t>위치 중복·23장</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삭제 · LSN300 · offset12 유지</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같은 topic·partition·offset</a:t>
                      </a:r>
                    </a:p>
                  </a:txBody>
                  <a:tcPr marL="152400" marR="152400" marT="95250" marB="95250">
                    <a:lnR w="9525">
                      <a:solidFill>
                        <a:srgbClr val="334155"/>
                      </a:solidFill>
                      <a:prstDash val="solid"/>
                    </a:lnR>
                    <a:lnB w="9525">
                      <a:solidFill>
                        <a:srgbClr val="334155"/>
                      </a:solidFill>
                      <a:prstDash val="solid"/>
                    </a:lnB>
                    <a:solidFill>
                      <a:srgbClr val="1E293B"/>
                    </a:solidFill>
                  </a:tcPr>
                </a:tc>
              </a:tr>
              <a:tr h="869156">
                <a:tc>
                  <a:txBody>
                    <a:bodyPr/>
                    <a:lstStyle/>
                    <a:p>
                      <a:r>
                        <a:rPr sz="1875" b="0">
                          <a:solidFill>
                            <a:srgbClr val="F8FAFC"/>
                          </a:solidFill>
                          <a:latin typeface="Apple SD Gothic Neo"/>
                          <a:ea typeface="Apple SD Gothic Neo"/>
                          <a:cs typeface="Apple SD Gothic Neo"/>
                        </a:rPr>
                        <a:t>검증 근거</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금액·is_deleted·PK 건수</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논리 결과와 물리 쓰기 구분</a:t>
                      </a:r>
                    </a:p>
                  </a:txBody>
                  <a:tcPr marL="152400" marR="152400" marT="95250" marB="95250">
                    <a:lnR w="9525">
                      <a:solidFill>
                        <a:srgbClr val="334155"/>
                      </a:solidFill>
                      <a:prstDash val="solid"/>
                    </a:lnR>
                    <a:lnB w="9525">
                      <a:solidFill>
                        <a:srgbClr val="334155"/>
                      </a:solidFill>
                      <a:prstDash val="solid"/>
                    </a:lnB>
                    <a:solidFill>
                      <a:srgbClr val="1E293B"/>
                    </a:solidFill>
                  </a:tcPr>
                </a:tc>
              </a:tr>
            </a:tbl>
          </a:graphicData>
        </a:graphic>
      </p:graphicFrame>
      <p:sp>
        <p:nvSpPr>
          <p:cNvPr id="19" name="first-flink-panel-54">
            <a:extLst xmlns:a="http://schemas.openxmlformats.org/drawingml/2006/main">
              <a:ext uri="{FF2B5EF4-FFF2-40B4-BE49-F238E27FC236}">
                <a16:creationId xmlns:a16="http://schemas.microsoft.com/office/drawing/2014/main" id="{8B2AE9B3-6028-432F-AB2A-9AC79A2E3F3F}"/>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20" name="first-flink-text-55">
            <a:extLst xmlns:a="http://schemas.openxmlformats.org/drawingml/2006/main">
              <a:ext uri="{FF2B5EF4-FFF2-40B4-BE49-F238E27FC236}">
                <a16:creationId xmlns:a16="http://schemas.microsoft.com/office/drawing/2014/main" id="{187DC6EE-6791-42FA-AA15-02837818755D}"/>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시연 C · 업무 결과의 멱등성과 snapshot·파일 쓰기 비용을 나눠 봅니다</a:t>
            </a:r>
          </a:p>
        </p:txBody>
      </p:sp>
    </p:spTree>
    <p:extLst>
      <p:ext uri="{BB962C8B-B14F-4D97-AF65-F5344CB8AC3E}">
        <p14:creationId xmlns:p14="http://schemas.microsoft.com/office/powerpoint/2010/main" val="602725031"/>
      </p:ext>
    </p:extLst>
  </p:cSld>
</p:sld>
</file>

<file path=ppt/slides/slide23.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0F78952D-7C81-4B58-9F76-59D6A1DC8C55}"/>
              </a:ext>
            </a:extLst>
          </p:cNvPr>
          <p:cNvCxnSpPr>
            <a:stCxn xmlns:a="http://schemas.openxmlformats.org/drawingml/2006/main" id="13" idx="3"/>
            <a:endCxn xmlns:a="http://schemas.openxmlformats.org/drawingml/2006/main" id="16" idx="1"/>
          </p:cNvCxnSpPr>
          <p:nvPr/>
        </p:nvCxnSpPr>
        <p:spPr>
          <a:xfrm xmlns:a="http://schemas.openxmlformats.org/drawingml/2006/main">
            <a:off x="7715250" y="3381375"/>
            <a:ext cx="628650" cy="0"/>
          </a:xfrm>
          <a:prstGeom xmlns:a="http://schemas.openxmlformats.org/drawingml/2006/main" prst="straightConnector1">
            <a:avLst/>
          </a:prstGeom>
          <a:ln xmlns:a="http://schemas.openxmlformats.org/drawingml/2006/main" w="19050">
            <a:solidFill>
              <a:srgbClr val="22D3EE"/>
            </a:solidFill>
            <a:tailEnd type="triangle" w="med" len="med"/>
          </a:ln>
        </p:spPr>
      </p:cxnSp>
      <p:cxnSp>
        <p:nvCxnSpPr>
          <p:cNvPr id="19" name="">
            <a:extLst xmlns:a="http://schemas.openxmlformats.org/drawingml/2006/main">
              <a:ext uri="{FF2B5EF4-FFF2-40B4-BE49-F238E27FC236}">
                <a16:creationId xmlns:a16="http://schemas.microsoft.com/office/drawing/2014/main" id="{D5A63AAA-B4F3-4E9F-A97E-15A31EDE7FB5}"/>
              </a:ext>
            </a:extLst>
          </p:cNvPr>
          <p:cNvCxnSpPr>
            <a:stCxn xmlns:a="http://schemas.openxmlformats.org/drawingml/2006/main" id="10" idx="3"/>
            <a:endCxn xmlns:a="http://schemas.openxmlformats.org/drawingml/2006/main" id="13" idx="1"/>
          </p:cNvCxnSpPr>
          <p:nvPr/>
        </p:nvCxnSpPr>
        <p:spPr>
          <a:xfrm xmlns:a="http://schemas.openxmlformats.org/drawingml/2006/main">
            <a:off x="3848100" y="3381375"/>
            <a:ext cx="628650" cy="0"/>
          </a:xfrm>
          <a:prstGeom xmlns:a="http://schemas.openxmlformats.org/drawingml/2006/main" prst="straightConnector1">
            <a:avLst/>
          </a:prstGeom>
          <a:ln xmlns:a="http://schemas.openxmlformats.org/drawingml/2006/main" w="19050">
            <a:solidFill>
              <a:srgbClr val="22D3EE"/>
            </a:solidFill>
            <a:tailEnd type="triangle" w="med" len="med"/>
          </a:ln>
        </p:spPr>
      </p:cxnSp>
      <p:sp>
        <p:nvSpPr>
          <p:cNvPr id="9" name="text-46">
            <a:extLst xmlns:a="http://schemas.openxmlformats.org/drawingml/2006/main">
              <a:ext uri="{FF2B5EF4-FFF2-40B4-BE49-F238E27FC236}">
                <a16:creationId xmlns:a16="http://schemas.microsoft.com/office/drawing/2014/main" id="{D3F65DCF-B16A-4121-9FC0-34B29F1AB0E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47">
            <a:extLst xmlns:a="http://schemas.openxmlformats.org/drawingml/2006/main">
              <a:ext uri="{FF2B5EF4-FFF2-40B4-BE49-F238E27FC236}">
                <a16:creationId xmlns:a16="http://schemas.microsoft.com/office/drawing/2014/main" id="{A4AF2A9B-4790-4685-AB60-7E92F760958E}"/>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시연 C — 삭제 뒤 과거 UPDATE</a:t>
            </a:r>
          </a:p>
        </p:txBody>
      </p:sp>
      <p:sp>
        <p:nvSpPr>
          <p:cNvPr id="6" name="">
            <a:extLst xmlns:a="http://schemas.openxmlformats.org/drawingml/2006/main">
              <a:ext uri="{FF2B5EF4-FFF2-40B4-BE49-F238E27FC236}">
                <a16:creationId xmlns:a16="http://schemas.microsoft.com/office/drawing/2014/main" id="{99C62537-090E-4F5A-BEB0-31A70ACCD748}"/>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7" name="text-50">
            <a:extLst xmlns:a="http://schemas.openxmlformats.org/drawingml/2006/main">
              <a:ext uri="{FF2B5EF4-FFF2-40B4-BE49-F238E27FC236}">
                <a16:creationId xmlns:a16="http://schemas.microsoft.com/office/drawing/2014/main" id="{00D05031-C79D-4FF1-8B64-E29E0D6CD0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8" name="text-51">
            <a:extLst xmlns:a="http://schemas.openxmlformats.org/drawingml/2006/main">
              <a:ext uri="{FF2B5EF4-FFF2-40B4-BE49-F238E27FC236}">
                <a16:creationId xmlns:a16="http://schemas.microsoft.com/office/drawing/2014/main" id="{1D8B1809-7B23-47C6-A634-91FE4293479D}"/>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23</a:t>
            </a:r>
          </a:p>
        </p:txBody>
      </p:sp>
      <p:sp>
        <p:nvSpPr>
          <p:cNvPr id="10" name="first-flink-panel-71">
            <a:extLst xmlns:a="http://schemas.openxmlformats.org/drawingml/2006/main">
              <a:ext uri="{FF2B5EF4-FFF2-40B4-BE49-F238E27FC236}">
                <a16:creationId xmlns:a16="http://schemas.microsoft.com/office/drawing/2014/main" id="{61520F5F-FE2F-4BAA-8F2C-E1763E6A3C44}"/>
              </a:ext>
            </a:extLst>
          </p:cNvPr>
          <p:cNvSpPr>
            <a:spLocks xmlns:a="http://schemas.openxmlformats.org/drawingml/2006/main" noGrp="1"/>
          </p:cNvSpPr>
          <p:nvPr/>
        </p:nvSpPr>
        <p:spPr>
          <a:xfrm xmlns:a="http://schemas.openxmlformats.org/drawingml/2006/main">
            <a:off x="609600" y="2190750"/>
            <a:ext cx="3238500" cy="2381250"/>
          </a:xfrm>
          <a:prstGeom xmlns:a="http://schemas.openxmlformats.org/drawingml/2006/main" prst="roundRect">
            <a:avLst>
              <a:gd name="adj" fmla="val 3600"/>
            </a:avLst>
          </a:prstGeom>
          <a:solidFill xmlns:a="http://schemas.openxmlformats.org/drawingml/2006/main">
            <a:srgbClr val="1E293B"/>
          </a:solidFill>
          <a:ln xmlns:a="http://schemas.openxmlformats.org/drawingml/2006/main" w="9525">
            <a:solidFill>
              <a:srgbClr val="22D3EE"/>
            </a:solidFill>
          </a:ln>
        </p:spPr>
      </p:sp>
      <p:sp>
        <p:nvSpPr>
          <p:cNvPr id="11" name="first-flink-text-72">
            <a:extLst xmlns:a="http://schemas.openxmlformats.org/drawingml/2006/main">
              <a:ext uri="{FF2B5EF4-FFF2-40B4-BE49-F238E27FC236}">
                <a16:creationId xmlns:a16="http://schemas.microsoft.com/office/drawing/2014/main" id="{6E081DC7-44FF-4601-8282-7059A2E86352}"/>
              </a:ext>
            </a:extLst>
          </p:cNvPr>
          <p:cNvSpPr>
            <a:spLocks xmlns:a="http://schemas.openxmlformats.org/drawingml/2006/main" noGrp="1"/>
          </p:cNvSpPr>
          <p:nvPr/>
        </p:nvSpPr>
        <p:spPr>
          <a:xfrm xmlns:a="http://schemas.openxmlformats.org/drawingml/2006/main">
            <a:off x="762000" y="2324100"/>
            <a:ext cx="2933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2D3EE"/>
                </a:solidFill>
                <a:latin typeface="Apple SD Gothic Neo"/>
                <a:ea typeface="Apple SD Gothic Neo"/>
                <a:cs typeface="Apple SD Gothic Neo"/>
              </a:defRPr>
            </a:defPPr>
            <a:lvl1pPr algn="l">
              <a:buNone/>
              <a:defRPr sz="1875" b="1">
                <a:solidFill>
                  <a:srgbClr val="22D3EE"/>
                </a:solidFill>
                <a:latin typeface="Apple SD Gothic Neo"/>
                <a:ea typeface="Apple SD Gothic Neo"/>
                <a:cs typeface="Apple SD Gothic Neo"/>
              </a:defRPr>
            </a:lvl1pPr>
            <a:lvl2pPr algn="l">
              <a:buNone/>
              <a:defRPr sz="1875" b="1">
                <a:solidFill>
                  <a:srgbClr val="22D3EE"/>
                </a:solidFill>
                <a:latin typeface="Apple SD Gothic Neo"/>
                <a:ea typeface="Apple SD Gothic Neo"/>
                <a:cs typeface="Apple SD Gothic Neo"/>
              </a:defRPr>
            </a:lvl2pPr>
            <a:lvl3pPr algn="l">
              <a:buNone/>
              <a:defRPr sz="1875" b="1">
                <a:solidFill>
                  <a:srgbClr val="22D3EE"/>
                </a:solidFill>
                <a:latin typeface="Apple SD Gothic Neo"/>
                <a:ea typeface="Apple SD Gothic Neo"/>
                <a:cs typeface="Apple SD Gothic Neo"/>
              </a:defRPr>
            </a:lvl3pPr>
            <a:lvl4pPr algn="l">
              <a:buNone/>
              <a:defRPr sz="1875" b="1">
                <a:solidFill>
                  <a:srgbClr val="22D3EE"/>
                </a:solidFill>
                <a:latin typeface="Apple SD Gothic Neo"/>
                <a:ea typeface="Apple SD Gothic Neo"/>
                <a:cs typeface="Apple SD Gothic Neo"/>
              </a:defRPr>
            </a:lvl4pPr>
            <a:lvl5pPr algn="l">
              <a:buNone/>
              <a:defRPr sz="1875" b="1">
                <a:solidFill>
                  <a:srgbClr val="22D3EE"/>
                </a:solidFill>
                <a:latin typeface="Apple SD Gothic Neo"/>
                <a:ea typeface="Apple SD Gothic Neo"/>
                <a:cs typeface="Apple SD Gothic Neo"/>
              </a:defRPr>
            </a:lvl5pPr>
            <a:lvl6pPr algn="l">
              <a:buNone/>
              <a:defRPr sz="1875" b="1">
                <a:solidFill>
                  <a:srgbClr val="22D3EE"/>
                </a:solidFill>
                <a:latin typeface="Apple SD Gothic Neo"/>
                <a:ea typeface="Apple SD Gothic Neo"/>
                <a:cs typeface="Apple SD Gothic Neo"/>
              </a:defRPr>
            </a:lvl6pPr>
            <a:lvl7pPr algn="l">
              <a:buNone/>
              <a:defRPr sz="1875" b="1">
                <a:solidFill>
                  <a:srgbClr val="22D3EE"/>
                </a:solidFill>
                <a:latin typeface="Apple SD Gothic Neo"/>
                <a:ea typeface="Apple SD Gothic Neo"/>
                <a:cs typeface="Apple SD Gothic Neo"/>
              </a:defRPr>
            </a:lvl7pPr>
            <a:lvl8pPr algn="l">
              <a:buNone/>
              <a:defRPr sz="1875" b="1">
                <a:solidFill>
                  <a:srgbClr val="22D3EE"/>
                </a:solidFill>
                <a:latin typeface="Apple SD Gothic Neo"/>
                <a:ea typeface="Apple SD Gothic Neo"/>
                <a:cs typeface="Apple SD Gothic Neo"/>
              </a:defRPr>
            </a:lvl8pPr>
            <a:lvl9pPr algn="l">
              <a:buNone/>
              <a:defRPr sz="1875" b="1">
                <a:solidFill>
                  <a:srgbClr val="22D3EE"/>
                </a:solidFill>
                <a:latin typeface="Apple SD Gothic Neo"/>
                <a:ea typeface="Apple SD Gothic Neo"/>
                <a:cs typeface="Apple SD Gothic Neo"/>
              </a:defRPr>
            </a:lvl9pPr>
          </a:lstStyle>
          <a:p xmlns:a="http://schemas.openxmlformats.org/drawingml/2006/main">
            <a:pPr algn="l">
              <a:buNone/>
              <a:defRPr sz="1875" b="1">
                <a:solidFill>
                  <a:srgbClr val="22D3EE"/>
                </a:solidFill>
                <a:latin typeface="Apple SD Gothic Neo"/>
                <a:ea typeface="Apple SD Gothic Neo"/>
                <a:cs typeface="Apple SD Gothic Neo"/>
              </a:defRPr>
            </a:pPr>
            <a:r>
              <a:rPr sz="1875" b="1">
                <a:solidFill>
                  <a:srgbClr val="22D3EE"/>
                </a:solidFill>
                <a:latin typeface="Apple SD Gothic Neo"/>
                <a:ea typeface="Apple SD Gothic Neo"/>
                <a:cs typeface="Apple SD Gothic Neo"/>
              </a:rPr>
              <a:t>① 과거 배치 선택</a:t>
            </a:r>
          </a:p>
        </p:txBody>
      </p:sp>
      <p:sp>
        <p:nvSpPr>
          <p:cNvPr id="12" name="first-flink-text-73">
            <a:extLst xmlns:a="http://schemas.openxmlformats.org/drawingml/2006/main">
              <a:ext uri="{FF2B5EF4-FFF2-40B4-BE49-F238E27FC236}">
                <a16:creationId xmlns:a16="http://schemas.microsoft.com/office/drawing/2014/main" id="{00012702-5688-447A-B914-4E85CE486EC0}"/>
              </a:ext>
            </a:extLst>
          </p:cNvPr>
          <p:cNvSpPr>
            <a:spLocks xmlns:a="http://schemas.openxmlformats.org/drawingml/2006/main" noGrp="1"/>
          </p:cNvSpPr>
          <p:nvPr/>
        </p:nvSpPr>
        <p:spPr>
          <a:xfrm xmlns:a="http://schemas.openxmlformats.org/drawingml/2006/main">
            <a:off x="762000" y="2781300"/>
            <a:ext cx="29337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8FAFC"/>
                </a:solidFill>
                <a:latin typeface="Apple SD Gothic Neo"/>
                <a:ea typeface="Apple SD Gothic Neo"/>
                <a:cs typeface="Apple SD Gothic Neo"/>
              </a:defRPr>
            </a:defPPr>
            <a:lvl1pPr algn="l">
              <a:buNone/>
              <a:defRPr sz="1875" b="0">
                <a:solidFill>
                  <a:srgbClr val="F8FAFC"/>
                </a:solidFill>
                <a:latin typeface="Apple SD Gothic Neo"/>
                <a:ea typeface="Apple SD Gothic Neo"/>
                <a:cs typeface="Apple SD Gothic Neo"/>
              </a:defRPr>
            </a:lvl1pPr>
            <a:lvl2pPr algn="l">
              <a:buNone/>
              <a:defRPr sz="1875" b="0">
                <a:solidFill>
                  <a:srgbClr val="F8FAFC"/>
                </a:solidFill>
                <a:latin typeface="Apple SD Gothic Neo"/>
                <a:ea typeface="Apple SD Gothic Neo"/>
                <a:cs typeface="Apple SD Gothic Neo"/>
              </a:defRPr>
            </a:lvl2pPr>
            <a:lvl3pPr algn="l">
              <a:buNone/>
              <a:defRPr sz="1875" b="0">
                <a:solidFill>
                  <a:srgbClr val="F8FAFC"/>
                </a:solidFill>
                <a:latin typeface="Apple SD Gothic Neo"/>
                <a:ea typeface="Apple SD Gothic Neo"/>
                <a:cs typeface="Apple SD Gothic Neo"/>
              </a:defRPr>
            </a:lvl3pPr>
            <a:lvl4pPr algn="l">
              <a:buNone/>
              <a:defRPr sz="1875" b="0">
                <a:solidFill>
                  <a:srgbClr val="F8FAFC"/>
                </a:solidFill>
                <a:latin typeface="Apple SD Gothic Neo"/>
                <a:ea typeface="Apple SD Gothic Neo"/>
                <a:cs typeface="Apple SD Gothic Neo"/>
              </a:defRPr>
            </a:lvl4pPr>
            <a:lvl5pPr algn="l">
              <a:buNone/>
              <a:defRPr sz="1875" b="0">
                <a:solidFill>
                  <a:srgbClr val="F8FAFC"/>
                </a:solidFill>
                <a:latin typeface="Apple SD Gothic Neo"/>
                <a:ea typeface="Apple SD Gothic Neo"/>
                <a:cs typeface="Apple SD Gothic Neo"/>
              </a:defRPr>
            </a:lvl5pPr>
            <a:lvl6pPr algn="l">
              <a:buNone/>
              <a:defRPr sz="1875" b="0">
                <a:solidFill>
                  <a:srgbClr val="F8FAFC"/>
                </a:solidFill>
                <a:latin typeface="Apple SD Gothic Neo"/>
                <a:ea typeface="Apple SD Gothic Neo"/>
                <a:cs typeface="Apple SD Gothic Neo"/>
              </a:defRPr>
            </a:lvl6pPr>
            <a:lvl7pPr algn="l">
              <a:buNone/>
              <a:defRPr sz="1875" b="0">
                <a:solidFill>
                  <a:srgbClr val="F8FAFC"/>
                </a:solidFill>
                <a:latin typeface="Apple SD Gothic Neo"/>
                <a:ea typeface="Apple SD Gothic Neo"/>
                <a:cs typeface="Apple SD Gothic Neo"/>
              </a:defRPr>
            </a:lvl7pPr>
            <a:lvl8pPr algn="l">
              <a:buNone/>
              <a:defRPr sz="1875" b="0">
                <a:solidFill>
                  <a:srgbClr val="F8FAFC"/>
                </a:solidFill>
                <a:latin typeface="Apple SD Gothic Neo"/>
                <a:ea typeface="Apple SD Gothic Neo"/>
                <a:cs typeface="Apple SD Gothic Neo"/>
              </a:defRPr>
            </a:lvl8pPr>
            <a:lvl9pPr algn="l">
              <a:buNone/>
              <a:defRPr sz="1875" b="0">
                <a:solidFill>
                  <a:srgbClr val="F8FAFC"/>
                </a:solidFill>
                <a:latin typeface="Apple SD Gothic Neo"/>
                <a:ea typeface="Apple SD Gothic Neo"/>
                <a:cs typeface="Apple SD Gothic Neo"/>
              </a:defRPr>
            </a:lvl9pPr>
          </a:lstStyle>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upper_lsn = 200</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incoming u200</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offset 13</a:t>
            </a:r>
          </a:p>
        </p:txBody>
      </p:sp>
      <p:sp>
        <p:nvSpPr>
          <p:cNvPr id="13" name="first-flink-panel-74">
            <a:extLst xmlns:a="http://schemas.openxmlformats.org/drawingml/2006/main">
              <a:ext uri="{FF2B5EF4-FFF2-40B4-BE49-F238E27FC236}">
                <a16:creationId xmlns:a16="http://schemas.microsoft.com/office/drawing/2014/main" id="{66EBB230-AD99-4DE0-8661-64D22FF42D79}"/>
              </a:ext>
            </a:extLst>
          </p:cNvPr>
          <p:cNvSpPr>
            <a:spLocks xmlns:a="http://schemas.openxmlformats.org/drawingml/2006/main" noGrp="1"/>
          </p:cNvSpPr>
          <p:nvPr/>
        </p:nvSpPr>
        <p:spPr>
          <a:xfrm xmlns:a="http://schemas.openxmlformats.org/drawingml/2006/main">
            <a:off x="4476750" y="2190750"/>
            <a:ext cx="3238500" cy="2381250"/>
          </a:xfrm>
          <a:prstGeom xmlns:a="http://schemas.openxmlformats.org/drawingml/2006/main" prst="roundRect">
            <a:avLst>
              <a:gd name="adj" fmla="val 3600"/>
            </a:avLst>
          </a:prstGeom>
          <a:solidFill xmlns:a="http://schemas.openxmlformats.org/drawingml/2006/main">
            <a:srgbClr val="1E293B"/>
          </a:solidFill>
          <a:ln xmlns:a="http://schemas.openxmlformats.org/drawingml/2006/main" w="9525">
            <a:solidFill>
              <a:srgbClr val="22D3EE"/>
            </a:solidFill>
          </a:ln>
        </p:spPr>
      </p:sp>
      <p:sp>
        <p:nvSpPr>
          <p:cNvPr id="14" name="first-flink-text-75">
            <a:extLst xmlns:a="http://schemas.openxmlformats.org/drawingml/2006/main">
              <a:ext uri="{FF2B5EF4-FFF2-40B4-BE49-F238E27FC236}">
                <a16:creationId xmlns:a16="http://schemas.microsoft.com/office/drawing/2014/main" id="{BA90D0AC-A49B-45C1-B932-80AECF81060C}"/>
              </a:ext>
            </a:extLst>
          </p:cNvPr>
          <p:cNvSpPr>
            <a:spLocks xmlns:a="http://schemas.openxmlformats.org/drawingml/2006/main" noGrp="1"/>
          </p:cNvSpPr>
          <p:nvPr/>
        </p:nvSpPr>
        <p:spPr>
          <a:xfrm xmlns:a="http://schemas.openxmlformats.org/drawingml/2006/main">
            <a:off x="4629150" y="2324100"/>
            <a:ext cx="2933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2D3EE"/>
                </a:solidFill>
                <a:latin typeface="Apple SD Gothic Neo"/>
                <a:ea typeface="Apple SD Gothic Neo"/>
                <a:cs typeface="Apple SD Gothic Neo"/>
              </a:defRPr>
            </a:defPPr>
            <a:lvl1pPr algn="l">
              <a:buNone/>
              <a:defRPr sz="1875" b="1">
                <a:solidFill>
                  <a:srgbClr val="22D3EE"/>
                </a:solidFill>
                <a:latin typeface="Apple SD Gothic Neo"/>
                <a:ea typeface="Apple SD Gothic Neo"/>
                <a:cs typeface="Apple SD Gothic Neo"/>
              </a:defRPr>
            </a:lvl1pPr>
            <a:lvl2pPr algn="l">
              <a:buNone/>
              <a:defRPr sz="1875" b="1">
                <a:solidFill>
                  <a:srgbClr val="22D3EE"/>
                </a:solidFill>
                <a:latin typeface="Apple SD Gothic Neo"/>
                <a:ea typeface="Apple SD Gothic Neo"/>
                <a:cs typeface="Apple SD Gothic Neo"/>
              </a:defRPr>
            </a:lvl2pPr>
            <a:lvl3pPr algn="l">
              <a:buNone/>
              <a:defRPr sz="1875" b="1">
                <a:solidFill>
                  <a:srgbClr val="22D3EE"/>
                </a:solidFill>
                <a:latin typeface="Apple SD Gothic Neo"/>
                <a:ea typeface="Apple SD Gothic Neo"/>
                <a:cs typeface="Apple SD Gothic Neo"/>
              </a:defRPr>
            </a:lvl3pPr>
            <a:lvl4pPr algn="l">
              <a:buNone/>
              <a:defRPr sz="1875" b="1">
                <a:solidFill>
                  <a:srgbClr val="22D3EE"/>
                </a:solidFill>
                <a:latin typeface="Apple SD Gothic Neo"/>
                <a:ea typeface="Apple SD Gothic Neo"/>
                <a:cs typeface="Apple SD Gothic Neo"/>
              </a:defRPr>
            </a:lvl4pPr>
            <a:lvl5pPr algn="l">
              <a:buNone/>
              <a:defRPr sz="1875" b="1">
                <a:solidFill>
                  <a:srgbClr val="22D3EE"/>
                </a:solidFill>
                <a:latin typeface="Apple SD Gothic Neo"/>
                <a:ea typeface="Apple SD Gothic Neo"/>
                <a:cs typeface="Apple SD Gothic Neo"/>
              </a:defRPr>
            </a:lvl5pPr>
            <a:lvl6pPr algn="l">
              <a:buNone/>
              <a:defRPr sz="1875" b="1">
                <a:solidFill>
                  <a:srgbClr val="22D3EE"/>
                </a:solidFill>
                <a:latin typeface="Apple SD Gothic Neo"/>
                <a:ea typeface="Apple SD Gothic Neo"/>
                <a:cs typeface="Apple SD Gothic Neo"/>
              </a:defRPr>
            </a:lvl6pPr>
            <a:lvl7pPr algn="l">
              <a:buNone/>
              <a:defRPr sz="1875" b="1">
                <a:solidFill>
                  <a:srgbClr val="22D3EE"/>
                </a:solidFill>
                <a:latin typeface="Apple SD Gothic Neo"/>
                <a:ea typeface="Apple SD Gothic Neo"/>
                <a:cs typeface="Apple SD Gothic Neo"/>
              </a:defRPr>
            </a:lvl7pPr>
            <a:lvl8pPr algn="l">
              <a:buNone/>
              <a:defRPr sz="1875" b="1">
                <a:solidFill>
                  <a:srgbClr val="22D3EE"/>
                </a:solidFill>
                <a:latin typeface="Apple SD Gothic Neo"/>
                <a:ea typeface="Apple SD Gothic Neo"/>
                <a:cs typeface="Apple SD Gothic Neo"/>
              </a:defRPr>
            </a:lvl8pPr>
            <a:lvl9pPr algn="l">
              <a:buNone/>
              <a:defRPr sz="1875" b="1">
                <a:solidFill>
                  <a:srgbClr val="22D3EE"/>
                </a:solidFill>
                <a:latin typeface="Apple SD Gothic Neo"/>
                <a:ea typeface="Apple SD Gothic Neo"/>
                <a:cs typeface="Apple SD Gothic Neo"/>
              </a:defRPr>
            </a:lvl9pPr>
          </a:lstStyle>
          <a:p xmlns:a="http://schemas.openxmlformats.org/drawingml/2006/main">
            <a:pPr algn="l">
              <a:buNone/>
              <a:defRPr sz="1875" b="1">
                <a:solidFill>
                  <a:srgbClr val="22D3EE"/>
                </a:solidFill>
                <a:latin typeface="Apple SD Gothic Neo"/>
                <a:ea typeface="Apple SD Gothic Neo"/>
                <a:cs typeface="Apple SD Gothic Neo"/>
              </a:defRPr>
            </a:pPr>
            <a:r>
              <a:rPr sz="1875" b="1">
                <a:solidFill>
                  <a:srgbClr val="22D3EE"/>
                </a:solidFill>
                <a:latin typeface="Apple SD Gothic Neo"/>
                <a:ea typeface="Apple SD Gothic Neo"/>
                <a:cs typeface="Apple SD Gothic Neo"/>
              </a:rPr>
              <a:t>② 대상과 비교</a:t>
            </a:r>
          </a:p>
        </p:txBody>
      </p:sp>
      <p:sp>
        <p:nvSpPr>
          <p:cNvPr id="15" name="first-flink-text-76">
            <a:extLst xmlns:a="http://schemas.openxmlformats.org/drawingml/2006/main">
              <a:ext uri="{FF2B5EF4-FFF2-40B4-BE49-F238E27FC236}">
                <a16:creationId xmlns:a16="http://schemas.microsoft.com/office/drawing/2014/main" id="{6B9FD24C-BD07-45DA-8DAB-F8E85E49C7BF}"/>
              </a:ext>
            </a:extLst>
          </p:cNvPr>
          <p:cNvSpPr>
            <a:spLocks xmlns:a="http://schemas.openxmlformats.org/drawingml/2006/main" noGrp="1"/>
          </p:cNvSpPr>
          <p:nvPr/>
        </p:nvSpPr>
        <p:spPr>
          <a:xfrm xmlns:a="http://schemas.openxmlformats.org/drawingml/2006/main">
            <a:off x="4629150" y="2781300"/>
            <a:ext cx="29337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8FAFC"/>
                </a:solidFill>
                <a:latin typeface="Apple SD Gothic Neo"/>
                <a:ea typeface="Apple SD Gothic Neo"/>
                <a:cs typeface="Apple SD Gothic Neo"/>
              </a:defRPr>
            </a:defPPr>
            <a:lvl1pPr algn="l">
              <a:buNone/>
              <a:defRPr sz="1875" b="0">
                <a:solidFill>
                  <a:srgbClr val="F8FAFC"/>
                </a:solidFill>
                <a:latin typeface="Apple SD Gothic Neo"/>
                <a:ea typeface="Apple SD Gothic Neo"/>
                <a:cs typeface="Apple SD Gothic Neo"/>
              </a:defRPr>
            </a:lvl1pPr>
            <a:lvl2pPr algn="l">
              <a:buNone/>
              <a:defRPr sz="1875" b="0">
                <a:solidFill>
                  <a:srgbClr val="F8FAFC"/>
                </a:solidFill>
                <a:latin typeface="Apple SD Gothic Neo"/>
                <a:ea typeface="Apple SD Gothic Neo"/>
                <a:cs typeface="Apple SD Gothic Neo"/>
              </a:defRPr>
            </a:lvl2pPr>
            <a:lvl3pPr algn="l">
              <a:buNone/>
              <a:defRPr sz="1875" b="0">
                <a:solidFill>
                  <a:srgbClr val="F8FAFC"/>
                </a:solidFill>
                <a:latin typeface="Apple SD Gothic Neo"/>
                <a:ea typeface="Apple SD Gothic Neo"/>
                <a:cs typeface="Apple SD Gothic Neo"/>
              </a:defRPr>
            </a:lvl3pPr>
            <a:lvl4pPr algn="l">
              <a:buNone/>
              <a:defRPr sz="1875" b="0">
                <a:solidFill>
                  <a:srgbClr val="F8FAFC"/>
                </a:solidFill>
                <a:latin typeface="Apple SD Gothic Neo"/>
                <a:ea typeface="Apple SD Gothic Neo"/>
                <a:cs typeface="Apple SD Gothic Neo"/>
              </a:defRPr>
            </a:lvl4pPr>
            <a:lvl5pPr algn="l">
              <a:buNone/>
              <a:defRPr sz="1875" b="0">
                <a:solidFill>
                  <a:srgbClr val="F8FAFC"/>
                </a:solidFill>
                <a:latin typeface="Apple SD Gothic Neo"/>
                <a:ea typeface="Apple SD Gothic Neo"/>
                <a:cs typeface="Apple SD Gothic Neo"/>
              </a:defRPr>
            </a:lvl5pPr>
            <a:lvl6pPr algn="l">
              <a:buNone/>
              <a:defRPr sz="1875" b="0">
                <a:solidFill>
                  <a:srgbClr val="F8FAFC"/>
                </a:solidFill>
                <a:latin typeface="Apple SD Gothic Neo"/>
                <a:ea typeface="Apple SD Gothic Neo"/>
                <a:cs typeface="Apple SD Gothic Neo"/>
              </a:defRPr>
            </a:lvl6pPr>
            <a:lvl7pPr algn="l">
              <a:buNone/>
              <a:defRPr sz="1875" b="0">
                <a:solidFill>
                  <a:srgbClr val="F8FAFC"/>
                </a:solidFill>
                <a:latin typeface="Apple SD Gothic Neo"/>
                <a:ea typeface="Apple SD Gothic Neo"/>
                <a:cs typeface="Apple SD Gothic Neo"/>
              </a:defRPr>
            </a:lvl7pPr>
            <a:lvl8pPr algn="l">
              <a:buNone/>
              <a:defRPr sz="1875" b="0">
                <a:solidFill>
                  <a:srgbClr val="F8FAFC"/>
                </a:solidFill>
                <a:latin typeface="Apple SD Gothic Neo"/>
                <a:ea typeface="Apple SD Gothic Neo"/>
                <a:cs typeface="Apple SD Gothic Neo"/>
              </a:defRPr>
            </a:lvl8pPr>
            <a:lvl9pPr algn="l">
              <a:buNone/>
              <a:defRPr sz="1875" b="0">
                <a:solidFill>
                  <a:srgbClr val="F8FAFC"/>
                </a:solidFill>
                <a:latin typeface="Apple SD Gothic Neo"/>
                <a:ea typeface="Apple SD Gothic Neo"/>
                <a:cs typeface="Apple SD Gothic Neo"/>
              </a:defRPr>
            </a:lvl9pPr>
          </a:lstStyle>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target d300</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offset 12</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LSN 우선 버전 가드</a:t>
            </a:r>
          </a:p>
        </p:txBody>
      </p:sp>
      <p:sp>
        <p:nvSpPr>
          <p:cNvPr id="16" name="first-flink-panel-77">
            <a:extLst xmlns:a="http://schemas.openxmlformats.org/drawingml/2006/main">
              <a:ext uri="{FF2B5EF4-FFF2-40B4-BE49-F238E27FC236}">
                <a16:creationId xmlns:a16="http://schemas.microsoft.com/office/drawing/2014/main" id="{BEE5561B-EE73-4CF6-9B24-919C9BD76277}"/>
              </a:ext>
            </a:extLst>
          </p:cNvPr>
          <p:cNvSpPr>
            <a:spLocks xmlns:a="http://schemas.openxmlformats.org/drawingml/2006/main" noGrp="1"/>
          </p:cNvSpPr>
          <p:nvPr/>
        </p:nvSpPr>
        <p:spPr>
          <a:xfrm xmlns:a="http://schemas.openxmlformats.org/drawingml/2006/main">
            <a:off x="8343900" y="2190750"/>
            <a:ext cx="3238500" cy="2381250"/>
          </a:xfrm>
          <a:prstGeom xmlns:a="http://schemas.openxmlformats.org/drawingml/2006/main" prst="roundRect">
            <a:avLst>
              <a:gd name="adj" fmla="val 3600"/>
            </a:avLst>
          </a:prstGeom>
          <a:solidFill xmlns:a="http://schemas.openxmlformats.org/drawingml/2006/main">
            <a:srgbClr val="1E293B"/>
          </a:solidFill>
          <a:ln xmlns:a="http://schemas.openxmlformats.org/drawingml/2006/main" w="9525">
            <a:solidFill>
              <a:srgbClr val="22D3EE"/>
            </a:solidFill>
          </a:ln>
        </p:spPr>
      </p:sp>
      <p:sp>
        <p:nvSpPr>
          <p:cNvPr id="17" name="first-flink-text-78">
            <a:extLst xmlns:a="http://schemas.openxmlformats.org/drawingml/2006/main">
              <a:ext uri="{FF2B5EF4-FFF2-40B4-BE49-F238E27FC236}">
                <a16:creationId xmlns:a16="http://schemas.microsoft.com/office/drawing/2014/main" id="{A5F9849C-892C-4D82-A53D-1A15A5B7967F}"/>
              </a:ext>
            </a:extLst>
          </p:cNvPr>
          <p:cNvSpPr>
            <a:spLocks xmlns:a="http://schemas.openxmlformats.org/drawingml/2006/main" noGrp="1"/>
          </p:cNvSpPr>
          <p:nvPr/>
        </p:nvSpPr>
        <p:spPr>
          <a:xfrm xmlns:a="http://schemas.openxmlformats.org/drawingml/2006/main">
            <a:off x="8496300" y="2324100"/>
            <a:ext cx="2933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2D3EE"/>
                </a:solidFill>
                <a:latin typeface="Apple SD Gothic Neo"/>
                <a:ea typeface="Apple SD Gothic Neo"/>
                <a:cs typeface="Apple SD Gothic Neo"/>
              </a:defRPr>
            </a:defPPr>
            <a:lvl1pPr algn="l">
              <a:buNone/>
              <a:defRPr sz="1875" b="1">
                <a:solidFill>
                  <a:srgbClr val="22D3EE"/>
                </a:solidFill>
                <a:latin typeface="Apple SD Gothic Neo"/>
                <a:ea typeface="Apple SD Gothic Neo"/>
                <a:cs typeface="Apple SD Gothic Neo"/>
              </a:defRPr>
            </a:lvl1pPr>
            <a:lvl2pPr algn="l">
              <a:buNone/>
              <a:defRPr sz="1875" b="1">
                <a:solidFill>
                  <a:srgbClr val="22D3EE"/>
                </a:solidFill>
                <a:latin typeface="Apple SD Gothic Neo"/>
                <a:ea typeface="Apple SD Gothic Neo"/>
                <a:cs typeface="Apple SD Gothic Neo"/>
              </a:defRPr>
            </a:lvl2pPr>
            <a:lvl3pPr algn="l">
              <a:buNone/>
              <a:defRPr sz="1875" b="1">
                <a:solidFill>
                  <a:srgbClr val="22D3EE"/>
                </a:solidFill>
                <a:latin typeface="Apple SD Gothic Neo"/>
                <a:ea typeface="Apple SD Gothic Neo"/>
                <a:cs typeface="Apple SD Gothic Neo"/>
              </a:defRPr>
            </a:lvl3pPr>
            <a:lvl4pPr algn="l">
              <a:buNone/>
              <a:defRPr sz="1875" b="1">
                <a:solidFill>
                  <a:srgbClr val="22D3EE"/>
                </a:solidFill>
                <a:latin typeface="Apple SD Gothic Neo"/>
                <a:ea typeface="Apple SD Gothic Neo"/>
                <a:cs typeface="Apple SD Gothic Neo"/>
              </a:defRPr>
            </a:lvl4pPr>
            <a:lvl5pPr algn="l">
              <a:buNone/>
              <a:defRPr sz="1875" b="1">
                <a:solidFill>
                  <a:srgbClr val="22D3EE"/>
                </a:solidFill>
                <a:latin typeface="Apple SD Gothic Neo"/>
                <a:ea typeface="Apple SD Gothic Neo"/>
                <a:cs typeface="Apple SD Gothic Neo"/>
              </a:defRPr>
            </a:lvl5pPr>
            <a:lvl6pPr algn="l">
              <a:buNone/>
              <a:defRPr sz="1875" b="1">
                <a:solidFill>
                  <a:srgbClr val="22D3EE"/>
                </a:solidFill>
                <a:latin typeface="Apple SD Gothic Neo"/>
                <a:ea typeface="Apple SD Gothic Neo"/>
                <a:cs typeface="Apple SD Gothic Neo"/>
              </a:defRPr>
            </a:lvl6pPr>
            <a:lvl7pPr algn="l">
              <a:buNone/>
              <a:defRPr sz="1875" b="1">
                <a:solidFill>
                  <a:srgbClr val="22D3EE"/>
                </a:solidFill>
                <a:latin typeface="Apple SD Gothic Neo"/>
                <a:ea typeface="Apple SD Gothic Neo"/>
                <a:cs typeface="Apple SD Gothic Neo"/>
              </a:defRPr>
            </a:lvl7pPr>
            <a:lvl8pPr algn="l">
              <a:buNone/>
              <a:defRPr sz="1875" b="1">
                <a:solidFill>
                  <a:srgbClr val="22D3EE"/>
                </a:solidFill>
                <a:latin typeface="Apple SD Gothic Neo"/>
                <a:ea typeface="Apple SD Gothic Neo"/>
                <a:cs typeface="Apple SD Gothic Neo"/>
              </a:defRPr>
            </a:lvl8pPr>
            <a:lvl9pPr algn="l">
              <a:buNone/>
              <a:defRPr sz="1875" b="1">
                <a:solidFill>
                  <a:srgbClr val="22D3EE"/>
                </a:solidFill>
                <a:latin typeface="Apple SD Gothic Neo"/>
                <a:ea typeface="Apple SD Gothic Neo"/>
                <a:cs typeface="Apple SD Gothic Neo"/>
              </a:defRPr>
            </a:lvl9pPr>
          </a:lstStyle>
          <a:p xmlns:a="http://schemas.openxmlformats.org/drawingml/2006/main">
            <a:pPr algn="l">
              <a:buNone/>
              <a:defRPr sz="1875" b="1">
                <a:solidFill>
                  <a:srgbClr val="22D3EE"/>
                </a:solidFill>
                <a:latin typeface="Apple SD Gothic Neo"/>
                <a:ea typeface="Apple SD Gothic Neo"/>
                <a:cs typeface="Apple SD Gothic Neo"/>
              </a:defRPr>
            </a:pPr>
            <a:r>
              <a:rPr sz="1875" b="1">
                <a:solidFill>
                  <a:srgbClr val="22D3EE"/>
                </a:solidFill>
                <a:latin typeface="Apple SD Gothic Neo"/>
                <a:ea typeface="Apple SD Gothic Neo"/>
                <a:cs typeface="Apple SD Gothic Neo"/>
              </a:rPr>
              <a:t>③ 삭제 상태 유지</a:t>
            </a:r>
          </a:p>
        </p:txBody>
      </p:sp>
      <p:sp>
        <p:nvSpPr>
          <p:cNvPr id="18" name="first-flink-text-79">
            <a:extLst xmlns:a="http://schemas.openxmlformats.org/drawingml/2006/main">
              <a:ext uri="{FF2B5EF4-FFF2-40B4-BE49-F238E27FC236}">
                <a16:creationId xmlns:a16="http://schemas.microsoft.com/office/drawing/2014/main" id="{607F98D7-F09A-447B-BA5C-FF32B0BFDB17}"/>
              </a:ext>
            </a:extLst>
          </p:cNvPr>
          <p:cNvSpPr>
            <a:spLocks xmlns:a="http://schemas.openxmlformats.org/drawingml/2006/main" noGrp="1"/>
          </p:cNvSpPr>
          <p:nvPr/>
        </p:nvSpPr>
        <p:spPr>
          <a:xfrm xmlns:a="http://schemas.openxmlformats.org/drawingml/2006/main">
            <a:off x="8496300" y="2781300"/>
            <a:ext cx="29337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8FAFC"/>
                </a:solidFill>
                <a:latin typeface="Apple SD Gothic Neo"/>
                <a:ea typeface="Apple SD Gothic Neo"/>
                <a:cs typeface="Apple SD Gothic Neo"/>
              </a:defRPr>
            </a:defPPr>
            <a:lvl1pPr algn="l">
              <a:buNone/>
              <a:defRPr sz="1875" b="0">
                <a:solidFill>
                  <a:srgbClr val="F8FAFC"/>
                </a:solidFill>
                <a:latin typeface="Apple SD Gothic Neo"/>
                <a:ea typeface="Apple SD Gothic Neo"/>
                <a:cs typeface="Apple SD Gothic Neo"/>
              </a:defRPr>
            </a:lvl1pPr>
            <a:lvl2pPr algn="l">
              <a:buNone/>
              <a:defRPr sz="1875" b="0">
                <a:solidFill>
                  <a:srgbClr val="F8FAFC"/>
                </a:solidFill>
                <a:latin typeface="Apple SD Gothic Neo"/>
                <a:ea typeface="Apple SD Gothic Neo"/>
                <a:cs typeface="Apple SD Gothic Neo"/>
              </a:defRPr>
            </a:lvl2pPr>
            <a:lvl3pPr algn="l">
              <a:buNone/>
              <a:defRPr sz="1875" b="0">
                <a:solidFill>
                  <a:srgbClr val="F8FAFC"/>
                </a:solidFill>
                <a:latin typeface="Apple SD Gothic Neo"/>
                <a:ea typeface="Apple SD Gothic Neo"/>
                <a:cs typeface="Apple SD Gothic Neo"/>
              </a:defRPr>
            </a:lvl3pPr>
            <a:lvl4pPr algn="l">
              <a:buNone/>
              <a:defRPr sz="1875" b="0">
                <a:solidFill>
                  <a:srgbClr val="F8FAFC"/>
                </a:solidFill>
                <a:latin typeface="Apple SD Gothic Neo"/>
                <a:ea typeface="Apple SD Gothic Neo"/>
                <a:cs typeface="Apple SD Gothic Neo"/>
              </a:defRPr>
            </a:lvl4pPr>
            <a:lvl5pPr algn="l">
              <a:buNone/>
              <a:defRPr sz="1875" b="0">
                <a:solidFill>
                  <a:srgbClr val="F8FAFC"/>
                </a:solidFill>
                <a:latin typeface="Apple SD Gothic Neo"/>
                <a:ea typeface="Apple SD Gothic Neo"/>
                <a:cs typeface="Apple SD Gothic Neo"/>
              </a:defRPr>
            </a:lvl5pPr>
            <a:lvl6pPr algn="l">
              <a:buNone/>
              <a:defRPr sz="1875" b="0">
                <a:solidFill>
                  <a:srgbClr val="F8FAFC"/>
                </a:solidFill>
                <a:latin typeface="Apple SD Gothic Neo"/>
                <a:ea typeface="Apple SD Gothic Neo"/>
                <a:cs typeface="Apple SD Gothic Neo"/>
              </a:defRPr>
            </a:lvl6pPr>
            <a:lvl7pPr algn="l">
              <a:buNone/>
              <a:defRPr sz="1875" b="0">
                <a:solidFill>
                  <a:srgbClr val="F8FAFC"/>
                </a:solidFill>
                <a:latin typeface="Apple SD Gothic Neo"/>
                <a:ea typeface="Apple SD Gothic Neo"/>
                <a:cs typeface="Apple SD Gothic Neo"/>
              </a:defRPr>
            </a:lvl7pPr>
            <a:lvl8pPr algn="l">
              <a:buNone/>
              <a:defRPr sz="1875" b="0">
                <a:solidFill>
                  <a:srgbClr val="F8FAFC"/>
                </a:solidFill>
                <a:latin typeface="Apple SD Gothic Neo"/>
                <a:ea typeface="Apple SD Gothic Neo"/>
                <a:cs typeface="Apple SD Gothic Neo"/>
              </a:defRPr>
            </a:lvl8pPr>
            <a:lvl9pPr algn="l">
              <a:buNone/>
              <a:defRPr sz="1875" b="0">
                <a:solidFill>
                  <a:srgbClr val="F8FAFC"/>
                </a:solidFill>
                <a:latin typeface="Apple SD Gothic Neo"/>
                <a:ea typeface="Apple SD Gothic Neo"/>
                <a:cs typeface="Apple SD Gothic Neo"/>
              </a:defRPr>
            </a:lvl9pPr>
          </a:lstStyle>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guard_rejected = true</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삭제 LSN 300 보존</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현재 유효 환불 0행</a:t>
            </a:r>
          </a:p>
        </p:txBody>
      </p:sp>
      <p:sp>
        <p:nvSpPr>
          <p:cNvPr id="21" name="first-flink-panel-80">
            <a:extLst xmlns:a="http://schemas.openxmlformats.org/drawingml/2006/main">
              <a:ext uri="{FF2B5EF4-FFF2-40B4-BE49-F238E27FC236}">
                <a16:creationId xmlns:a16="http://schemas.microsoft.com/office/drawing/2014/main" id="{AD838563-AAC4-41A8-A328-79B3297DAEA2}"/>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22" name="first-flink-text-81">
            <a:extLst xmlns:a="http://schemas.openxmlformats.org/drawingml/2006/main">
              <a:ext uri="{FF2B5EF4-FFF2-40B4-BE49-F238E27FC236}">
                <a16:creationId xmlns:a16="http://schemas.microsoft.com/office/drawing/2014/main" id="{397CC13A-F433-462A-8D5F-CCFE115E8B5D}"/>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시연 C · full scan의 후보 선택과 분리해, 과거 입력을 가드에 직접 넘깁니다</a:t>
            </a:r>
          </a:p>
        </p:txBody>
      </p:sp>
    </p:spTree>
    <p:extLst>
      <p:ext uri="{BB962C8B-B14F-4D97-AF65-F5344CB8AC3E}">
        <p14:creationId xmlns:p14="http://schemas.microsoft.com/office/powerpoint/2010/main" val="1899261296"/>
      </p:ext>
    </p:extLst>
  </p:cSld>
</p:sld>
</file>

<file path=ppt/slides/slide24.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8EF59ED3-FFFF-4B76-8674-035859404D7A}"/>
              </a:ext>
            </a:extLst>
          </p:cNvPr>
          <p:cNvCxnSpPr>
            <a:stCxn xmlns:a="http://schemas.openxmlformats.org/drawingml/2006/main" id="16" idx="3"/>
            <a:endCxn xmlns:a="http://schemas.openxmlformats.org/drawingml/2006/main" id="19" idx="1"/>
          </p:cNvCxnSpPr>
          <p:nvPr/>
        </p:nvCxnSpPr>
        <p:spPr>
          <a:xfrm xmlns:a="http://schemas.openxmlformats.org/drawingml/2006/main">
            <a:off x="8705850" y="3381375"/>
            <a:ext cx="533400" cy="0"/>
          </a:xfrm>
          <a:prstGeom xmlns:a="http://schemas.openxmlformats.org/drawingml/2006/main" prst="straightConnector1">
            <a:avLst/>
          </a:prstGeom>
          <a:ln xmlns:a="http://schemas.openxmlformats.org/drawingml/2006/main" w="19050">
            <a:solidFill>
              <a:srgbClr val="22D3EE"/>
            </a:solidFill>
            <a:tailEnd type="triangle" w="med" len="med"/>
          </a:ln>
        </p:spPr>
      </p:cxnSp>
      <p:cxnSp>
        <p:nvCxnSpPr>
          <p:cNvPr id="23" name="">
            <a:extLst xmlns:a="http://schemas.openxmlformats.org/drawingml/2006/main">
              <a:ext uri="{FF2B5EF4-FFF2-40B4-BE49-F238E27FC236}">
                <a16:creationId xmlns:a16="http://schemas.microsoft.com/office/drawing/2014/main" id="{DC5D2799-DED4-44F2-A176-7D230D594055}"/>
              </a:ext>
            </a:extLst>
          </p:cNvPr>
          <p:cNvCxnSpPr>
            <a:stCxn xmlns:a="http://schemas.openxmlformats.org/drawingml/2006/main" id="13" idx="3"/>
            <a:endCxn xmlns:a="http://schemas.openxmlformats.org/drawingml/2006/main" id="16" idx="1"/>
          </p:cNvCxnSpPr>
          <p:nvPr/>
        </p:nvCxnSpPr>
        <p:spPr>
          <a:xfrm xmlns:a="http://schemas.openxmlformats.org/drawingml/2006/main">
            <a:off x="5829300" y="3381375"/>
            <a:ext cx="533400" cy="0"/>
          </a:xfrm>
          <a:prstGeom xmlns:a="http://schemas.openxmlformats.org/drawingml/2006/main" prst="straightConnector1">
            <a:avLst/>
          </a:prstGeom>
          <a:ln xmlns:a="http://schemas.openxmlformats.org/drawingml/2006/main" w="19050">
            <a:solidFill>
              <a:srgbClr val="22D3EE"/>
            </a:solidFill>
            <a:tailEnd type="triangle" w="med" len="med"/>
          </a:ln>
        </p:spPr>
      </p:cxnSp>
      <p:cxnSp>
        <p:nvCxnSpPr>
          <p:cNvPr id="22" name="">
            <a:extLst xmlns:a="http://schemas.openxmlformats.org/drawingml/2006/main">
              <a:ext uri="{FF2B5EF4-FFF2-40B4-BE49-F238E27FC236}">
                <a16:creationId xmlns:a16="http://schemas.microsoft.com/office/drawing/2014/main" id="{C3F1023C-6D0B-4400-B6C1-DF051D06CDED}"/>
              </a:ext>
            </a:extLst>
          </p:cNvPr>
          <p:cNvCxnSpPr>
            <a:stCxn xmlns:a="http://schemas.openxmlformats.org/drawingml/2006/main" id="10" idx="3"/>
            <a:endCxn xmlns:a="http://schemas.openxmlformats.org/drawingml/2006/main" id="13" idx="1"/>
          </p:cNvCxnSpPr>
          <p:nvPr/>
        </p:nvCxnSpPr>
        <p:spPr>
          <a:xfrm xmlns:a="http://schemas.openxmlformats.org/drawingml/2006/main">
            <a:off x="2952750" y="3381375"/>
            <a:ext cx="533400" cy="0"/>
          </a:xfrm>
          <a:prstGeom xmlns:a="http://schemas.openxmlformats.org/drawingml/2006/main" prst="straightConnector1">
            <a:avLst/>
          </a:prstGeom>
          <a:ln xmlns:a="http://schemas.openxmlformats.org/drawingml/2006/main" w="19050">
            <a:solidFill>
              <a:srgbClr val="22D3EE"/>
            </a:solidFill>
            <a:tailEnd type="triangle" w="med" len="med"/>
          </a:ln>
        </p:spPr>
      </p:cxnSp>
      <p:sp>
        <p:nvSpPr>
          <p:cNvPr id="9" name="text-46">
            <a:extLst xmlns:a="http://schemas.openxmlformats.org/drawingml/2006/main">
              <a:ext uri="{FF2B5EF4-FFF2-40B4-BE49-F238E27FC236}">
                <a16:creationId xmlns:a16="http://schemas.microsoft.com/office/drawing/2014/main" id="{D3F65DCF-B16A-4121-9FC0-34B29F1AB0E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47">
            <a:extLst xmlns:a="http://schemas.openxmlformats.org/drawingml/2006/main">
              <a:ext uri="{FF2B5EF4-FFF2-40B4-BE49-F238E27FC236}">
                <a16:creationId xmlns:a16="http://schemas.microsoft.com/office/drawing/2014/main" id="{A4AF2A9B-4790-4685-AB60-7E92F760958E}"/>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Spark SQL과 MERGE 내부 처리</a:t>
            </a:r>
          </a:p>
        </p:txBody>
      </p:sp>
      <p:sp>
        <p:nvSpPr>
          <p:cNvPr id="6" name="">
            <a:extLst xmlns:a="http://schemas.openxmlformats.org/drawingml/2006/main">
              <a:ext uri="{FF2B5EF4-FFF2-40B4-BE49-F238E27FC236}">
                <a16:creationId xmlns:a16="http://schemas.microsoft.com/office/drawing/2014/main" id="{99C62537-090E-4F5A-BEB0-31A70ACCD748}"/>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7" name="text-50">
            <a:extLst xmlns:a="http://schemas.openxmlformats.org/drawingml/2006/main">
              <a:ext uri="{FF2B5EF4-FFF2-40B4-BE49-F238E27FC236}">
                <a16:creationId xmlns:a16="http://schemas.microsoft.com/office/drawing/2014/main" id="{00D05031-C79D-4FF1-8B64-E29E0D6CD0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8" name="text-51">
            <a:extLst xmlns:a="http://schemas.openxmlformats.org/drawingml/2006/main">
              <a:ext uri="{FF2B5EF4-FFF2-40B4-BE49-F238E27FC236}">
                <a16:creationId xmlns:a16="http://schemas.microsoft.com/office/drawing/2014/main" id="{1D8B1809-7B23-47C6-A634-91FE4293479D}"/>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24</a:t>
            </a:r>
          </a:p>
        </p:txBody>
      </p:sp>
      <p:sp>
        <p:nvSpPr>
          <p:cNvPr id="10" name="first-flink-panel-82">
            <a:extLst xmlns:a="http://schemas.openxmlformats.org/drawingml/2006/main">
              <a:ext uri="{FF2B5EF4-FFF2-40B4-BE49-F238E27FC236}">
                <a16:creationId xmlns:a16="http://schemas.microsoft.com/office/drawing/2014/main" id="{A47AD528-62D3-42F7-A20B-FA94EEB601B1}"/>
              </a:ext>
            </a:extLst>
          </p:cNvPr>
          <p:cNvSpPr>
            <a:spLocks xmlns:a="http://schemas.openxmlformats.org/drawingml/2006/main" noGrp="1"/>
          </p:cNvSpPr>
          <p:nvPr/>
        </p:nvSpPr>
        <p:spPr>
          <a:xfrm xmlns:a="http://schemas.openxmlformats.org/drawingml/2006/main">
            <a:off x="609600" y="2190750"/>
            <a:ext cx="2343150" cy="2381250"/>
          </a:xfrm>
          <a:prstGeom xmlns:a="http://schemas.openxmlformats.org/drawingml/2006/main" prst="roundRect">
            <a:avLst>
              <a:gd name="adj" fmla="val 3659"/>
            </a:avLst>
          </a:prstGeom>
          <a:solidFill xmlns:a="http://schemas.openxmlformats.org/drawingml/2006/main">
            <a:srgbClr val="1E293B"/>
          </a:solidFill>
          <a:ln xmlns:a="http://schemas.openxmlformats.org/drawingml/2006/main" w="9525">
            <a:solidFill>
              <a:srgbClr val="22D3EE"/>
            </a:solidFill>
          </a:ln>
        </p:spPr>
      </p:sp>
      <p:sp>
        <p:nvSpPr>
          <p:cNvPr id="11" name="first-flink-text-83">
            <a:extLst xmlns:a="http://schemas.openxmlformats.org/drawingml/2006/main">
              <a:ext uri="{FF2B5EF4-FFF2-40B4-BE49-F238E27FC236}">
                <a16:creationId xmlns:a16="http://schemas.microsoft.com/office/drawing/2014/main" id="{0BC6F7EB-F6AC-4B3B-AC11-942D79015CC4}"/>
              </a:ext>
            </a:extLst>
          </p:cNvPr>
          <p:cNvSpPr>
            <a:spLocks xmlns:a="http://schemas.openxmlformats.org/drawingml/2006/main" noGrp="1"/>
          </p:cNvSpPr>
          <p:nvPr/>
        </p:nvSpPr>
        <p:spPr>
          <a:xfrm xmlns:a="http://schemas.openxmlformats.org/drawingml/2006/main">
            <a:off x="762000" y="2324100"/>
            <a:ext cx="2038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2D3EE"/>
                </a:solidFill>
                <a:latin typeface="Apple SD Gothic Neo"/>
                <a:ea typeface="Apple SD Gothic Neo"/>
                <a:cs typeface="Apple SD Gothic Neo"/>
              </a:defRPr>
            </a:defPPr>
            <a:lvl1pPr algn="l">
              <a:buNone/>
              <a:defRPr sz="1875" b="1">
                <a:solidFill>
                  <a:srgbClr val="22D3EE"/>
                </a:solidFill>
                <a:latin typeface="Apple SD Gothic Neo"/>
                <a:ea typeface="Apple SD Gothic Neo"/>
                <a:cs typeface="Apple SD Gothic Neo"/>
              </a:defRPr>
            </a:lvl1pPr>
            <a:lvl2pPr algn="l">
              <a:buNone/>
              <a:defRPr sz="1875" b="1">
                <a:solidFill>
                  <a:srgbClr val="22D3EE"/>
                </a:solidFill>
                <a:latin typeface="Apple SD Gothic Neo"/>
                <a:ea typeface="Apple SD Gothic Neo"/>
                <a:cs typeface="Apple SD Gothic Neo"/>
              </a:defRPr>
            </a:lvl2pPr>
            <a:lvl3pPr algn="l">
              <a:buNone/>
              <a:defRPr sz="1875" b="1">
                <a:solidFill>
                  <a:srgbClr val="22D3EE"/>
                </a:solidFill>
                <a:latin typeface="Apple SD Gothic Neo"/>
                <a:ea typeface="Apple SD Gothic Neo"/>
                <a:cs typeface="Apple SD Gothic Neo"/>
              </a:defRPr>
            </a:lvl3pPr>
            <a:lvl4pPr algn="l">
              <a:buNone/>
              <a:defRPr sz="1875" b="1">
                <a:solidFill>
                  <a:srgbClr val="22D3EE"/>
                </a:solidFill>
                <a:latin typeface="Apple SD Gothic Neo"/>
                <a:ea typeface="Apple SD Gothic Neo"/>
                <a:cs typeface="Apple SD Gothic Neo"/>
              </a:defRPr>
            </a:lvl4pPr>
            <a:lvl5pPr algn="l">
              <a:buNone/>
              <a:defRPr sz="1875" b="1">
                <a:solidFill>
                  <a:srgbClr val="22D3EE"/>
                </a:solidFill>
                <a:latin typeface="Apple SD Gothic Neo"/>
                <a:ea typeface="Apple SD Gothic Neo"/>
                <a:cs typeface="Apple SD Gothic Neo"/>
              </a:defRPr>
            </a:lvl5pPr>
            <a:lvl6pPr algn="l">
              <a:buNone/>
              <a:defRPr sz="1875" b="1">
                <a:solidFill>
                  <a:srgbClr val="22D3EE"/>
                </a:solidFill>
                <a:latin typeface="Apple SD Gothic Neo"/>
                <a:ea typeface="Apple SD Gothic Neo"/>
                <a:cs typeface="Apple SD Gothic Neo"/>
              </a:defRPr>
            </a:lvl6pPr>
            <a:lvl7pPr algn="l">
              <a:buNone/>
              <a:defRPr sz="1875" b="1">
                <a:solidFill>
                  <a:srgbClr val="22D3EE"/>
                </a:solidFill>
                <a:latin typeface="Apple SD Gothic Neo"/>
                <a:ea typeface="Apple SD Gothic Neo"/>
                <a:cs typeface="Apple SD Gothic Neo"/>
              </a:defRPr>
            </a:lvl7pPr>
            <a:lvl8pPr algn="l">
              <a:buNone/>
              <a:defRPr sz="1875" b="1">
                <a:solidFill>
                  <a:srgbClr val="22D3EE"/>
                </a:solidFill>
                <a:latin typeface="Apple SD Gothic Neo"/>
                <a:ea typeface="Apple SD Gothic Neo"/>
                <a:cs typeface="Apple SD Gothic Neo"/>
              </a:defRPr>
            </a:lvl8pPr>
            <a:lvl9pPr algn="l">
              <a:buNone/>
              <a:defRPr sz="1875" b="1">
                <a:solidFill>
                  <a:srgbClr val="22D3EE"/>
                </a:solidFill>
                <a:latin typeface="Apple SD Gothic Neo"/>
                <a:ea typeface="Apple SD Gothic Neo"/>
                <a:cs typeface="Apple SD Gothic Neo"/>
              </a:defRPr>
            </a:lvl9pPr>
          </a:lstStyle>
          <a:p xmlns:a="http://schemas.openxmlformats.org/drawingml/2006/main">
            <a:pPr algn="l">
              <a:buNone/>
              <a:defRPr sz="1875" b="1">
                <a:solidFill>
                  <a:srgbClr val="22D3EE"/>
                </a:solidFill>
                <a:latin typeface="Apple SD Gothic Neo"/>
                <a:ea typeface="Apple SD Gothic Neo"/>
                <a:cs typeface="Apple SD Gothic Neo"/>
              </a:defRPr>
            </a:pPr>
            <a:r>
              <a:rPr sz="1875" b="1">
                <a:solidFill>
                  <a:srgbClr val="22D3EE"/>
                </a:solidFill>
                <a:latin typeface="Apple SD Gothic Neo"/>
                <a:ea typeface="Apple SD Gothic Neo"/>
                <a:cs typeface="Apple SD Gothic Neo"/>
              </a:rPr>
              <a:t>① 읽기·파싱</a:t>
            </a:r>
          </a:p>
        </p:txBody>
      </p:sp>
      <p:sp>
        <p:nvSpPr>
          <p:cNvPr id="12" name="first-flink-text-84">
            <a:extLst xmlns:a="http://schemas.openxmlformats.org/drawingml/2006/main">
              <a:ext uri="{FF2B5EF4-FFF2-40B4-BE49-F238E27FC236}">
                <a16:creationId xmlns:a16="http://schemas.microsoft.com/office/drawing/2014/main" id="{E87D94CF-9DA2-4553-B1B0-925522B66F8D}"/>
              </a:ext>
            </a:extLst>
          </p:cNvPr>
          <p:cNvSpPr>
            <a:spLocks xmlns:a="http://schemas.openxmlformats.org/drawingml/2006/main" noGrp="1"/>
          </p:cNvSpPr>
          <p:nvPr/>
        </p:nvSpPr>
        <p:spPr>
          <a:xfrm xmlns:a="http://schemas.openxmlformats.org/drawingml/2006/main">
            <a:off x="762000" y="2781300"/>
            <a:ext cx="20383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8FAFC"/>
                </a:solidFill>
                <a:latin typeface="Apple SD Gothic Neo"/>
                <a:ea typeface="Apple SD Gothic Neo"/>
                <a:cs typeface="Apple SD Gothic Neo"/>
              </a:defRPr>
            </a:defPPr>
            <a:lvl1pPr algn="l">
              <a:buNone/>
              <a:defRPr sz="1875" b="0">
                <a:solidFill>
                  <a:srgbClr val="F8FAFC"/>
                </a:solidFill>
                <a:latin typeface="Apple SD Gothic Neo"/>
                <a:ea typeface="Apple SD Gothic Neo"/>
                <a:cs typeface="Apple SD Gothic Neo"/>
              </a:defRPr>
            </a:lvl1pPr>
            <a:lvl2pPr algn="l">
              <a:buNone/>
              <a:defRPr sz="1875" b="0">
                <a:solidFill>
                  <a:srgbClr val="F8FAFC"/>
                </a:solidFill>
                <a:latin typeface="Apple SD Gothic Neo"/>
                <a:ea typeface="Apple SD Gothic Neo"/>
                <a:cs typeface="Apple SD Gothic Neo"/>
              </a:defRPr>
            </a:lvl2pPr>
            <a:lvl3pPr algn="l">
              <a:buNone/>
              <a:defRPr sz="1875" b="0">
                <a:solidFill>
                  <a:srgbClr val="F8FAFC"/>
                </a:solidFill>
                <a:latin typeface="Apple SD Gothic Neo"/>
                <a:ea typeface="Apple SD Gothic Neo"/>
                <a:cs typeface="Apple SD Gothic Neo"/>
              </a:defRPr>
            </a:lvl3pPr>
            <a:lvl4pPr algn="l">
              <a:buNone/>
              <a:defRPr sz="1875" b="0">
                <a:solidFill>
                  <a:srgbClr val="F8FAFC"/>
                </a:solidFill>
                <a:latin typeface="Apple SD Gothic Neo"/>
                <a:ea typeface="Apple SD Gothic Neo"/>
                <a:cs typeface="Apple SD Gothic Neo"/>
              </a:defRPr>
            </a:lvl4pPr>
            <a:lvl5pPr algn="l">
              <a:buNone/>
              <a:defRPr sz="1875" b="0">
                <a:solidFill>
                  <a:srgbClr val="F8FAFC"/>
                </a:solidFill>
                <a:latin typeface="Apple SD Gothic Neo"/>
                <a:ea typeface="Apple SD Gothic Neo"/>
                <a:cs typeface="Apple SD Gothic Neo"/>
              </a:defRPr>
            </a:lvl5pPr>
            <a:lvl6pPr algn="l">
              <a:buNone/>
              <a:defRPr sz="1875" b="0">
                <a:solidFill>
                  <a:srgbClr val="F8FAFC"/>
                </a:solidFill>
                <a:latin typeface="Apple SD Gothic Neo"/>
                <a:ea typeface="Apple SD Gothic Neo"/>
                <a:cs typeface="Apple SD Gothic Neo"/>
              </a:defRPr>
            </a:lvl6pPr>
            <a:lvl7pPr algn="l">
              <a:buNone/>
              <a:defRPr sz="1875" b="0">
                <a:solidFill>
                  <a:srgbClr val="F8FAFC"/>
                </a:solidFill>
                <a:latin typeface="Apple SD Gothic Neo"/>
                <a:ea typeface="Apple SD Gothic Neo"/>
                <a:cs typeface="Apple SD Gothic Neo"/>
              </a:defRPr>
            </a:lvl7pPr>
            <a:lvl8pPr algn="l">
              <a:buNone/>
              <a:defRPr sz="1875" b="0">
                <a:solidFill>
                  <a:srgbClr val="F8FAFC"/>
                </a:solidFill>
                <a:latin typeface="Apple SD Gothic Neo"/>
                <a:ea typeface="Apple SD Gothic Neo"/>
                <a:cs typeface="Apple SD Gothic Neo"/>
              </a:defRPr>
            </a:lvl8pPr>
            <a:lvl9pPr algn="l">
              <a:buNone/>
              <a:defRPr sz="1875" b="0">
                <a:solidFill>
                  <a:srgbClr val="F8FAFC"/>
                </a:solidFill>
                <a:latin typeface="Apple SD Gothic Neo"/>
                <a:ea typeface="Apple SD Gothic Neo"/>
                <a:cs typeface="Apple SD Gothic Neo"/>
              </a:defRPr>
            </a:lvl9pPr>
          </a:lstStyle>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입력·대상 scan</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JSON·타입 변환</a:t>
            </a:r>
          </a:p>
        </p:txBody>
      </p:sp>
      <p:sp>
        <p:nvSpPr>
          <p:cNvPr id="13" name="first-flink-panel-85">
            <a:extLst xmlns:a="http://schemas.openxmlformats.org/drawingml/2006/main">
              <a:ext uri="{FF2B5EF4-FFF2-40B4-BE49-F238E27FC236}">
                <a16:creationId xmlns:a16="http://schemas.microsoft.com/office/drawing/2014/main" id="{4831E75D-3151-415F-9E55-37581C0143C3}"/>
              </a:ext>
            </a:extLst>
          </p:cNvPr>
          <p:cNvSpPr>
            <a:spLocks xmlns:a="http://schemas.openxmlformats.org/drawingml/2006/main" noGrp="1"/>
          </p:cNvSpPr>
          <p:nvPr/>
        </p:nvSpPr>
        <p:spPr>
          <a:xfrm xmlns:a="http://schemas.openxmlformats.org/drawingml/2006/main">
            <a:off x="3486150" y="2190750"/>
            <a:ext cx="2343150" cy="2381250"/>
          </a:xfrm>
          <a:prstGeom xmlns:a="http://schemas.openxmlformats.org/drawingml/2006/main" prst="roundRect">
            <a:avLst>
              <a:gd name="adj" fmla="val 3659"/>
            </a:avLst>
          </a:prstGeom>
          <a:solidFill xmlns:a="http://schemas.openxmlformats.org/drawingml/2006/main">
            <a:srgbClr val="1E293B"/>
          </a:solidFill>
          <a:ln xmlns:a="http://schemas.openxmlformats.org/drawingml/2006/main" w="9525">
            <a:solidFill>
              <a:srgbClr val="22D3EE"/>
            </a:solidFill>
          </a:ln>
        </p:spPr>
      </p:sp>
      <p:sp>
        <p:nvSpPr>
          <p:cNvPr id="14" name="first-flink-text-86">
            <a:extLst xmlns:a="http://schemas.openxmlformats.org/drawingml/2006/main">
              <a:ext uri="{FF2B5EF4-FFF2-40B4-BE49-F238E27FC236}">
                <a16:creationId xmlns:a16="http://schemas.microsoft.com/office/drawing/2014/main" id="{E5EBCF0D-561F-4C4A-B3A1-8D85B7319158}"/>
              </a:ext>
            </a:extLst>
          </p:cNvPr>
          <p:cNvSpPr>
            <a:spLocks xmlns:a="http://schemas.openxmlformats.org/drawingml/2006/main" noGrp="1"/>
          </p:cNvSpPr>
          <p:nvPr/>
        </p:nvSpPr>
        <p:spPr>
          <a:xfrm xmlns:a="http://schemas.openxmlformats.org/drawingml/2006/main">
            <a:off x="3638550" y="2324100"/>
            <a:ext cx="2038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2D3EE"/>
                </a:solidFill>
                <a:latin typeface="Apple SD Gothic Neo"/>
                <a:ea typeface="Apple SD Gothic Neo"/>
                <a:cs typeface="Apple SD Gothic Neo"/>
              </a:defRPr>
            </a:defPPr>
            <a:lvl1pPr algn="l">
              <a:buNone/>
              <a:defRPr sz="1875" b="1">
                <a:solidFill>
                  <a:srgbClr val="22D3EE"/>
                </a:solidFill>
                <a:latin typeface="Apple SD Gothic Neo"/>
                <a:ea typeface="Apple SD Gothic Neo"/>
                <a:cs typeface="Apple SD Gothic Neo"/>
              </a:defRPr>
            </a:lvl1pPr>
            <a:lvl2pPr algn="l">
              <a:buNone/>
              <a:defRPr sz="1875" b="1">
                <a:solidFill>
                  <a:srgbClr val="22D3EE"/>
                </a:solidFill>
                <a:latin typeface="Apple SD Gothic Neo"/>
                <a:ea typeface="Apple SD Gothic Neo"/>
                <a:cs typeface="Apple SD Gothic Neo"/>
              </a:defRPr>
            </a:lvl2pPr>
            <a:lvl3pPr algn="l">
              <a:buNone/>
              <a:defRPr sz="1875" b="1">
                <a:solidFill>
                  <a:srgbClr val="22D3EE"/>
                </a:solidFill>
                <a:latin typeface="Apple SD Gothic Neo"/>
                <a:ea typeface="Apple SD Gothic Neo"/>
                <a:cs typeface="Apple SD Gothic Neo"/>
              </a:defRPr>
            </a:lvl3pPr>
            <a:lvl4pPr algn="l">
              <a:buNone/>
              <a:defRPr sz="1875" b="1">
                <a:solidFill>
                  <a:srgbClr val="22D3EE"/>
                </a:solidFill>
                <a:latin typeface="Apple SD Gothic Neo"/>
                <a:ea typeface="Apple SD Gothic Neo"/>
                <a:cs typeface="Apple SD Gothic Neo"/>
              </a:defRPr>
            </a:lvl4pPr>
            <a:lvl5pPr algn="l">
              <a:buNone/>
              <a:defRPr sz="1875" b="1">
                <a:solidFill>
                  <a:srgbClr val="22D3EE"/>
                </a:solidFill>
                <a:latin typeface="Apple SD Gothic Neo"/>
                <a:ea typeface="Apple SD Gothic Neo"/>
                <a:cs typeface="Apple SD Gothic Neo"/>
              </a:defRPr>
            </a:lvl5pPr>
            <a:lvl6pPr algn="l">
              <a:buNone/>
              <a:defRPr sz="1875" b="1">
                <a:solidFill>
                  <a:srgbClr val="22D3EE"/>
                </a:solidFill>
                <a:latin typeface="Apple SD Gothic Neo"/>
                <a:ea typeface="Apple SD Gothic Neo"/>
                <a:cs typeface="Apple SD Gothic Neo"/>
              </a:defRPr>
            </a:lvl6pPr>
            <a:lvl7pPr algn="l">
              <a:buNone/>
              <a:defRPr sz="1875" b="1">
                <a:solidFill>
                  <a:srgbClr val="22D3EE"/>
                </a:solidFill>
                <a:latin typeface="Apple SD Gothic Neo"/>
                <a:ea typeface="Apple SD Gothic Neo"/>
                <a:cs typeface="Apple SD Gothic Neo"/>
              </a:defRPr>
            </a:lvl7pPr>
            <a:lvl8pPr algn="l">
              <a:buNone/>
              <a:defRPr sz="1875" b="1">
                <a:solidFill>
                  <a:srgbClr val="22D3EE"/>
                </a:solidFill>
                <a:latin typeface="Apple SD Gothic Neo"/>
                <a:ea typeface="Apple SD Gothic Neo"/>
                <a:cs typeface="Apple SD Gothic Neo"/>
              </a:defRPr>
            </a:lvl8pPr>
            <a:lvl9pPr algn="l">
              <a:buNone/>
              <a:defRPr sz="1875" b="1">
                <a:solidFill>
                  <a:srgbClr val="22D3EE"/>
                </a:solidFill>
                <a:latin typeface="Apple SD Gothic Neo"/>
                <a:ea typeface="Apple SD Gothic Neo"/>
                <a:cs typeface="Apple SD Gothic Neo"/>
              </a:defRPr>
            </a:lvl9pPr>
          </a:lstStyle>
          <a:p xmlns:a="http://schemas.openxmlformats.org/drawingml/2006/main">
            <a:pPr algn="l">
              <a:buNone/>
              <a:defRPr sz="1875" b="1">
                <a:solidFill>
                  <a:srgbClr val="22D3EE"/>
                </a:solidFill>
                <a:latin typeface="Apple SD Gothic Neo"/>
                <a:ea typeface="Apple SD Gothic Neo"/>
                <a:cs typeface="Apple SD Gothic Neo"/>
              </a:defRPr>
            </a:pPr>
            <a:r>
              <a:rPr sz="1875" b="1">
                <a:solidFill>
                  <a:srgbClr val="22D3EE"/>
                </a:solidFill>
                <a:latin typeface="Apple SD Gothic Neo"/>
                <a:ea typeface="Apple SD Gothic Neo"/>
                <a:cs typeface="Apple SD Gothic Neo"/>
              </a:rPr>
              <a:t>② 최신 후보</a:t>
            </a:r>
          </a:p>
        </p:txBody>
      </p:sp>
      <p:sp>
        <p:nvSpPr>
          <p:cNvPr id="15" name="first-flink-text-87">
            <a:extLst xmlns:a="http://schemas.openxmlformats.org/drawingml/2006/main">
              <a:ext uri="{FF2B5EF4-FFF2-40B4-BE49-F238E27FC236}">
                <a16:creationId xmlns:a16="http://schemas.microsoft.com/office/drawing/2014/main" id="{9496379E-FC76-4A59-8347-1E8B3F77AAF6}"/>
              </a:ext>
            </a:extLst>
          </p:cNvPr>
          <p:cNvSpPr>
            <a:spLocks xmlns:a="http://schemas.openxmlformats.org/drawingml/2006/main" noGrp="1"/>
          </p:cNvSpPr>
          <p:nvPr/>
        </p:nvSpPr>
        <p:spPr>
          <a:xfrm xmlns:a="http://schemas.openxmlformats.org/drawingml/2006/main">
            <a:off x="3638550" y="2781300"/>
            <a:ext cx="20383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8FAFC"/>
                </a:solidFill>
                <a:latin typeface="Apple SD Gothic Neo"/>
                <a:ea typeface="Apple SD Gothic Neo"/>
                <a:cs typeface="Apple SD Gothic Neo"/>
              </a:defRPr>
            </a:defPPr>
            <a:lvl1pPr algn="l">
              <a:buNone/>
              <a:defRPr sz="1875" b="0">
                <a:solidFill>
                  <a:srgbClr val="F8FAFC"/>
                </a:solidFill>
                <a:latin typeface="Apple SD Gothic Neo"/>
                <a:ea typeface="Apple SD Gothic Neo"/>
                <a:cs typeface="Apple SD Gothic Neo"/>
              </a:defRPr>
            </a:lvl1pPr>
            <a:lvl2pPr algn="l">
              <a:buNone/>
              <a:defRPr sz="1875" b="0">
                <a:solidFill>
                  <a:srgbClr val="F8FAFC"/>
                </a:solidFill>
                <a:latin typeface="Apple SD Gothic Neo"/>
                <a:ea typeface="Apple SD Gothic Neo"/>
                <a:cs typeface="Apple SD Gothic Neo"/>
              </a:defRPr>
            </a:lvl2pPr>
            <a:lvl3pPr algn="l">
              <a:buNone/>
              <a:defRPr sz="1875" b="0">
                <a:solidFill>
                  <a:srgbClr val="F8FAFC"/>
                </a:solidFill>
                <a:latin typeface="Apple SD Gothic Neo"/>
                <a:ea typeface="Apple SD Gothic Neo"/>
                <a:cs typeface="Apple SD Gothic Neo"/>
              </a:defRPr>
            </a:lvl3pPr>
            <a:lvl4pPr algn="l">
              <a:buNone/>
              <a:defRPr sz="1875" b="0">
                <a:solidFill>
                  <a:srgbClr val="F8FAFC"/>
                </a:solidFill>
                <a:latin typeface="Apple SD Gothic Neo"/>
                <a:ea typeface="Apple SD Gothic Neo"/>
                <a:cs typeface="Apple SD Gothic Neo"/>
              </a:defRPr>
            </a:lvl4pPr>
            <a:lvl5pPr algn="l">
              <a:buNone/>
              <a:defRPr sz="1875" b="0">
                <a:solidFill>
                  <a:srgbClr val="F8FAFC"/>
                </a:solidFill>
                <a:latin typeface="Apple SD Gothic Neo"/>
                <a:ea typeface="Apple SD Gothic Neo"/>
                <a:cs typeface="Apple SD Gothic Neo"/>
              </a:defRPr>
            </a:lvl5pPr>
            <a:lvl6pPr algn="l">
              <a:buNone/>
              <a:defRPr sz="1875" b="0">
                <a:solidFill>
                  <a:srgbClr val="F8FAFC"/>
                </a:solidFill>
                <a:latin typeface="Apple SD Gothic Neo"/>
                <a:ea typeface="Apple SD Gothic Neo"/>
                <a:cs typeface="Apple SD Gothic Neo"/>
              </a:defRPr>
            </a:lvl6pPr>
            <a:lvl7pPr algn="l">
              <a:buNone/>
              <a:defRPr sz="1875" b="0">
                <a:solidFill>
                  <a:srgbClr val="F8FAFC"/>
                </a:solidFill>
                <a:latin typeface="Apple SD Gothic Neo"/>
                <a:ea typeface="Apple SD Gothic Neo"/>
                <a:cs typeface="Apple SD Gothic Neo"/>
              </a:defRPr>
            </a:lvl7pPr>
            <a:lvl8pPr algn="l">
              <a:buNone/>
              <a:defRPr sz="1875" b="0">
                <a:solidFill>
                  <a:srgbClr val="F8FAFC"/>
                </a:solidFill>
                <a:latin typeface="Apple SD Gothic Neo"/>
                <a:ea typeface="Apple SD Gothic Neo"/>
                <a:cs typeface="Apple SD Gothic Neo"/>
              </a:defRPr>
            </a:lvl8pPr>
            <a:lvl9pPr algn="l">
              <a:buNone/>
              <a:defRPr sz="1875" b="0">
                <a:solidFill>
                  <a:srgbClr val="F8FAFC"/>
                </a:solidFill>
                <a:latin typeface="Apple SD Gothic Neo"/>
                <a:ea typeface="Apple SD Gothic Neo"/>
                <a:cs typeface="Apple SD Gothic Neo"/>
              </a:defRPr>
            </a:lvl9pPr>
          </a:lstStyle>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PK 재분배·정렬</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ROW_NUMBER</a:t>
            </a:r>
          </a:p>
        </p:txBody>
      </p:sp>
      <p:sp>
        <p:nvSpPr>
          <p:cNvPr id="16" name="first-flink-panel-88">
            <a:extLst xmlns:a="http://schemas.openxmlformats.org/drawingml/2006/main">
              <a:ext uri="{FF2B5EF4-FFF2-40B4-BE49-F238E27FC236}">
                <a16:creationId xmlns:a16="http://schemas.microsoft.com/office/drawing/2014/main" id="{9469B9B9-A58C-425F-8A94-A9081A9B4A23}"/>
              </a:ext>
            </a:extLst>
          </p:cNvPr>
          <p:cNvSpPr>
            <a:spLocks xmlns:a="http://schemas.openxmlformats.org/drawingml/2006/main" noGrp="1"/>
          </p:cNvSpPr>
          <p:nvPr/>
        </p:nvSpPr>
        <p:spPr>
          <a:xfrm xmlns:a="http://schemas.openxmlformats.org/drawingml/2006/main">
            <a:off x="6362700" y="2190750"/>
            <a:ext cx="2343150" cy="2381250"/>
          </a:xfrm>
          <a:prstGeom xmlns:a="http://schemas.openxmlformats.org/drawingml/2006/main" prst="roundRect">
            <a:avLst>
              <a:gd name="adj" fmla="val 3659"/>
            </a:avLst>
          </a:prstGeom>
          <a:solidFill xmlns:a="http://schemas.openxmlformats.org/drawingml/2006/main">
            <a:srgbClr val="1E293B"/>
          </a:solidFill>
          <a:ln xmlns:a="http://schemas.openxmlformats.org/drawingml/2006/main" w="9525">
            <a:solidFill>
              <a:srgbClr val="22D3EE"/>
            </a:solidFill>
          </a:ln>
        </p:spPr>
      </p:sp>
      <p:sp>
        <p:nvSpPr>
          <p:cNvPr id="17" name="first-flink-text-89">
            <a:extLst xmlns:a="http://schemas.openxmlformats.org/drawingml/2006/main">
              <a:ext uri="{FF2B5EF4-FFF2-40B4-BE49-F238E27FC236}">
                <a16:creationId xmlns:a16="http://schemas.microsoft.com/office/drawing/2014/main" id="{EA89F783-339B-42ED-B080-696F5A7CD209}"/>
              </a:ext>
            </a:extLst>
          </p:cNvPr>
          <p:cNvSpPr>
            <a:spLocks xmlns:a="http://schemas.openxmlformats.org/drawingml/2006/main" noGrp="1"/>
          </p:cNvSpPr>
          <p:nvPr/>
        </p:nvSpPr>
        <p:spPr>
          <a:xfrm xmlns:a="http://schemas.openxmlformats.org/drawingml/2006/main">
            <a:off x="6515100" y="2324100"/>
            <a:ext cx="2038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2D3EE"/>
                </a:solidFill>
                <a:latin typeface="Apple SD Gothic Neo"/>
                <a:ea typeface="Apple SD Gothic Neo"/>
                <a:cs typeface="Apple SD Gothic Neo"/>
              </a:defRPr>
            </a:defPPr>
            <a:lvl1pPr algn="l">
              <a:buNone/>
              <a:defRPr sz="1875" b="1">
                <a:solidFill>
                  <a:srgbClr val="22D3EE"/>
                </a:solidFill>
                <a:latin typeface="Apple SD Gothic Neo"/>
                <a:ea typeface="Apple SD Gothic Neo"/>
                <a:cs typeface="Apple SD Gothic Neo"/>
              </a:defRPr>
            </a:lvl1pPr>
            <a:lvl2pPr algn="l">
              <a:buNone/>
              <a:defRPr sz="1875" b="1">
                <a:solidFill>
                  <a:srgbClr val="22D3EE"/>
                </a:solidFill>
                <a:latin typeface="Apple SD Gothic Neo"/>
                <a:ea typeface="Apple SD Gothic Neo"/>
                <a:cs typeface="Apple SD Gothic Neo"/>
              </a:defRPr>
            </a:lvl2pPr>
            <a:lvl3pPr algn="l">
              <a:buNone/>
              <a:defRPr sz="1875" b="1">
                <a:solidFill>
                  <a:srgbClr val="22D3EE"/>
                </a:solidFill>
                <a:latin typeface="Apple SD Gothic Neo"/>
                <a:ea typeface="Apple SD Gothic Neo"/>
                <a:cs typeface="Apple SD Gothic Neo"/>
              </a:defRPr>
            </a:lvl3pPr>
            <a:lvl4pPr algn="l">
              <a:buNone/>
              <a:defRPr sz="1875" b="1">
                <a:solidFill>
                  <a:srgbClr val="22D3EE"/>
                </a:solidFill>
                <a:latin typeface="Apple SD Gothic Neo"/>
                <a:ea typeface="Apple SD Gothic Neo"/>
                <a:cs typeface="Apple SD Gothic Neo"/>
              </a:defRPr>
            </a:lvl4pPr>
            <a:lvl5pPr algn="l">
              <a:buNone/>
              <a:defRPr sz="1875" b="1">
                <a:solidFill>
                  <a:srgbClr val="22D3EE"/>
                </a:solidFill>
                <a:latin typeface="Apple SD Gothic Neo"/>
                <a:ea typeface="Apple SD Gothic Neo"/>
                <a:cs typeface="Apple SD Gothic Neo"/>
              </a:defRPr>
            </a:lvl5pPr>
            <a:lvl6pPr algn="l">
              <a:buNone/>
              <a:defRPr sz="1875" b="1">
                <a:solidFill>
                  <a:srgbClr val="22D3EE"/>
                </a:solidFill>
                <a:latin typeface="Apple SD Gothic Neo"/>
                <a:ea typeface="Apple SD Gothic Neo"/>
                <a:cs typeface="Apple SD Gothic Neo"/>
              </a:defRPr>
            </a:lvl6pPr>
            <a:lvl7pPr algn="l">
              <a:buNone/>
              <a:defRPr sz="1875" b="1">
                <a:solidFill>
                  <a:srgbClr val="22D3EE"/>
                </a:solidFill>
                <a:latin typeface="Apple SD Gothic Neo"/>
                <a:ea typeface="Apple SD Gothic Neo"/>
                <a:cs typeface="Apple SD Gothic Neo"/>
              </a:defRPr>
            </a:lvl7pPr>
            <a:lvl8pPr algn="l">
              <a:buNone/>
              <a:defRPr sz="1875" b="1">
                <a:solidFill>
                  <a:srgbClr val="22D3EE"/>
                </a:solidFill>
                <a:latin typeface="Apple SD Gothic Neo"/>
                <a:ea typeface="Apple SD Gothic Neo"/>
                <a:cs typeface="Apple SD Gothic Neo"/>
              </a:defRPr>
            </a:lvl8pPr>
            <a:lvl9pPr algn="l">
              <a:buNone/>
              <a:defRPr sz="1875" b="1">
                <a:solidFill>
                  <a:srgbClr val="22D3EE"/>
                </a:solidFill>
                <a:latin typeface="Apple SD Gothic Neo"/>
                <a:ea typeface="Apple SD Gothic Neo"/>
                <a:cs typeface="Apple SD Gothic Neo"/>
              </a:defRPr>
            </a:lvl9pPr>
          </a:lstStyle>
          <a:p xmlns:a="http://schemas.openxmlformats.org/drawingml/2006/main">
            <a:pPr algn="l">
              <a:buNone/>
              <a:defRPr sz="1875" b="1">
                <a:solidFill>
                  <a:srgbClr val="22D3EE"/>
                </a:solidFill>
                <a:latin typeface="Apple SD Gothic Neo"/>
                <a:ea typeface="Apple SD Gothic Neo"/>
                <a:cs typeface="Apple SD Gothic Neo"/>
              </a:defRPr>
            </a:pPr>
            <a:r>
              <a:rPr sz="1875" b="1">
                <a:solidFill>
                  <a:srgbClr val="22D3EE"/>
                </a:solidFill>
                <a:latin typeface="Apple SD Gothic Neo"/>
                <a:ea typeface="Apple SD Gothic Neo"/>
                <a:cs typeface="Apple SD Gothic Neo"/>
              </a:rPr>
              <a:t>③ 대상 매칭</a:t>
            </a:r>
          </a:p>
        </p:txBody>
      </p:sp>
      <p:sp>
        <p:nvSpPr>
          <p:cNvPr id="18" name="first-flink-text-90">
            <a:extLst xmlns:a="http://schemas.openxmlformats.org/drawingml/2006/main">
              <a:ext uri="{FF2B5EF4-FFF2-40B4-BE49-F238E27FC236}">
                <a16:creationId xmlns:a16="http://schemas.microsoft.com/office/drawing/2014/main" id="{2BD360D7-40C2-4056-BB68-053E32DF8BA3}"/>
              </a:ext>
            </a:extLst>
          </p:cNvPr>
          <p:cNvSpPr>
            <a:spLocks xmlns:a="http://schemas.openxmlformats.org/drawingml/2006/main" noGrp="1"/>
          </p:cNvSpPr>
          <p:nvPr/>
        </p:nvSpPr>
        <p:spPr>
          <a:xfrm xmlns:a="http://schemas.openxmlformats.org/drawingml/2006/main">
            <a:off x="6515100" y="2781300"/>
            <a:ext cx="20383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8FAFC"/>
                </a:solidFill>
                <a:latin typeface="Apple SD Gothic Neo"/>
                <a:ea typeface="Apple SD Gothic Neo"/>
                <a:cs typeface="Apple SD Gothic Neo"/>
              </a:defRPr>
            </a:defPPr>
            <a:lvl1pPr algn="l">
              <a:buNone/>
              <a:defRPr sz="1875" b="0">
                <a:solidFill>
                  <a:srgbClr val="F8FAFC"/>
                </a:solidFill>
                <a:latin typeface="Apple SD Gothic Neo"/>
                <a:ea typeface="Apple SD Gothic Neo"/>
                <a:cs typeface="Apple SD Gothic Neo"/>
              </a:defRPr>
            </a:lvl1pPr>
            <a:lvl2pPr algn="l">
              <a:buNone/>
              <a:defRPr sz="1875" b="0">
                <a:solidFill>
                  <a:srgbClr val="F8FAFC"/>
                </a:solidFill>
                <a:latin typeface="Apple SD Gothic Neo"/>
                <a:ea typeface="Apple SD Gothic Neo"/>
                <a:cs typeface="Apple SD Gothic Neo"/>
              </a:defRPr>
            </a:lvl2pPr>
            <a:lvl3pPr algn="l">
              <a:buNone/>
              <a:defRPr sz="1875" b="0">
                <a:solidFill>
                  <a:srgbClr val="F8FAFC"/>
                </a:solidFill>
                <a:latin typeface="Apple SD Gothic Neo"/>
                <a:ea typeface="Apple SD Gothic Neo"/>
                <a:cs typeface="Apple SD Gothic Neo"/>
              </a:defRPr>
            </a:lvl3pPr>
            <a:lvl4pPr algn="l">
              <a:buNone/>
              <a:defRPr sz="1875" b="0">
                <a:solidFill>
                  <a:srgbClr val="F8FAFC"/>
                </a:solidFill>
                <a:latin typeface="Apple SD Gothic Neo"/>
                <a:ea typeface="Apple SD Gothic Neo"/>
                <a:cs typeface="Apple SD Gothic Neo"/>
              </a:defRPr>
            </a:lvl4pPr>
            <a:lvl5pPr algn="l">
              <a:buNone/>
              <a:defRPr sz="1875" b="0">
                <a:solidFill>
                  <a:srgbClr val="F8FAFC"/>
                </a:solidFill>
                <a:latin typeface="Apple SD Gothic Neo"/>
                <a:ea typeface="Apple SD Gothic Neo"/>
                <a:cs typeface="Apple SD Gothic Neo"/>
              </a:defRPr>
            </a:lvl5pPr>
            <a:lvl6pPr algn="l">
              <a:buNone/>
              <a:defRPr sz="1875" b="0">
                <a:solidFill>
                  <a:srgbClr val="F8FAFC"/>
                </a:solidFill>
                <a:latin typeface="Apple SD Gothic Neo"/>
                <a:ea typeface="Apple SD Gothic Neo"/>
                <a:cs typeface="Apple SD Gothic Neo"/>
              </a:defRPr>
            </a:lvl6pPr>
            <a:lvl7pPr algn="l">
              <a:buNone/>
              <a:defRPr sz="1875" b="0">
                <a:solidFill>
                  <a:srgbClr val="F8FAFC"/>
                </a:solidFill>
                <a:latin typeface="Apple SD Gothic Neo"/>
                <a:ea typeface="Apple SD Gothic Neo"/>
                <a:cs typeface="Apple SD Gothic Neo"/>
              </a:defRPr>
            </a:lvl7pPr>
            <a:lvl8pPr algn="l">
              <a:buNone/>
              <a:defRPr sz="1875" b="0">
                <a:solidFill>
                  <a:srgbClr val="F8FAFC"/>
                </a:solidFill>
                <a:latin typeface="Apple SD Gothic Neo"/>
                <a:ea typeface="Apple SD Gothic Neo"/>
                <a:cs typeface="Apple SD Gothic Neo"/>
              </a:defRPr>
            </a:lvl8pPr>
            <a:lvl9pPr algn="l">
              <a:buNone/>
              <a:defRPr sz="1875" b="0">
                <a:solidFill>
                  <a:srgbClr val="F8FAFC"/>
                </a:solidFill>
                <a:latin typeface="Apple SD Gothic Neo"/>
                <a:ea typeface="Apple SD Gothic Neo"/>
                <a:cs typeface="Apple SD Gothic Neo"/>
              </a:defRPr>
            </a:lvl9pPr>
          </a:lstStyle>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같은 PK 조인</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버전 조건 평가</a:t>
            </a:r>
          </a:p>
        </p:txBody>
      </p:sp>
      <p:sp>
        <p:nvSpPr>
          <p:cNvPr id="19" name="first-flink-panel-91">
            <a:extLst xmlns:a="http://schemas.openxmlformats.org/drawingml/2006/main">
              <a:ext uri="{FF2B5EF4-FFF2-40B4-BE49-F238E27FC236}">
                <a16:creationId xmlns:a16="http://schemas.microsoft.com/office/drawing/2014/main" id="{3E609EB8-28E9-4D26-9FFF-F5DAC77809BB}"/>
              </a:ext>
            </a:extLst>
          </p:cNvPr>
          <p:cNvSpPr>
            <a:spLocks xmlns:a="http://schemas.openxmlformats.org/drawingml/2006/main" noGrp="1"/>
          </p:cNvSpPr>
          <p:nvPr/>
        </p:nvSpPr>
        <p:spPr>
          <a:xfrm xmlns:a="http://schemas.openxmlformats.org/drawingml/2006/main">
            <a:off x="9239250" y="2190750"/>
            <a:ext cx="2343150" cy="2381250"/>
          </a:xfrm>
          <a:prstGeom xmlns:a="http://schemas.openxmlformats.org/drawingml/2006/main" prst="roundRect">
            <a:avLst>
              <a:gd name="adj" fmla="val 3659"/>
            </a:avLst>
          </a:prstGeom>
          <a:solidFill xmlns:a="http://schemas.openxmlformats.org/drawingml/2006/main">
            <a:srgbClr val="1E293B"/>
          </a:solidFill>
          <a:ln xmlns:a="http://schemas.openxmlformats.org/drawingml/2006/main" w="9525">
            <a:solidFill>
              <a:srgbClr val="22D3EE"/>
            </a:solidFill>
          </a:ln>
        </p:spPr>
      </p:sp>
      <p:sp>
        <p:nvSpPr>
          <p:cNvPr id="20" name="first-flink-text-92">
            <a:extLst xmlns:a="http://schemas.openxmlformats.org/drawingml/2006/main">
              <a:ext uri="{FF2B5EF4-FFF2-40B4-BE49-F238E27FC236}">
                <a16:creationId xmlns:a16="http://schemas.microsoft.com/office/drawing/2014/main" id="{AA2D985D-E96A-4E77-B1F2-AD648EE109FE}"/>
              </a:ext>
            </a:extLst>
          </p:cNvPr>
          <p:cNvSpPr>
            <a:spLocks xmlns:a="http://schemas.openxmlformats.org/drawingml/2006/main" noGrp="1"/>
          </p:cNvSpPr>
          <p:nvPr/>
        </p:nvSpPr>
        <p:spPr>
          <a:xfrm xmlns:a="http://schemas.openxmlformats.org/drawingml/2006/main">
            <a:off x="9391650" y="2324100"/>
            <a:ext cx="2038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2D3EE"/>
                </a:solidFill>
                <a:latin typeface="Apple SD Gothic Neo"/>
                <a:ea typeface="Apple SD Gothic Neo"/>
                <a:cs typeface="Apple SD Gothic Neo"/>
              </a:defRPr>
            </a:defPPr>
            <a:lvl1pPr algn="l">
              <a:buNone/>
              <a:defRPr sz="1875" b="1">
                <a:solidFill>
                  <a:srgbClr val="22D3EE"/>
                </a:solidFill>
                <a:latin typeface="Apple SD Gothic Neo"/>
                <a:ea typeface="Apple SD Gothic Neo"/>
                <a:cs typeface="Apple SD Gothic Neo"/>
              </a:defRPr>
            </a:lvl1pPr>
            <a:lvl2pPr algn="l">
              <a:buNone/>
              <a:defRPr sz="1875" b="1">
                <a:solidFill>
                  <a:srgbClr val="22D3EE"/>
                </a:solidFill>
                <a:latin typeface="Apple SD Gothic Neo"/>
                <a:ea typeface="Apple SD Gothic Neo"/>
                <a:cs typeface="Apple SD Gothic Neo"/>
              </a:defRPr>
            </a:lvl2pPr>
            <a:lvl3pPr algn="l">
              <a:buNone/>
              <a:defRPr sz="1875" b="1">
                <a:solidFill>
                  <a:srgbClr val="22D3EE"/>
                </a:solidFill>
                <a:latin typeface="Apple SD Gothic Neo"/>
                <a:ea typeface="Apple SD Gothic Neo"/>
                <a:cs typeface="Apple SD Gothic Neo"/>
              </a:defRPr>
            </a:lvl3pPr>
            <a:lvl4pPr algn="l">
              <a:buNone/>
              <a:defRPr sz="1875" b="1">
                <a:solidFill>
                  <a:srgbClr val="22D3EE"/>
                </a:solidFill>
                <a:latin typeface="Apple SD Gothic Neo"/>
                <a:ea typeface="Apple SD Gothic Neo"/>
                <a:cs typeface="Apple SD Gothic Neo"/>
              </a:defRPr>
            </a:lvl4pPr>
            <a:lvl5pPr algn="l">
              <a:buNone/>
              <a:defRPr sz="1875" b="1">
                <a:solidFill>
                  <a:srgbClr val="22D3EE"/>
                </a:solidFill>
                <a:latin typeface="Apple SD Gothic Neo"/>
                <a:ea typeface="Apple SD Gothic Neo"/>
                <a:cs typeface="Apple SD Gothic Neo"/>
              </a:defRPr>
            </a:lvl5pPr>
            <a:lvl6pPr algn="l">
              <a:buNone/>
              <a:defRPr sz="1875" b="1">
                <a:solidFill>
                  <a:srgbClr val="22D3EE"/>
                </a:solidFill>
                <a:latin typeface="Apple SD Gothic Neo"/>
                <a:ea typeface="Apple SD Gothic Neo"/>
                <a:cs typeface="Apple SD Gothic Neo"/>
              </a:defRPr>
            </a:lvl6pPr>
            <a:lvl7pPr algn="l">
              <a:buNone/>
              <a:defRPr sz="1875" b="1">
                <a:solidFill>
                  <a:srgbClr val="22D3EE"/>
                </a:solidFill>
                <a:latin typeface="Apple SD Gothic Neo"/>
                <a:ea typeface="Apple SD Gothic Neo"/>
                <a:cs typeface="Apple SD Gothic Neo"/>
              </a:defRPr>
            </a:lvl7pPr>
            <a:lvl8pPr algn="l">
              <a:buNone/>
              <a:defRPr sz="1875" b="1">
                <a:solidFill>
                  <a:srgbClr val="22D3EE"/>
                </a:solidFill>
                <a:latin typeface="Apple SD Gothic Neo"/>
                <a:ea typeface="Apple SD Gothic Neo"/>
                <a:cs typeface="Apple SD Gothic Neo"/>
              </a:defRPr>
            </a:lvl8pPr>
            <a:lvl9pPr algn="l">
              <a:buNone/>
              <a:defRPr sz="1875" b="1">
                <a:solidFill>
                  <a:srgbClr val="22D3EE"/>
                </a:solidFill>
                <a:latin typeface="Apple SD Gothic Neo"/>
                <a:ea typeface="Apple SD Gothic Neo"/>
                <a:cs typeface="Apple SD Gothic Neo"/>
              </a:defRPr>
            </a:lvl9pPr>
          </a:lstStyle>
          <a:p xmlns:a="http://schemas.openxmlformats.org/drawingml/2006/main">
            <a:pPr algn="l">
              <a:buNone/>
              <a:defRPr sz="1875" b="1">
                <a:solidFill>
                  <a:srgbClr val="22D3EE"/>
                </a:solidFill>
                <a:latin typeface="Apple SD Gothic Neo"/>
                <a:ea typeface="Apple SD Gothic Neo"/>
                <a:cs typeface="Apple SD Gothic Neo"/>
              </a:defRPr>
            </a:pPr>
            <a:r>
              <a:rPr sz="1875" b="1">
                <a:solidFill>
                  <a:srgbClr val="22D3EE"/>
                </a:solidFill>
                <a:latin typeface="Apple SD Gothic Neo"/>
                <a:ea typeface="Apple SD Gothic Neo"/>
                <a:cs typeface="Apple SD Gothic Neo"/>
              </a:rPr>
              <a:t>④ 쓰기·commit</a:t>
            </a:r>
          </a:p>
        </p:txBody>
      </p:sp>
      <p:sp>
        <p:nvSpPr>
          <p:cNvPr id="21" name="first-flink-text-93">
            <a:extLst xmlns:a="http://schemas.openxmlformats.org/drawingml/2006/main">
              <a:ext uri="{FF2B5EF4-FFF2-40B4-BE49-F238E27FC236}">
                <a16:creationId xmlns:a16="http://schemas.microsoft.com/office/drawing/2014/main" id="{166EA9F9-1D01-4963-A76D-205552B59C50}"/>
              </a:ext>
            </a:extLst>
          </p:cNvPr>
          <p:cNvSpPr>
            <a:spLocks xmlns:a="http://schemas.openxmlformats.org/drawingml/2006/main" noGrp="1"/>
          </p:cNvSpPr>
          <p:nvPr/>
        </p:nvSpPr>
        <p:spPr>
          <a:xfrm xmlns:a="http://schemas.openxmlformats.org/drawingml/2006/main">
            <a:off x="9391650" y="2781300"/>
            <a:ext cx="20383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8FAFC"/>
                </a:solidFill>
                <a:latin typeface="Apple SD Gothic Neo"/>
                <a:ea typeface="Apple SD Gothic Neo"/>
                <a:cs typeface="Apple SD Gothic Neo"/>
              </a:defRPr>
            </a:defPPr>
            <a:lvl1pPr algn="l">
              <a:buNone/>
              <a:defRPr sz="1875" b="0">
                <a:solidFill>
                  <a:srgbClr val="F8FAFC"/>
                </a:solidFill>
                <a:latin typeface="Apple SD Gothic Neo"/>
                <a:ea typeface="Apple SD Gothic Neo"/>
                <a:cs typeface="Apple SD Gothic Neo"/>
              </a:defRPr>
            </a:lvl1pPr>
            <a:lvl2pPr algn="l">
              <a:buNone/>
              <a:defRPr sz="1875" b="0">
                <a:solidFill>
                  <a:srgbClr val="F8FAFC"/>
                </a:solidFill>
                <a:latin typeface="Apple SD Gothic Neo"/>
                <a:ea typeface="Apple SD Gothic Neo"/>
                <a:cs typeface="Apple SD Gothic Neo"/>
              </a:defRPr>
            </a:lvl2pPr>
            <a:lvl3pPr algn="l">
              <a:buNone/>
              <a:defRPr sz="1875" b="0">
                <a:solidFill>
                  <a:srgbClr val="F8FAFC"/>
                </a:solidFill>
                <a:latin typeface="Apple SD Gothic Neo"/>
                <a:ea typeface="Apple SD Gothic Neo"/>
                <a:cs typeface="Apple SD Gothic Neo"/>
              </a:defRPr>
            </a:lvl3pPr>
            <a:lvl4pPr algn="l">
              <a:buNone/>
              <a:defRPr sz="1875" b="0">
                <a:solidFill>
                  <a:srgbClr val="F8FAFC"/>
                </a:solidFill>
                <a:latin typeface="Apple SD Gothic Neo"/>
                <a:ea typeface="Apple SD Gothic Neo"/>
                <a:cs typeface="Apple SD Gothic Neo"/>
              </a:defRPr>
            </a:lvl4pPr>
            <a:lvl5pPr algn="l">
              <a:buNone/>
              <a:defRPr sz="1875" b="0">
                <a:solidFill>
                  <a:srgbClr val="F8FAFC"/>
                </a:solidFill>
                <a:latin typeface="Apple SD Gothic Neo"/>
                <a:ea typeface="Apple SD Gothic Neo"/>
                <a:cs typeface="Apple SD Gothic Neo"/>
              </a:defRPr>
            </a:lvl5pPr>
            <a:lvl6pPr algn="l">
              <a:buNone/>
              <a:defRPr sz="1875" b="0">
                <a:solidFill>
                  <a:srgbClr val="F8FAFC"/>
                </a:solidFill>
                <a:latin typeface="Apple SD Gothic Neo"/>
                <a:ea typeface="Apple SD Gothic Neo"/>
                <a:cs typeface="Apple SD Gothic Neo"/>
              </a:defRPr>
            </a:lvl6pPr>
            <a:lvl7pPr algn="l">
              <a:buNone/>
              <a:defRPr sz="1875" b="0">
                <a:solidFill>
                  <a:srgbClr val="F8FAFC"/>
                </a:solidFill>
                <a:latin typeface="Apple SD Gothic Neo"/>
                <a:ea typeface="Apple SD Gothic Neo"/>
                <a:cs typeface="Apple SD Gothic Neo"/>
              </a:defRPr>
            </a:lvl7pPr>
            <a:lvl8pPr algn="l">
              <a:buNone/>
              <a:defRPr sz="1875" b="0">
                <a:solidFill>
                  <a:srgbClr val="F8FAFC"/>
                </a:solidFill>
                <a:latin typeface="Apple SD Gothic Neo"/>
                <a:ea typeface="Apple SD Gothic Neo"/>
                <a:cs typeface="Apple SD Gothic Neo"/>
              </a:defRPr>
            </a:lvl8pPr>
            <a:lvl9pPr algn="l">
              <a:buNone/>
              <a:defRPr sz="1875" b="0">
                <a:solidFill>
                  <a:srgbClr val="F8FAFC"/>
                </a:solidFill>
                <a:latin typeface="Apple SD Gothic Neo"/>
                <a:ea typeface="Apple SD Gothic Neo"/>
                <a:cs typeface="Apple SD Gothic Neo"/>
              </a:defRPr>
            </a:lvl9pPr>
          </a:lstStyle>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COW 파일 재작성</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metadata</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Catalog commit</a:t>
            </a:r>
          </a:p>
        </p:txBody>
      </p:sp>
      <p:sp>
        <p:nvSpPr>
          <p:cNvPr id="25" name="first-flink-panel-94">
            <a:extLst xmlns:a="http://schemas.openxmlformats.org/drawingml/2006/main">
              <a:ext uri="{FF2B5EF4-FFF2-40B4-BE49-F238E27FC236}">
                <a16:creationId xmlns:a16="http://schemas.microsoft.com/office/drawing/2014/main" id="{D12897DD-12C7-4BC9-B961-423874927816}"/>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26" name="first-flink-text-95">
            <a:extLst xmlns:a="http://schemas.openxmlformats.org/drawingml/2006/main">
              <a:ext uri="{FF2B5EF4-FFF2-40B4-BE49-F238E27FC236}">
                <a16:creationId xmlns:a16="http://schemas.microsoft.com/office/drawing/2014/main" id="{3D835D95-B5AA-44B2-9238-B6DF539937CE}"/>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10/26 실행 관찰: 같은 입력 재실행에도 새 snapshot·파일이 생겼습니다</a:t>
            </a:r>
          </a:p>
        </p:txBody>
      </p:sp>
      <p:sp>
        <p:nvSpPr>
          <p:cNvPr id="27" name="">
            <a:extLst xmlns:a="http://schemas.openxmlformats.org/drawingml/2006/main">
              <a:ext uri="{FF2B5EF4-FFF2-40B4-BE49-F238E27FC236}">
                <a16:creationId xmlns:a16="http://schemas.microsoft.com/office/drawing/2014/main" id="{18FEC86E-F83D-4D47-826B-D11416A6C4BB}"/>
              </a:ext>
            </a:extLst>
          </p:cNvPr>
          <p:cNvSpPr>
            <a:spLocks xmlns:a="http://schemas.openxmlformats.org/drawingml/2006/main" noGrp="1"/>
          </p:cNvSpPr>
          <p:nvPr/>
        </p:nvSpPr>
        <p:spPr>
          <a:xfrm xmlns:a="http://schemas.openxmlformats.org/drawingml/2006/main">
            <a:off x="609600" y="15621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a:solidFill>
                  <a:srgbClr val="A7B5CA"/>
                </a:solidFill>
                <a:latin typeface="Apple SD Gothic Neo"/>
                <a:ea typeface="Apple SD Gothic Neo"/>
                <a:cs typeface="Apple SD Gothic Neo"/>
              </a:defRPr>
            </a:defPPr>
            <a:lvl1pPr>
              <a:defRPr sz="1650">
                <a:solidFill>
                  <a:srgbClr val="A7B5CA"/>
                </a:solidFill>
                <a:latin typeface="Apple SD Gothic Neo"/>
                <a:ea typeface="Apple SD Gothic Neo"/>
                <a:cs typeface="Apple SD Gothic Neo"/>
              </a:defRPr>
            </a:lvl1pPr>
            <a:lvl2pPr>
              <a:defRPr sz="1650">
                <a:solidFill>
                  <a:srgbClr val="A7B5CA"/>
                </a:solidFill>
                <a:latin typeface="Apple SD Gothic Neo"/>
                <a:ea typeface="Apple SD Gothic Neo"/>
                <a:cs typeface="Apple SD Gothic Neo"/>
              </a:defRPr>
            </a:lvl2pPr>
            <a:lvl3pPr>
              <a:defRPr sz="1650">
                <a:solidFill>
                  <a:srgbClr val="A7B5CA"/>
                </a:solidFill>
                <a:latin typeface="Apple SD Gothic Neo"/>
                <a:ea typeface="Apple SD Gothic Neo"/>
                <a:cs typeface="Apple SD Gothic Neo"/>
              </a:defRPr>
            </a:lvl3pPr>
            <a:lvl4pPr>
              <a:defRPr sz="1650">
                <a:solidFill>
                  <a:srgbClr val="A7B5CA"/>
                </a:solidFill>
                <a:latin typeface="Apple SD Gothic Neo"/>
                <a:ea typeface="Apple SD Gothic Neo"/>
                <a:cs typeface="Apple SD Gothic Neo"/>
              </a:defRPr>
            </a:lvl4pPr>
            <a:lvl5pPr>
              <a:defRPr sz="1650">
                <a:solidFill>
                  <a:srgbClr val="A7B5CA"/>
                </a:solidFill>
                <a:latin typeface="Apple SD Gothic Neo"/>
                <a:ea typeface="Apple SD Gothic Neo"/>
                <a:cs typeface="Apple SD Gothic Neo"/>
              </a:defRPr>
            </a:lvl5pPr>
            <a:lvl6pPr>
              <a:defRPr sz="1650">
                <a:solidFill>
                  <a:srgbClr val="A7B5CA"/>
                </a:solidFill>
                <a:latin typeface="Apple SD Gothic Neo"/>
                <a:ea typeface="Apple SD Gothic Neo"/>
                <a:cs typeface="Apple SD Gothic Neo"/>
              </a:defRPr>
            </a:lvl6pPr>
            <a:lvl7pPr>
              <a:defRPr sz="1650">
                <a:solidFill>
                  <a:srgbClr val="A7B5CA"/>
                </a:solidFill>
                <a:latin typeface="Apple SD Gothic Neo"/>
                <a:ea typeface="Apple SD Gothic Neo"/>
                <a:cs typeface="Apple SD Gothic Neo"/>
              </a:defRPr>
            </a:lvl7pPr>
            <a:lvl8pPr>
              <a:defRPr sz="1650">
                <a:solidFill>
                  <a:srgbClr val="A7B5CA"/>
                </a:solidFill>
                <a:latin typeface="Apple SD Gothic Neo"/>
                <a:ea typeface="Apple SD Gothic Neo"/>
                <a:cs typeface="Apple SD Gothic Neo"/>
              </a:defRPr>
            </a:lvl8pPr>
            <a:lvl9pPr>
              <a:defRPr sz="1650">
                <a:solidFill>
                  <a:srgbClr val="A7B5CA"/>
                </a:solidFill>
                <a:latin typeface="Apple SD Gothic Neo"/>
                <a:ea typeface="Apple SD Gothic Neo"/>
                <a:cs typeface="Apple SD Gothic Neo"/>
              </a:defRPr>
            </a:lvl9pPr>
          </a:lstStyle>
          <a:p xmlns:a="http://schemas.openxmlformats.org/drawingml/2006/main">
            <a:pPr>
              <a:defRPr sz="1650">
                <a:solidFill>
                  <a:srgbClr val="A7B5CA"/>
                </a:solidFill>
                <a:latin typeface="Apple SD Gothic Neo"/>
                <a:ea typeface="Apple SD Gothic Neo"/>
                <a:cs typeface="Apple SD Gothic Neo"/>
              </a:defRPr>
            </a:pPr>
            <a:r>
              <a:rPr sz="1650">
                <a:solidFill>
                  <a:srgbClr val="A7B5CA"/>
                </a:solidFill>
                <a:latin typeface="Apple SD Gothic Neo"/>
                <a:ea typeface="Apple SD Gothic Neo"/>
                <a:cs typeface="Apple SD Gothic Neo"/>
              </a:rPr>
              <a:t>Driver: 실행 조정   Executor: 데이터 처리</a:t>
            </a:r>
          </a:p>
          <a:p xmlns:a="http://schemas.openxmlformats.org/drawingml/2006/main">
            <a:pPr>
              <a:defRPr sz="1650">
                <a:solidFill>
                  <a:srgbClr val="A7B5CA"/>
                </a:solidFill>
                <a:latin typeface="Apple SD Gothic Neo"/>
                <a:ea typeface="Apple SD Gothic Neo"/>
                <a:cs typeface="Apple SD Gothic Neo"/>
              </a:defRPr>
            </a:pPr>
            <a:r>
              <a:rPr sz="1650">
                <a:solidFill>
                  <a:srgbClr val="A7B5CA"/>
                </a:solidFill>
                <a:latin typeface="Apple SD Gothic Neo"/>
                <a:ea typeface="Apple SD Gothic Neo"/>
                <a:cs typeface="Apple SD Gothic Neo"/>
              </a:rPr>
              <a:t>실제 물리 stage는 최적화·분배 상태에 따라 달라집니다</a:t>
            </a:r>
          </a:p>
        </p:txBody>
      </p:sp>
    </p:spTree>
    <p:extLst>
      <p:ext uri="{BB962C8B-B14F-4D97-AF65-F5344CB8AC3E}">
        <p14:creationId xmlns:p14="http://schemas.microsoft.com/office/powerpoint/2010/main" val="1899261296"/>
      </p:ext>
    </p:extLst>
  </p:cSld>
</p:sld>
</file>

<file path=ppt/slides/slide25.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0F78952D-7C81-4B58-9F76-59D6A1DC8C55}"/>
              </a:ext>
            </a:extLst>
          </p:cNvPr>
          <p:cNvCxnSpPr>
            <a:stCxn xmlns:a="http://schemas.openxmlformats.org/drawingml/2006/main" id="13" idx="3"/>
            <a:endCxn xmlns:a="http://schemas.openxmlformats.org/drawingml/2006/main" id="16" idx="1"/>
          </p:cNvCxnSpPr>
          <p:nvPr/>
        </p:nvCxnSpPr>
        <p:spPr>
          <a:xfrm xmlns:a="http://schemas.openxmlformats.org/drawingml/2006/main">
            <a:off x="7715250" y="3381375"/>
            <a:ext cx="628650" cy="0"/>
          </a:xfrm>
          <a:prstGeom xmlns:a="http://schemas.openxmlformats.org/drawingml/2006/main" prst="straightConnector1">
            <a:avLst/>
          </a:prstGeom>
          <a:ln xmlns:a="http://schemas.openxmlformats.org/drawingml/2006/main" w="19050">
            <a:solidFill>
              <a:srgbClr val="22D3EE"/>
            </a:solidFill>
            <a:tailEnd type="triangle" w="med" len="med"/>
          </a:ln>
        </p:spPr>
      </p:cxnSp>
      <p:cxnSp>
        <p:nvCxnSpPr>
          <p:cNvPr id="19" name="">
            <a:extLst xmlns:a="http://schemas.openxmlformats.org/drawingml/2006/main">
              <a:ext uri="{FF2B5EF4-FFF2-40B4-BE49-F238E27FC236}">
                <a16:creationId xmlns:a16="http://schemas.microsoft.com/office/drawing/2014/main" id="{D5A63AAA-B4F3-4E9F-A97E-15A31EDE7FB5}"/>
              </a:ext>
            </a:extLst>
          </p:cNvPr>
          <p:cNvCxnSpPr>
            <a:stCxn xmlns:a="http://schemas.openxmlformats.org/drawingml/2006/main" id="10" idx="3"/>
            <a:endCxn xmlns:a="http://schemas.openxmlformats.org/drawingml/2006/main" id="13" idx="1"/>
          </p:cNvCxnSpPr>
          <p:nvPr/>
        </p:nvCxnSpPr>
        <p:spPr>
          <a:xfrm xmlns:a="http://schemas.openxmlformats.org/drawingml/2006/main">
            <a:off x="3848100" y="3381375"/>
            <a:ext cx="628650" cy="0"/>
          </a:xfrm>
          <a:prstGeom xmlns:a="http://schemas.openxmlformats.org/drawingml/2006/main" prst="straightConnector1">
            <a:avLst/>
          </a:prstGeom>
          <a:ln xmlns:a="http://schemas.openxmlformats.org/drawingml/2006/main" w="19050">
            <a:solidFill>
              <a:srgbClr val="22D3EE"/>
            </a:solidFill>
            <a:tailEnd type="triangle" w="med" len="med"/>
          </a:ln>
        </p:spPr>
      </p:cxnSp>
      <p:sp>
        <p:nvSpPr>
          <p:cNvPr id="9" name="text-46">
            <a:extLst xmlns:a="http://schemas.openxmlformats.org/drawingml/2006/main">
              <a:ext uri="{FF2B5EF4-FFF2-40B4-BE49-F238E27FC236}">
                <a16:creationId xmlns:a16="http://schemas.microsoft.com/office/drawing/2014/main" id="{D3F65DCF-B16A-4121-9FC0-34B29F1AB0E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47">
            <a:extLst xmlns:a="http://schemas.openxmlformats.org/drawingml/2006/main">
              <a:ext uri="{FF2B5EF4-FFF2-40B4-BE49-F238E27FC236}">
                <a16:creationId xmlns:a16="http://schemas.microsoft.com/office/drawing/2014/main" id="{A4AF2A9B-4790-4685-AB60-7E92F760958E}"/>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한 테이블의 commit과 세 테이블의 갱신</a:t>
            </a:r>
          </a:p>
        </p:txBody>
      </p:sp>
      <p:sp>
        <p:nvSpPr>
          <p:cNvPr id="6" name="">
            <a:extLst xmlns:a="http://schemas.openxmlformats.org/drawingml/2006/main">
              <a:ext uri="{FF2B5EF4-FFF2-40B4-BE49-F238E27FC236}">
                <a16:creationId xmlns:a16="http://schemas.microsoft.com/office/drawing/2014/main" id="{99C62537-090E-4F5A-BEB0-31A70ACCD748}"/>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7" name="text-50">
            <a:extLst xmlns:a="http://schemas.openxmlformats.org/drawingml/2006/main">
              <a:ext uri="{FF2B5EF4-FFF2-40B4-BE49-F238E27FC236}">
                <a16:creationId xmlns:a16="http://schemas.microsoft.com/office/drawing/2014/main" id="{00D05031-C79D-4FF1-8B64-E29E0D6CD0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8" name="text-51">
            <a:extLst xmlns:a="http://schemas.openxmlformats.org/drawingml/2006/main">
              <a:ext uri="{FF2B5EF4-FFF2-40B4-BE49-F238E27FC236}">
                <a16:creationId xmlns:a16="http://schemas.microsoft.com/office/drawing/2014/main" id="{1D8B1809-7B23-47C6-A634-91FE4293479D}"/>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25</a:t>
            </a:r>
          </a:p>
        </p:txBody>
      </p:sp>
      <p:sp>
        <p:nvSpPr>
          <p:cNvPr id="10" name="first-flink-panel-71">
            <a:extLst xmlns:a="http://schemas.openxmlformats.org/drawingml/2006/main">
              <a:ext uri="{FF2B5EF4-FFF2-40B4-BE49-F238E27FC236}">
                <a16:creationId xmlns:a16="http://schemas.microsoft.com/office/drawing/2014/main" id="{61520F5F-FE2F-4BAA-8F2C-E1763E6A3C44}"/>
              </a:ext>
            </a:extLst>
          </p:cNvPr>
          <p:cNvSpPr>
            <a:spLocks xmlns:a="http://schemas.openxmlformats.org/drawingml/2006/main" noGrp="1"/>
          </p:cNvSpPr>
          <p:nvPr/>
        </p:nvSpPr>
        <p:spPr>
          <a:xfrm xmlns:a="http://schemas.openxmlformats.org/drawingml/2006/main">
            <a:off x="609600" y="2190750"/>
            <a:ext cx="3238500" cy="2381250"/>
          </a:xfrm>
          <a:prstGeom xmlns:a="http://schemas.openxmlformats.org/drawingml/2006/main" prst="roundRect">
            <a:avLst>
              <a:gd name="adj" fmla="val 3600"/>
            </a:avLst>
          </a:prstGeom>
          <a:solidFill xmlns:a="http://schemas.openxmlformats.org/drawingml/2006/main">
            <a:srgbClr val="1E293B"/>
          </a:solidFill>
          <a:ln xmlns:a="http://schemas.openxmlformats.org/drawingml/2006/main" w="9525">
            <a:solidFill>
              <a:srgbClr val="22D3EE"/>
            </a:solidFill>
          </a:ln>
        </p:spPr>
      </p:sp>
      <p:sp>
        <p:nvSpPr>
          <p:cNvPr id="11" name="first-flink-text-72">
            <a:extLst xmlns:a="http://schemas.openxmlformats.org/drawingml/2006/main">
              <a:ext uri="{FF2B5EF4-FFF2-40B4-BE49-F238E27FC236}">
                <a16:creationId xmlns:a16="http://schemas.microsoft.com/office/drawing/2014/main" id="{6E081DC7-44FF-4601-8282-7059A2E86352}"/>
              </a:ext>
            </a:extLst>
          </p:cNvPr>
          <p:cNvSpPr>
            <a:spLocks xmlns:a="http://schemas.openxmlformats.org/drawingml/2006/main" noGrp="1"/>
          </p:cNvSpPr>
          <p:nvPr/>
        </p:nvSpPr>
        <p:spPr>
          <a:xfrm xmlns:a="http://schemas.openxmlformats.org/drawingml/2006/main">
            <a:off x="762000" y="2324100"/>
            <a:ext cx="2933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2D3EE"/>
                </a:solidFill>
                <a:latin typeface="Apple SD Gothic Neo"/>
                <a:ea typeface="Apple SD Gothic Neo"/>
                <a:cs typeface="Apple SD Gothic Neo"/>
              </a:defRPr>
            </a:defPPr>
            <a:lvl1pPr algn="l">
              <a:buNone/>
              <a:defRPr sz="1875" b="1">
                <a:solidFill>
                  <a:srgbClr val="22D3EE"/>
                </a:solidFill>
                <a:latin typeface="Apple SD Gothic Neo"/>
                <a:ea typeface="Apple SD Gothic Neo"/>
                <a:cs typeface="Apple SD Gothic Neo"/>
              </a:defRPr>
            </a:lvl1pPr>
            <a:lvl2pPr algn="l">
              <a:buNone/>
              <a:defRPr sz="1875" b="1">
                <a:solidFill>
                  <a:srgbClr val="22D3EE"/>
                </a:solidFill>
                <a:latin typeface="Apple SD Gothic Neo"/>
                <a:ea typeface="Apple SD Gothic Neo"/>
                <a:cs typeface="Apple SD Gothic Neo"/>
              </a:defRPr>
            </a:lvl2pPr>
            <a:lvl3pPr algn="l">
              <a:buNone/>
              <a:defRPr sz="1875" b="1">
                <a:solidFill>
                  <a:srgbClr val="22D3EE"/>
                </a:solidFill>
                <a:latin typeface="Apple SD Gothic Neo"/>
                <a:ea typeface="Apple SD Gothic Neo"/>
                <a:cs typeface="Apple SD Gothic Neo"/>
              </a:defRPr>
            </a:lvl3pPr>
            <a:lvl4pPr algn="l">
              <a:buNone/>
              <a:defRPr sz="1875" b="1">
                <a:solidFill>
                  <a:srgbClr val="22D3EE"/>
                </a:solidFill>
                <a:latin typeface="Apple SD Gothic Neo"/>
                <a:ea typeface="Apple SD Gothic Neo"/>
                <a:cs typeface="Apple SD Gothic Neo"/>
              </a:defRPr>
            </a:lvl4pPr>
            <a:lvl5pPr algn="l">
              <a:buNone/>
              <a:defRPr sz="1875" b="1">
                <a:solidFill>
                  <a:srgbClr val="22D3EE"/>
                </a:solidFill>
                <a:latin typeface="Apple SD Gothic Neo"/>
                <a:ea typeface="Apple SD Gothic Neo"/>
                <a:cs typeface="Apple SD Gothic Neo"/>
              </a:defRPr>
            </a:lvl5pPr>
            <a:lvl6pPr algn="l">
              <a:buNone/>
              <a:defRPr sz="1875" b="1">
                <a:solidFill>
                  <a:srgbClr val="22D3EE"/>
                </a:solidFill>
                <a:latin typeface="Apple SD Gothic Neo"/>
                <a:ea typeface="Apple SD Gothic Neo"/>
                <a:cs typeface="Apple SD Gothic Neo"/>
              </a:defRPr>
            </a:lvl6pPr>
            <a:lvl7pPr algn="l">
              <a:buNone/>
              <a:defRPr sz="1875" b="1">
                <a:solidFill>
                  <a:srgbClr val="22D3EE"/>
                </a:solidFill>
                <a:latin typeface="Apple SD Gothic Neo"/>
                <a:ea typeface="Apple SD Gothic Neo"/>
                <a:cs typeface="Apple SD Gothic Neo"/>
              </a:defRPr>
            </a:lvl7pPr>
            <a:lvl8pPr algn="l">
              <a:buNone/>
              <a:defRPr sz="1875" b="1">
                <a:solidFill>
                  <a:srgbClr val="22D3EE"/>
                </a:solidFill>
                <a:latin typeface="Apple SD Gothic Neo"/>
                <a:ea typeface="Apple SD Gothic Neo"/>
                <a:cs typeface="Apple SD Gothic Neo"/>
              </a:defRPr>
            </a:lvl8pPr>
            <a:lvl9pPr algn="l">
              <a:buNone/>
              <a:defRPr sz="1875" b="1">
                <a:solidFill>
                  <a:srgbClr val="22D3EE"/>
                </a:solidFill>
                <a:latin typeface="Apple SD Gothic Neo"/>
                <a:ea typeface="Apple SD Gothic Neo"/>
                <a:cs typeface="Apple SD Gothic Neo"/>
              </a:defRPr>
            </a:lvl9pPr>
          </a:lstStyle>
          <a:p xmlns:a="http://schemas.openxmlformats.org/drawingml/2006/main">
            <a:pPr algn="l">
              <a:buNone/>
              <a:defRPr sz="1875" b="1">
                <a:solidFill>
                  <a:srgbClr val="22D3EE"/>
                </a:solidFill>
                <a:latin typeface="Apple SD Gothic Neo"/>
                <a:ea typeface="Apple SD Gothic Neo"/>
                <a:cs typeface="Apple SD Gothic Neo"/>
              </a:defRPr>
            </a:pPr>
            <a:r>
              <a:rPr sz="1875" b="1">
                <a:solidFill>
                  <a:srgbClr val="22D3EE"/>
                </a:solidFill>
                <a:latin typeface="Apple SD Gothic Neo"/>
                <a:ea typeface="Apple SD Gothic Neo"/>
                <a:cs typeface="Apple SD Gothic Neo"/>
              </a:rPr>
              <a:t>orders commit</a:t>
            </a:r>
          </a:p>
        </p:txBody>
      </p:sp>
      <p:sp>
        <p:nvSpPr>
          <p:cNvPr id="12" name="first-flink-text-73">
            <a:extLst xmlns:a="http://schemas.openxmlformats.org/drawingml/2006/main">
              <a:ext uri="{FF2B5EF4-FFF2-40B4-BE49-F238E27FC236}">
                <a16:creationId xmlns:a16="http://schemas.microsoft.com/office/drawing/2014/main" id="{00012702-5688-447A-B914-4E85CE486EC0}"/>
              </a:ext>
            </a:extLst>
          </p:cNvPr>
          <p:cNvSpPr>
            <a:spLocks xmlns:a="http://schemas.openxmlformats.org/drawingml/2006/main" noGrp="1"/>
          </p:cNvSpPr>
          <p:nvPr/>
        </p:nvSpPr>
        <p:spPr>
          <a:xfrm xmlns:a="http://schemas.openxmlformats.org/drawingml/2006/main">
            <a:off x="762000" y="2781300"/>
            <a:ext cx="29337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8FAFC"/>
                </a:solidFill>
                <a:latin typeface="Apple SD Gothic Neo"/>
                <a:ea typeface="Apple SD Gothic Neo"/>
                <a:cs typeface="Apple SD Gothic Neo"/>
              </a:defRPr>
            </a:defPPr>
            <a:lvl1pPr algn="l">
              <a:buNone/>
              <a:defRPr sz="1875" b="0">
                <a:solidFill>
                  <a:srgbClr val="F8FAFC"/>
                </a:solidFill>
                <a:latin typeface="Apple SD Gothic Neo"/>
                <a:ea typeface="Apple SD Gothic Neo"/>
                <a:cs typeface="Apple SD Gothic Neo"/>
              </a:defRPr>
            </a:lvl1pPr>
            <a:lvl2pPr algn="l">
              <a:buNone/>
              <a:defRPr sz="1875" b="0">
                <a:solidFill>
                  <a:srgbClr val="F8FAFC"/>
                </a:solidFill>
                <a:latin typeface="Apple SD Gothic Neo"/>
                <a:ea typeface="Apple SD Gothic Neo"/>
                <a:cs typeface="Apple SD Gothic Neo"/>
              </a:defRPr>
            </a:lvl2pPr>
            <a:lvl3pPr algn="l">
              <a:buNone/>
              <a:defRPr sz="1875" b="0">
                <a:solidFill>
                  <a:srgbClr val="F8FAFC"/>
                </a:solidFill>
                <a:latin typeface="Apple SD Gothic Neo"/>
                <a:ea typeface="Apple SD Gothic Neo"/>
                <a:cs typeface="Apple SD Gothic Neo"/>
              </a:defRPr>
            </a:lvl3pPr>
            <a:lvl4pPr algn="l">
              <a:buNone/>
              <a:defRPr sz="1875" b="0">
                <a:solidFill>
                  <a:srgbClr val="F8FAFC"/>
                </a:solidFill>
                <a:latin typeface="Apple SD Gothic Neo"/>
                <a:ea typeface="Apple SD Gothic Neo"/>
                <a:cs typeface="Apple SD Gothic Neo"/>
              </a:defRPr>
            </a:lvl4pPr>
            <a:lvl5pPr algn="l">
              <a:buNone/>
              <a:defRPr sz="1875" b="0">
                <a:solidFill>
                  <a:srgbClr val="F8FAFC"/>
                </a:solidFill>
                <a:latin typeface="Apple SD Gothic Neo"/>
                <a:ea typeface="Apple SD Gothic Neo"/>
                <a:cs typeface="Apple SD Gothic Neo"/>
              </a:defRPr>
            </a:lvl5pPr>
            <a:lvl6pPr algn="l">
              <a:buNone/>
              <a:defRPr sz="1875" b="0">
                <a:solidFill>
                  <a:srgbClr val="F8FAFC"/>
                </a:solidFill>
                <a:latin typeface="Apple SD Gothic Neo"/>
                <a:ea typeface="Apple SD Gothic Neo"/>
                <a:cs typeface="Apple SD Gothic Neo"/>
              </a:defRPr>
            </a:lvl6pPr>
            <a:lvl7pPr algn="l">
              <a:buNone/>
              <a:defRPr sz="1875" b="0">
                <a:solidFill>
                  <a:srgbClr val="F8FAFC"/>
                </a:solidFill>
                <a:latin typeface="Apple SD Gothic Neo"/>
                <a:ea typeface="Apple SD Gothic Neo"/>
                <a:cs typeface="Apple SD Gothic Neo"/>
              </a:defRPr>
            </a:lvl7pPr>
            <a:lvl8pPr algn="l">
              <a:buNone/>
              <a:defRPr sz="1875" b="0">
                <a:solidFill>
                  <a:srgbClr val="F8FAFC"/>
                </a:solidFill>
                <a:latin typeface="Apple SD Gothic Neo"/>
                <a:ea typeface="Apple SD Gothic Neo"/>
                <a:cs typeface="Apple SD Gothic Neo"/>
              </a:defRPr>
            </a:lvl8pPr>
            <a:lvl9pPr algn="l">
              <a:buNone/>
              <a:defRPr sz="1875" b="0">
                <a:solidFill>
                  <a:srgbClr val="F8FAFC"/>
                </a:solidFill>
                <a:latin typeface="Apple SD Gothic Neo"/>
                <a:ea typeface="Apple SD Gothic Neo"/>
                <a:cs typeface="Apple SD Gothic Neo"/>
              </a:defRPr>
            </a:lvl9pPr>
          </a:lstStyle>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테이블 A 확정</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앞선 변경 유지</a:t>
            </a:r>
          </a:p>
        </p:txBody>
      </p:sp>
      <p:sp>
        <p:nvSpPr>
          <p:cNvPr id="13" name="first-flink-panel-74">
            <a:extLst xmlns:a="http://schemas.openxmlformats.org/drawingml/2006/main">
              <a:ext uri="{FF2B5EF4-FFF2-40B4-BE49-F238E27FC236}">
                <a16:creationId xmlns:a16="http://schemas.microsoft.com/office/drawing/2014/main" id="{66EBB230-AD99-4DE0-8661-64D22FF42D79}"/>
              </a:ext>
            </a:extLst>
          </p:cNvPr>
          <p:cNvSpPr>
            <a:spLocks xmlns:a="http://schemas.openxmlformats.org/drawingml/2006/main" noGrp="1"/>
          </p:cNvSpPr>
          <p:nvPr/>
        </p:nvSpPr>
        <p:spPr>
          <a:xfrm xmlns:a="http://schemas.openxmlformats.org/drawingml/2006/main">
            <a:off x="4476750" y="2190750"/>
            <a:ext cx="3238500" cy="2381250"/>
          </a:xfrm>
          <a:prstGeom xmlns:a="http://schemas.openxmlformats.org/drawingml/2006/main" prst="roundRect">
            <a:avLst>
              <a:gd name="adj" fmla="val 3600"/>
            </a:avLst>
          </a:prstGeom>
          <a:solidFill xmlns:a="http://schemas.openxmlformats.org/drawingml/2006/main">
            <a:srgbClr val="1E293B"/>
          </a:solidFill>
          <a:ln xmlns:a="http://schemas.openxmlformats.org/drawingml/2006/main" w="9525">
            <a:solidFill>
              <a:srgbClr val="22D3EE"/>
            </a:solidFill>
          </a:ln>
        </p:spPr>
      </p:sp>
      <p:sp>
        <p:nvSpPr>
          <p:cNvPr id="14" name="first-flink-text-75">
            <a:extLst xmlns:a="http://schemas.openxmlformats.org/drawingml/2006/main">
              <a:ext uri="{FF2B5EF4-FFF2-40B4-BE49-F238E27FC236}">
                <a16:creationId xmlns:a16="http://schemas.microsoft.com/office/drawing/2014/main" id="{BA90D0AC-A49B-45C1-B932-80AECF81060C}"/>
              </a:ext>
            </a:extLst>
          </p:cNvPr>
          <p:cNvSpPr>
            <a:spLocks xmlns:a="http://schemas.openxmlformats.org/drawingml/2006/main" noGrp="1"/>
          </p:cNvSpPr>
          <p:nvPr/>
        </p:nvSpPr>
        <p:spPr>
          <a:xfrm xmlns:a="http://schemas.openxmlformats.org/drawingml/2006/main">
            <a:off x="4629150" y="2324100"/>
            <a:ext cx="2933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2D3EE"/>
                </a:solidFill>
                <a:latin typeface="Apple SD Gothic Neo"/>
                <a:ea typeface="Apple SD Gothic Neo"/>
                <a:cs typeface="Apple SD Gothic Neo"/>
              </a:defRPr>
            </a:defPPr>
            <a:lvl1pPr algn="l">
              <a:buNone/>
              <a:defRPr sz="1875" b="1">
                <a:solidFill>
                  <a:srgbClr val="22D3EE"/>
                </a:solidFill>
                <a:latin typeface="Apple SD Gothic Neo"/>
                <a:ea typeface="Apple SD Gothic Neo"/>
                <a:cs typeface="Apple SD Gothic Neo"/>
              </a:defRPr>
            </a:lvl1pPr>
            <a:lvl2pPr algn="l">
              <a:buNone/>
              <a:defRPr sz="1875" b="1">
                <a:solidFill>
                  <a:srgbClr val="22D3EE"/>
                </a:solidFill>
                <a:latin typeface="Apple SD Gothic Neo"/>
                <a:ea typeface="Apple SD Gothic Neo"/>
                <a:cs typeface="Apple SD Gothic Neo"/>
              </a:defRPr>
            </a:lvl2pPr>
            <a:lvl3pPr algn="l">
              <a:buNone/>
              <a:defRPr sz="1875" b="1">
                <a:solidFill>
                  <a:srgbClr val="22D3EE"/>
                </a:solidFill>
                <a:latin typeface="Apple SD Gothic Neo"/>
                <a:ea typeface="Apple SD Gothic Neo"/>
                <a:cs typeface="Apple SD Gothic Neo"/>
              </a:defRPr>
            </a:lvl3pPr>
            <a:lvl4pPr algn="l">
              <a:buNone/>
              <a:defRPr sz="1875" b="1">
                <a:solidFill>
                  <a:srgbClr val="22D3EE"/>
                </a:solidFill>
                <a:latin typeface="Apple SD Gothic Neo"/>
                <a:ea typeface="Apple SD Gothic Neo"/>
                <a:cs typeface="Apple SD Gothic Neo"/>
              </a:defRPr>
            </a:lvl4pPr>
            <a:lvl5pPr algn="l">
              <a:buNone/>
              <a:defRPr sz="1875" b="1">
                <a:solidFill>
                  <a:srgbClr val="22D3EE"/>
                </a:solidFill>
                <a:latin typeface="Apple SD Gothic Neo"/>
                <a:ea typeface="Apple SD Gothic Neo"/>
                <a:cs typeface="Apple SD Gothic Neo"/>
              </a:defRPr>
            </a:lvl5pPr>
            <a:lvl6pPr algn="l">
              <a:buNone/>
              <a:defRPr sz="1875" b="1">
                <a:solidFill>
                  <a:srgbClr val="22D3EE"/>
                </a:solidFill>
                <a:latin typeface="Apple SD Gothic Neo"/>
                <a:ea typeface="Apple SD Gothic Neo"/>
                <a:cs typeface="Apple SD Gothic Neo"/>
              </a:defRPr>
            </a:lvl6pPr>
            <a:lvl7pPr algn="l">
              <a:buNone/>
              <a:defRPr sz="1875" b="1">
                <a:solidFill>
                  <a:srgbClr val="22D3EE"/>
                </a:solidFill>
                <a:latin typeface="Apple SD Gothic Neo"/>
                <a:ea typeface="Apple SD Gothic Neo"/>
                <a:cs typeface="Apple SD Gothic Neo"/>
              </a:defRPr>
            </a:lvl7pPr>
            <a:lvl8pPr algn="l">
              <a:buNone/>
              <a:defRPr sz="1875" b="1">
                <a:solidFill>
                  <a:srgbClr val="22D3EE"/>
                </a:solidFill>
                <a:latin typeface="Apple SD Gothic Neo"/>
                <a:ea typeface="Apple SD Gothic Neo"/>
                <a:cs typeface="Apple SD Gothic Neo"/>
              </a:defRPr>
            </a:lvl8pPr>
            <a:lvl9pPr algn="l">
              <a:buNone/>
              <a:defRPr sz="1875" b="1">
                <a:solidFill>
                  <a:srgbClr val="22D3EE"/>
                </a:solidFill>
                <a:latin typeface="Apple SD Gothic Neo"/>
                <a:ea typeface="Apple SD Gothic Neo"/>
                <a:cs typeface="Apple SD Gothic Neo"/>
              </a:defRPr>
            </a:lvl9pPr>
          </a:lstStyle>
          <a:p xmlns:a="http://schemas.openxmlformats.org/drawingml/2006/main">
            <a:pPr algn="l">
              <a:buNone/>
              <a:defRPr sz="1875" b="1">
                <a:solidFill>
                  <a:srgbClr val="22D3EE"/>
                </a:solidFill>
                <a:latin typeface="Apple SD Gothic Neo"/>
                <a:ea typeface="Apple SD Gothic Neo"/>
                <a:cs typeface="Apple SD Gothic Neo"/>
              </a:defRPr>
            </a:pPr>
            <a:r>
              <a:rPr sz="1875" b="1">
                <a:solidFill>
                  <a:srgbClr val="22D3EE"/>
                </a:solidFill>
                <a:latin typeface="Apple SD Gothic Neo"/>
                <a:ea typeface="Apple SD Gothic Neo"/>
                <a:cs typeface="Apple SD Gothic Neo"/>
              </a:rPr>
              <a:t>payments commit</a:t>
            </a:r>
          </a:p>
        </p:txBody>
      </p:sp>
      <p:sp>
        <p:nvSpPr>
          <p:cNvPr id="15" name="first-flink-text-76">
            <a:extLst xmlns:a="http://schemas.openxmlformats.org/drawingml/2006/main">
              <a:ext uri="{FF2B5EF4-FFF2-40B4-BE49-F238E27FC236}">
                <a16:creationId xmlns:a16="http://schemas.microsoft.com/office/drawing/2014/main" id="{6B9FD24C-BD07-45DA-8DAB-F8E85E49C7BF}"/>
              </a:ext>
            </a:extLst>
          </p:cNvPr>
          <p:cNvSpPr>
            <a:spLocks xmlns:a="http://schemas.openxmlformats.org/drawingml/2006/main" noGrp="1"/>
          </p:cNvSpPr>
          <p:nvPr/>
        </p:nvSpPr>
        <p:spPr>
          <a:xfrm xmlns:a="http://schemas.openxmlformats.org/drawingml/2006/main">
            <a:off x="4629150" y="2781300"/>
            <a:ext cx="29337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8FAFC"/>
                </a:solidFill>
                <a:latin typeface="Apple SD Gothic Neo"/>
                <a:ea typeface="Apple SD Gothic Neo"/>
                <a:cs typeface="Apple SD Gothic Neo"/>
              </a:defRPr>
            </a:defPPr>
            <a:lvl1pPr algn="l">
              <a:buNone/>
              <a:defRPr sz="1875" b="0">
                <a:solidFill>
                  <a:srgbClr val="F8FAFC"/>
                </a:solidFill>
                <a:latin typeface="Apple SD Gothic Neo"/>
                <a:ea typeface="Apple SD Gothic Neo"/>
                <a:cs typeface="Apple SD Gothic Neo"/>
              </a:defRPr>
            </a:lvl1pPr>
            <a:lvl2pPr algn="l">
              <a:buNone/>
              <a:defRPr sz="1875" b="0">
                <a:solidFill>
                  <a:srgbClr val="F8FAFC"/>
                </a:solidFill>
                <a:latin typeface="Apple SD Gothic Neo"/>
                <a:ea typeface="Apple SD Gothic Neo"/>
                <a:cs typeface="Apple SD Gothic Neo"/>
              </a:defRPr>
            </a:lvl2pPr>
            <a:lvl3pPr algn="l">
              <a:buNone/>
              <a:defRPr sz="1875" b="0">
                <a:solidFill>
                  <a:srgbClr val="F8FAFC"/>
                </a:solidFill>
                <a:latin typeface="Apple SD Gothic Neo"/>
                <a:ea typeface="Apple SD Gothic Neo"/>
                <a:cs typeface="Apple SD Gothic Neo"/>
              </a:defRPr>
            </a:lvl3pPr>
            <a:lvl4pPr algn="l">
              <a:buNone/>
              <a:defRPr sz="1875" b="0">
                <a:solidFill>
                  <a:srgbClr val="F8FAFC"/>
                </a:solidFill>
                <a:latin typeface="Apple SD Gothic Neo"/>
                <a:ea typeface="Apple SD Gothic Neo"/>
                <a:cs typeface="Apple SD Gothic Neo"/>
              </a:defRPr>
            </a:lvl4pPr>
            <a:lvl5pPr algn="l">
              <a:buNone/>
              <a:defRPr sz="1875" b="0">
                <a:solidFill>
                  <a:srgbClr val="F8FAFC"/>
                </a:solidFill>
                <a:latin typeface="Apple SD Gothic Neo"/>
                <a:ea typeface="Apple SD Gothic Neo"/>
                <a:cs typeface="Apple SD Gothic Neo"/>
              </a:defRPr>
            </a:lvl5pPr>
            <a:lvl6pPr algn="l">
              <a:buNone/>
              <a:defRPr sz="1875" b="0">
                <a:solidFill>
                  <a:srgbClr val="F8FAFC"/>
                </a:solidFill>
                <a:latin typeface="Apple SD Gothic Neo"/>
                <a:ea typeface="Apple SD Gothic Neo"/>
                <a:cs typeface="Apple SD Gothic Neo"/>
              </a:defRPr>
            </a:lvl6pPr>
            <a:lvl7pPr algn="l">
              <a:buNone/>
              <a:defRPr sz="1875" b="0">
                <a:solidFill>
                  <a:srgbClr val="F8FAFC"/>
                </a:solidFill>
                <a:latin typeface="Apple SD Gothic Neo"/>
                <a:ea typeface="Apple SD Gothic Neo"/>
                <a:cs typeface="Apple SD Gothic Neo"/>
              </a:defRPr>
            </a:lvl7pPr>
            <a:lvl8pPr algn="l">
              <a:buNone/>
              <a:defRPr sz="1875" b="0">
                <a:solidFill>
                  <a:srgbClr val="F8FAFC"/>
                </a:solidFill>
                <a:latin typeface="Apple SD Gothic Neo"/>
                <a:ea typeface="Apple SD Gothic Neo"/>
                <a:cs typeface="Apple SD Gothic Neo"/>
              </a:defRPr>
            </a:lvl8pPr>
            <a:lvl9pPr algn="l">
              <a:buNone/>
              <a:defRPr sz="1875" b="0">
                <a:solidFill>
                  <a:srgbClr val="F8FAFC"/>
                </a:solidFill>
                <a:latin typeface="Apple SD Gothic Neo"/>
                <a:ea typeface="Apple SD Gothic Neo"/>
                <a:cs typeface="Apple SD Gothic Neo"/>
              </a:defRPr>
            </a:lvl9pPr>
          </a:lstStyle>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테이블 B 확정</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각자 snapshot</a:t>
            </a:r>
          </a:p>
        </p:txBody>
      </p:sp>
      <p:sp>
        <p:nvSpPr>
          <p:cNvPr id="16" name="first-flink-panel-77">
            <a:extLst xmlns:a="http://schemas.openxmlformats.org/drawingml/2006/main">
              <a:ext uri="{FF2B5EF4-FFF2-40B4-BE49-F238E27FC236}">
                <a16:creationId xmlns:a16="http://schemas.microsoft.com/office/drawing/2014/main" id="{BEE5561B-EE73-4CF6-9B24-919C9BD76277}"/>
              </a:ext>
            </a:extLst>
          </p:cNvPr>
          <p:cNvSpPr>
            <a:spLocks xmlns:a="http://schemas.openxmlformats.org/drawingml/2006/main" noGrp="1"/>
          </p:cNvSpPr>
          <p:nvPr/>
        </p:nvSpPr>
        <p:spPr>
          <a:xfrm xmlns:a="http://schemas.openxmlformats.org/drawingml/2006/main">
            <a:off x="8343900" y="2190750"/>
            <a:ext cx="3238500" cy="2381250"/>
          </a:xfrm>
          <a:prstGeom xmlns:a="http://schemas.openxmlformats.org/drawingml/2006/main" prst="roundRect">
            <a:avLst>
              <a:gd name="adj" fmla="val 3600"/>
            </a:avLst>
          </a:prstGeom>
          <a:solidFill xmlns:a="http://schemas.openxmlformats.org/drawingml/2006/main">
            <a:srgbClr val="1E293B"/>
          </a:solidFill>
          <a:ln xmlns:a="http://schemas.openxmlformats.org/drawingml/2006/main" w="9525">
            <a:solidFill>
              <a:srgbClr val="22D3EE"/>
            </a:solidFill>
          </a:ln>
        </p:spPr>
      </p:sp>
      <p:sp>
        <p:nvSpPr>
          <p:cNvPr id="17" name="first-flink-text-78">
            <a:extLst xmlns:a="http://schemas.openxmlformats.org/drawingml/2006/main">
              <a:ext uri="{FF2B5EF4-FFF2-40B4-BE49-F238E27FC236}">
                <a16:creationId xmlns:a16="http://schemas.microsoft.com/office/drawing/2014/main" id="{A5F9849C-892C-4D82-A53D-1A15A5B7967F}"/>
              </a:ext>
            </a:extLst>
          </p:cNvPr>
          <p:cNvSpPr>
            <a:spLocks xmlns:a="http://schemas.openxmlformats.org/drawingml/2006/main" noGrp="1"/>
          </p:cNvSpPr>
          <p:nvPr/>
        </p:nvSpPr>
        <p:spPr>
          <a:xfrm xmlns:a="http://schemas.openxmlformats.org/drawingml/2006/main">
            <a:off x="8496300" y="2324100"/>
            <a:ext cx="2933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2D3EE"/>
                </a:solidFill>
                <a:latin typeface="Apple SD Gothic Neo"/>
                <a:ea typeface="Apple SD Gothic Neo"/>
                <a:cs typeface="Apple SD Gothic Neo"/>
              </a:defRPr>
            </a:defPPr>
            <a:lvl1pPr algn="l">
              <a:buNone/>
              <a:defRPr sz="1875" b="1">
                <a:solidFill>
                  <a:srgbClr val="22D3EE"/>
                </a:solidFill>
                <a:latin typeface="Apple SD Gothic Neo"/>
                <a:ea typeface="Apple SD Gothic Neo"/>
                <a:cs typeface="Apple SD Gothic Neo"/>
              </a:defRPr>
            </a:lvl1pPr>
            <a:lvl2pPr algn="l">
              <a:buNone/>
              <a:defRPr sz="1875" b="1">
                <a:solidFill>
                  <a:srgbClr val="22D3EE"/>
                </a:solidFill>
                <a:latin typeface="Apple SD Gothic Neo"/>
                <a:ea typeface="Apple SD Gothic Neo"/>
                <a:cs typeface="Apple SD Gothic Neo"/>
              </a:defRPr>
            </a:lvl2pPr>
            <a:lvl3pPr algn="l">
              <a:buNone/>
              <a:defRPr sz="1875" b="1">
                <a:solidFill>
                  <a:srgbClr val="22D3EE"/>
                </a:solidFill>
                <a:latin typeface="Apple SD Gothic Neo"/>
                <a:ea typeface="Apple SD Gothic Neo"/>
                <a:cs typeface="Apple SD Gothic Neo"/>
              </a:defRPr>
            </a:lvl3pPr>
            <a:lvl4pPr algn="l">
              <a:buNone/>
              <a:defRPr sz="1875" b="1">
                <a:solidFill>
                  <a:srgbClr val="22D3EE"/>
                </a:solidFill>
                <a:latin typeface="Apple SD Gothic Neo"/>
                <a:ea typeface="Apple SD Gothic Neo"/>
                <a:cs typeface="Apple SD Gothic Neo"/>
              </a:defRPr>
            </a:lvl4pPr>
            <a:lvl5pPr algn="l">
              <a:buNone/>
              <a:defRPr sz="1875" b="1">
                <a:solidFill>
                  <a:srgbClr val="22D3EE"/>
                </a:solidFill>
                <a:latin typeface="Apple SD Gothic Neo"/>
                <a:ea typeface="Apple SD Gothic Neo"/>
                <a:cs typeface="Apple SD Gothic Neo"/>
              </a:defRPr>
            </a:lvl5pPr>
            <a:lvl6pPr algn="l">
              <a:buNone/>
              <a:defRPr sz="1875" b="1">
                <a:solidFill>
                  <a:srgbClr val="22D3EE"/>
                </a:solidFill>
                <a:latin typeface="Apple SD Gothic Neo"/>
                <a:ea typeface="Apple SD Gothic Neo"/>
                <a:cs typeface="Apple SD Gothic Neo"/>
              </a:defRPr>
            </a:lvl6pPr>
            <a:lvl7pPr algn="l">
              <a:buNone/>
              <a:defRPr sz="1875" b="1">
                <a:solidFill>
                  <a:srgbClr val="22D3EE"/>
                </a:solidFill>
                <a:latin typeface="Apple SD Gothic Neo"/>
                <a:ea typeface="Apple SD Gothic Neo"/>
                <a:cs typeface="Apple SD Gothic Neo"/>
              </a:defRPr>
            </a:lvl7pPr>
            <a:lvl8pPr algn="l">
              <a:buNone/>
              <a:defRPr sz="1875" b="1">
                <a:solidFill>
                  <a:srgbClr val="22D3EE"/>
                </a:solidFill>
                <a:latin typeface="Apple SD Gothic Neo"/>
                <a:ea typeface="Apple SD Gothic Neo"/>
                <a:cs typeface="Apple SD Gothic Neo"/>
              </a:defRPr>
            </a:lvl8pPr>
            <a:lvl9pPr algn="l">
              <a:buNone/>
              <a:defRPr sz="1875" b="1">
                <a:solidFill>
                  <a:srgbClr val="22D3EE"/>
                </a:solidFill>
                <a:latin typeface="Apple SD Gothic Neo"/>
                <a:ea typeface="Apple SD Gothic Neo"/>
                <a:cs typeface="Apple SD Gothic Neo"/>
              </a:defRPr>
            </a:lvl9pPr>
          </a:lstStyle>
          <a:p xmlns:a="http://schemas.openxmlformats.org/drawingml/2006/main">
            <a:pPr algn="l">
              <a:buNone/>
              <a:defRPr sz="1875" b="1">
                <a:solidFill>
                  <a:srgbClr val="22D3EE"/>
                </a:solidFill>
                <a:latin typeface="Apple SD Gothic Neo"/>
                <a:ea typeface="Apple SD Gothic Neo"/>
                <a:cs typeface="Apple SD Gothic Neo"/>
              </a:defRPr>
            </a:pPr>
            <a:r>
              <a:rPr sz="1875" b="1">
                <a:solidFill>
                  <a:srgbClr val="22D3EE"/>
                </a:solidFill>
                <a:latin typeface="Apple SD Gothic Neo"/>
                <a:ea typeface="Apple SD Gothic Neo"/>
                <a:cs typeface="Apple SD Gothic Neo"/>
              </a:rPr>
              <a:t>refunds commit</a:t>
            </a:r>
          </a:p>
        </p:txBody>
      </p:sp>
      <p:sp>
        <p:nvSpPr>
          <p:cNvPr id="18" name="first-flink-text-79">
            <a:extLst xmlns:a="http://schemas.openxmlformats.org/drawingml/2006/main">
              <a:ext uri="{FF2B5EF4-FFF2-40B4-BE49-F238E27FC236}">
                <a16:creationId xmlns:a16="http://schemas.microsoft.com/office/drawing/2014/main" id="{607F98D7-F09A-447B-BA5C-FF32B0BFDB17}"/>
              </a:ext>
            </a:extLst>
          </p:cNvPr>
          <p:cNvSpPr>
            <a:spLocks xmlns:a="http://schemas.openxmlformats.org/drawingml/2006/main" noGrp="1"/>
          </p:cNvSpPr>
          <p:nvPr/>
        </p:nvSpPr>
        <p:spPr>
          <a:xfrm xmlns:a="http://schemas.openxmlformats.org/drawingml/2006/main">
            <a:off x="8496300" y="2781300"/>
            <a:ext cx="29337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8FAFC"/>
                </a:solidFill>
                <a:latin typeface="Apple SD Gothic Neo"/>
                <a:ea typeface="Apple SD Gothic Neo"/>
                <a:cs typeface="Apple SD Gothic Neo"/>
              </a:defRPr>
            </a:defPPr>
            <a:lvl1pPr algn="l">
              <a:buNone/>
              <a:defRPr sz="1875" b="0">
                <a:solidFill>
                  <a:srgbClr val="F8FAFC"/>
                </a:solidFill>
                <a:latin typeface="Apple SD Gothic Neo"/>
                <a:ea typeface="Apple SD Gothic Neo"/>
                <a:cs typeface="Apple SD Gothic Neo"/>
              </a:defRPr>
            </a:lvl1pPr>
            <a:lvl2pPr algn="l">
              <a:buNone/>
              <a:defRPr sz="1875" b="0">
                <a:solidFill>
                  <a:srgbClr val="F8FAFC"/>
                </a:solidFill>
                <a:latin typeface="Apple SD Gothic Neo"/>
                <a:ea typeface="Apple SD Gothic Neo"/>
                <a:cs typeface="Apple SD Gothic Neo"/>
              </a:defRPr>
            </a:lvl2pPr>
            <a:lvl3pPr algn="l">
              <a:buNone/>
              <a:defRPr sz="1875" b="0">
                <a:solidFill>
                  <a:srgbClr val="F8FAFC"/>
                </a:solidFill>
                <a:latin typeface="Apple SD Gothic Neo"/>
                <a:ea typeface="Apple SD Gothic Neo"/>
                <a:cs typeface="Apple SD Gothic Neo"/>
              </a:defRPr>
            </a:lvl3pPr>
            <a:lvl4pPr algn="l">
              <a:buNone/>
              <a:defRPr sz="1875" b="0">
                <a:solidFill>
                  <a:srgbClr val="F8FAFC"/>
                </a:solidFill>
                <a:latin typeface="Apple SD Gothic Neo"/>
                <a:ea typeface="Apple SD Gothic Neo"/>
                <a:cs typeface="Apple SD Gothic Neo"/>
              </a:defRPr>
            </a:lvl4pPr>
            <a:lvl5pPr algn="l">
              <a:buNone/>
              <a:defRPr sz="1875" b="0">
                <a:solidFill>
                  <a:srgbClr val="F8FAFC"/>
                </a:solidFill>
                <a:latin typeface="Apple SD Gothic Neo"/>
                <a:ea typeface="Apple SD Gothic Neo"/>
                <a:cs typeface="Apple SD Gothic Neo"/>
              </a:defRPr>
            </a:lvl5pPr>
            <a:lvl6pPr algn="l">
              <a:buNone/>
              <a:defRPr sz="1875" b="0">
                <a:solidFill>
                  <a:srgbClr val="F8FAFC"/>
                </a:solidFill>
                <a:latin typeface="Apple SD Gothic Neo"/>
                <a:ea typeface="Apple SD Gothic Neo"/>
                <a:cs typeface="Apple SD Gothic Neo"/>
              </a:defRPr>
            </a:lvl6pPr>
            <a:lvl7pPr algn="l">
              <a:buNone/>
              <a:defRPr sz="1875" b="0">
                <a:solidFill>
                  <a:srgbClr val="F8FAFC"/>
                </a:solidFill>
                <a:latin typeface="Apple SD Gothic Neo"/>
                <a:ea typeface="Apple SD Gothic Neo"/>
                <a:cs typeface="Apple SD Gothic Neo"/>
              </a:defRPr>
            </a:lvl7pPr>
            <a:lvl8pPr algn="l">
              <a:buNone/>
              <a:defRPr sz="1875" b="0">
                <a:solidFill>
                  <a:srgbClr val="F8FAFC"/>
                </a:solidFill>
                <a:latin typeface="Apple SD Gothic Neo"/>
                <a:ea typeface="Apple SD Gothic Neo"/>
                <a:cs typeface="Apple SD Gothic Neo"/>
              </a:defRPr>
            </a:lvl8pPr>
            <a:lvl9pPr algn="l">
              <a:buNone/>
              <a:defRPr sz="1875" b="0">
                <a:solidFill>
                  <a:srgbClr val="F8FAFC"/>
                </a:solidFill>
                <a:latin typeface="Apple SD Gothic Neo"/>
                <a:ea typeface="Apple SD Gothic Neo"/>
                <a:cs typeface="Apple SD Gothic Neo"/>
              </a:defRPr>
            </a:lvl9pPr>
          </a:lstStyle>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여기서 실패하면</a:t>
            </a:r>
          </a:p>
          <a:p xmlns:a="http://schemas.openxmlformats.org/drawingml/2006/main">
            <a:pPr algn="l">
              <a:buNone/>
              <a:defRPr sz="1875" b="0">
                <a:solidFill>
                  <a:srgbClr val="F8FAFC"/>
                </a:solidFill>
                <a:latin typeface="Apple SD Gothic Neo"/>
                <a:ea typeface="Apple SD Gothic Neo"/>
                <a:cs typeface="Apple SD Gothic Neo"/>
              </a:defRPr>
            </a:pPr>
            <a:r>
              <a:rPr sz="1875" b="0">
                <a:solidFill>
                  <a:srgbClr val="F8FAFC"/>
                </a:solidFill>
                <a:latin typeface="Apple SD Gothic Neo"/>
                <a:ea typeface="Apple SD Gothic Neo"/>
                <a:cs typeface="Apple SD Gothic Neo"/>
              </a:rPr>
              <a:t>앞의 변경은 남음</a:t>
            </a:r>
          </a:p>
        </p:txBody>
      </p:sp>
      <p:sp>
        <p:nvSpPr>
          <p:cNvPr id="21" name="first-flink-panel-80">
            <a:extLst xmlns:a="http://schemas.openxmlformats.org/drawingml/2006/main">
              <a:ext uri="{FF2B5EF4-FFF2-40B4-BE49-F238E27FC236}">
                <a16:creationId xmlns:a16="http://schemas.microsoft.com/office/drawing/2014/main" id="{AD838563-AAC4-41A8-A328-79B3297DAEA2}"/>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22" name="first-flink-text-81">
            <a:extLst xmlns:a="http://schemas.openxmlformats.org/drawingml/2006/main">
              <a:ext uri="{FF2B5EF4-FFF2-40B4-BE49-F238E27FC236}">
                <a16:creationId xmlns:a16="http://schemas.microsoft.com/office/drawing/2014/main" id="{397CC13A-F433-462A-8D5F-CCFE115E8B5D}"/>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테이블별 상태·마지막 성공·재시도 범위와 후속 작업 조건을 관리합니다</a:t>
            </a:r>
          </a:p>
        </p:txBody>
      </p:sp>
    </p:spTree>
    <p:extLst>
      <p:ext uri="{BB962C8B-B14F-4D97-AF65-F5344CB8AC3E}">
        <p14:creationId xmlns:p14="http://schemas.microsoft.com/office/powerpoint/2010/main" val="1899261296"/>
      </p:ext>
    </p:extLst>
  </p:cSld>
</p:sld>
</file>

<file path=ppt/slides/slide26.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7" name="text-10">
            <a:extLst xmlns:a="http://schemas.openxmlformats.org/drawingml/2006/main">
              <a:ext uri="{FF2B5EF4-FFF2-40B4-BE49-F238E27FC236}">
                <a16:creationId xmlns:a16="http://schemas.microsoft.com/office/drawing/2014/main" id="{B6B0015B-B8EA-4B4C-905F-B3F6BAFE83B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11">
            <a:extLst xmlns:a="http://schemas.openxmlformats.org/drawingml/2006/main">
              <a:ext uri="{FF2B5EF4-FFF2-40B4-BE49-F238E27FC236}">
                <a16:creationId xmlns:a16="http://schemas.microsoft.com/office/drawing/2014/main" id="{082AB1B7-5E48-4855-A593-12FC0DA4CDB2}"/>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전체 재조회와 증분 처리의 비용</a:t>
            </a:r>
          </a:p>
        </p:txBody>
      </p:sp>
      <p:sp>
        <p:nvSpPr>
          <p:cNvPr id="14" name="">
            <a:extLst xmlns:a="http://schemas.openxmlformats.org/drawingml/2006/main">
              <a:ext uri="{FF2B5EF4-FFF2-40B4-BE49-F238E27FC236}">
                <a16:creationId xmlns:a16="http://schemas.microsoft.com/office/drawing/2014/main" id="{9BA22405-4B2B-43CC-AB28-99A98CA4F207}"/>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15" name="text-23">
            <a:extLst xmlns:a="http://schemas.openxmlformats.org/drawingml/2006/main">
              <a:ext uri="{FF2B5EF4-FFF2-40B4-BE49-F238E27FC236}">
                <a16:creationId xmlns:a16="http://schemas.microsoft.com/office/drawing/2014/main" id="{A77E9DDC-7EBD-4AD6-B74C-6335425945A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16" name="text-24">
            <a:extLst xmlns:a="http://schemas.openxmlformats.org/drawingml/2006/main">
              <a:ext uri="{FF2B5EF4-FFF2-40B4-BE49-F238E27FC236}">
                <a16:creationId xmlns:a16="http://schemas.microsoft.com/office/drawing/2014/main" id="{B46FCE60-13B5-482E-B7C5-B432A800A92C}"/>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26</a:t>
            </a:r>
          </a:p>
        </p:txBody>
      </p:sp>
      <p:graphicFrame>
        <p:nvGraphicFramePr>
          <p:cNvPr id="18" name="">
            <a:extLst xmlns:a="http://schemas.openxmlformats.org/drawingml/2006/main">
              <a:ext uri="{FF2B5EF4-FFF2-40B4-BE49-F238E27FC236}">
                <a16:creationId xmlns:a16="http://schemas.microsoft.com/office/drawing/2014/main" id="{2803F038-A0DB-4FB8-8838-B620B4448994}"/>
              </a:ext>
            </a:extLst>
          </p:cNvPr>
          <p:cNvGraphicFramePr/>
          <p:nvPr/>
        </p:nvGraphicFramePr>
        <p:xfrm>
          <a:off xmlns:a="http://schemas.openxmlformats.org/drawingml/2006/main" x="609600" y="1695450"/>
          <a:ext xmlns:a="http://schemas.openxmlformats.org/drawingml/2006/main" cx="10972800" cy="2781300"/>
        </p:xfrm>
        <a:graphic xmlns:a="http://schemas.openxmlformats.org/drawingml/2006/main">
          <a:graphicData uri="http://schemas.openxmlformats.org/drawingml/2006/table">
            <a:tbl>
              <a:tblPr/>
              <a:tblGrid>
                <a:gridCol w="2286000"/>
                <a:gridCol w="3810000"/>
                <a:gridCol w="4876800"/>
              </a:tblGrid>
              <a:tr h="869156">
                <a:tc>
                  <a:txBody>
                    <a:bodyPr/>
                    <a:lstStyle/>
                    <a:p>
                      <a:r>
                        <a:rPr sz="1875" b="1">
                          <a:solidFill>
                            <a:srgbClr val="22D3EE"/>
                          </a:solidFill>
                          <a:latin typeface="Apple SD Gothic Neo"/>
                          <a:ea typeface="Apple SD Gothic Neo"/>
                          <a:cs typeface="Apple SD Gothic Neo"/>
                        </a:rPr>
                        <a:t>갱신 방식</a:t>
                      </a:r>
                    </a:p>
                  </a:txBody>
                  <a:tcPr marL="152400" marR="152400" marT="95250" marB="95250">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c>
                  <a:txBody>
                    <a:bodyPr/>
                    <a:lstStyle/>
                    <a:p>
                      <a:r>
                        <a:rPr sz="1875" b="1">
                          <a:solidFill>
                            <a:srgbClr val="22D3EE"/>
                          </a:solidFill>
                          <a:latin typeface="Apple SD Gothic Neo"/>
                          <a:ea typeface="Apple SD Gothic Neo"/>
                          <a:cs typeface="Apple SD Gothic Neo"/>
                        </a:rPr>
                        <a:t>입력과 후보</a:t>
                      </a:r>
                    </a:p>
                  </a:txBody>
                  <a:tcPr marL="152400" marR="152400" marT="95250" marB="95250">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c>
                  <a:txBody>
                    <a:bodyPr/>
                    <a:lstStyle/>
                    <a:p>
                      <a:r>
                        <a:rPr sz="1875" b="1">
                          <a:solidFill>
                            <a:srgbClr val="22D3EE"/>
                          </a:solidFill>
                          <a:latin typeface="Apple SD Gothic Neo"/>
                          <a:ea typeface="Apple SD Gothic Neo"/>
                          <a:cs typeface="Apple SD Gothic Neo"/>
                        </a:rPr>
                        <a:t>함께 설계할 것</a:t>
                      </a:r>
                    </a:p>
                  </a:txBody>
                  <a:tcPr marL="152400" marR="152400" marT="95250" marB="95250">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r>
              <a:tr h="869156">
                <a:tc>
                  <a:txBody>
                    <a:bodyPr/>
                    <a:lstStyle/>
                    <a:p>
                      <a:r>
                        <a:rPr sz="1875" b="0">
                          <a:solidFill>
                            <a:srgbClr val="F8FAFC"/>
                          </a:solidFill>
                          <a:latin typeface="Apple SD Gothic Neo"/>
                          <a:ea typeface="Apple SD Gothic Neo"/>
                          <a:cs typeface="Apple SD Gothic Neo"/>
                        </a:rPr>
                        <a:t>기준 구현</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전체 Bronze scan → 최신 후보</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읽기·정렬·재작성 증가</a:t>
                      </a:r>
                    </a:p>
                  </a:txBody>
                  <a:tcPr marL="152400" marR="152400" marT="95250" marB="95250">
                    <a:lnR w="9525">
                      <a:solidFill>
                        <a:srgbClr val="334155"/>
                      </a:solidFill>
                      <a:prstDash val="solid"/>
                    </a:lnR>
                    <a:lnB w="9525">
                      <a:solidFill>
                        <a:srgbClr val="334155"/>
                      </a:solidFill>
                      <a:prstDash val="solid"/>
                    </a:lnB>
                    <a:solidFill>
                      <a:srgbClr val="1E293B"/>
                    </a:solidFill>
                  </a:tcPr>
                </a:tc>
              </a:tr>
              <a:tr h="869156">
                <a:tc>
                  <a:txBody>
                    <a:bodyPr/>
                    <a:lstStyle/>
                    <a:p>
                      <a:r>
                        <a:rPr sz="1875" b="0">
                          <a:solidFill>
                            <a:srgbClr val="F8FAFC"/>
                          </a:solidFill>
                          <a:latin typeface="Apple SD Gothic Neo"/>
                          <a:ea typeface="Apple SD Gothic Neo"/>
                          <a:cs typeface="Apple SD Gothic Neo"/>
                        </a:rPr>
                        <a:t>증분 구현</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변경 범위 → 영향 키 → 후보</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성공 위치·실패 재시도</a:t>
                      </a:r>
                    </a:p>
                  </a:txBody>
                  <a:tcPr marL="152400" marR="152400" marT="95250" marB="95250">
                    <a:lnR w="9525">
                      <a:solidFill>
                        <a:srgbClr val="334155"/>
                      </a:solidFill>
                      <a:prstDash val="solid"/>
                    </a:lnR>
                    <a:lnB w="9525">
                      <a:solidFill>
                        <a:srgbClr val="334155"/>
                      </a:solidFill>
                      <a:prstDash val="solid"/>
                    </a:lnB>
                    <a:solidFill>
                      <a:srgbClr val="1E293B"/>
                    </a:solidFill>
                  </a:tcPr>
                </a:tc>
              </a:tr>
              <a:tr h="869156">
                <a:tc>
                  <a:txBody>
                    <a:bodyPr/>
                    <a:lstStyle/>
                    <a:p>
                      <a:r>
                        <a:rPr sz="1875" b="0">
                          <a:solidFill>
                            <a:srgbClr val="F8FAFC"/>
                          </a:solidFill>
                          <a:latin typeface="Apple SD Gothic Neo"/>
                          <a:ea typeface="Apple SD Gothic Neo"/>
                          <a:cs typeface="Apple SD Gothic Neo"/>
                        </a:rPr>
                        <a:t>늦은 변경·삭제</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놓친 키·과거 범위 재계산</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소급 정정은 6회차 연결</a:t>
                      </a:r>
                    </a:p>
                  </a:txBody>
                  <a:tcPr marL="152400" marR="152400" marT="95250" marB="95250">
                    <a:lnR w="9525">
                      <a:solidFill>
                        <a:srgbClr val="334155"/>
                      </a:solidFill>
                      <a:prstDash val="solid"/>
                    </a:lnR>
                    <a:lnB w="9525">
                      <a:solidFill>
                        <a:srgbClr val="334155"/>
                      </a:solidFill>
                      <a:prstDash val="solid"/>
                    </a:lnB>
                    <a:solidFill>
                      <a:srgbClr val="1E293B"/>
                    </a:solidFill>
                  </a:tcPr>
                </a:tc>
              </a:tr>
            </a:tbl>
          </a:graphicData>
        </a:graphic>
      </p:graphicFrame>
      <p:sp>
        <p:nvSpPr>
          <p:cNvPr id="19" name="first-flink-panel-54">
            <a:extLst xmlns:a="http://schemas.openxmlformats.org/drawingml/2006/main">
              <a:ext uri="{FF2B5EF4-FFF2-40B4-BE49-F238E27FC236}">
                <a16:creationId xmlns:a16="http://schemas.microsoft.com/office/drawing/2014/main" id="{8B2AE9B3-6028-432F-AB2A-9AC79A2E3F3F}"/>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20" name="first-flink-text-55">
            <a:extLst xmlns:a="http://schemas.openxmlformats.org/drawingml/2006/main">
              <a:ext uri="{FF2B5EF4-FFF2-40B4-BE49-F238E27FC236}">
                <a16:creationId xmlns:a16="http://schemas.microsoft.com/office/drawing/2014/main" id="{187DC6EE-6791-42FA-AA15-02837818755D}"/>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MERGE를 쓴다는 사실만으로 입력 SELECT가 증분이 되지는 않습니다</a:t>
            </a:r>
          </a:p>
        </p:txBody>
      </p:sp>
    </p:spTree>
    <p:extLst>
      <p:ext uri="{BB962C8B-B14F-4D97-AF65-F5344CB8AC3E}">
        <p14:creationId xmlns:p14="http://schemas.microsoft.com/office/powerpoint/2010/main" val="602725031"/>
      </p:ext>
    </p:extLst>
  </p:cSld>
</p:sld>
</file>

<file path=ppt/slides/slide27.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7" name="text-10">
            <a:extLst xmlns:a="http://schemas.openxmlformats.org/drawingml/2006/main">
              <a:ext uri="{FF2B5EF4-FFF2-40B4-BE49-F238E27FC236}">
                <a16:creationId xmlns:a16="http://schemas.microsoft.com/office/drawing/2014/main" id="{B6B0015B-B8EA-4B4C-905F-B3F6BAFE83B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11">
            <a:extLst xmlns:a="http://schemas.openxmlformats.org/drawingml/2006/main">
              <a:ext uri="{FF2B5EF4-FFF2-40B4-BE49-F238E27FC236}">
                <a16:creationId xmlns:a16="http://schemas.microsoft.com/office/drawing/2014/main" id="{082AB1B7-5E48-4855-A593-12FC0DA4CDB2}"/>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갱신 방식 선택과 운영 점검</a:t>
            </a:r>
          </a:p>
        </p:txBody>
      </p:sp>
      <p:sp>
        <p:nvSpPr>
          <p:cNvPr id="14" name="">
            <a:extLst xmlns:a="http://schemas.openxmlformats.org/drawingml/2006/main">
              <a:ext uri="{FF2B5EF4-FFF2-40B4-BE49-F238E27FC236}">
                <a16:creationId xmlns:a16="http://schemas.microsoft.com/office/drawing/2014/main" id="{9BA22405-4B2B-43CC-AB28-99A98CA4F207}"/>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15" name="text-23">
            <a:extLst xmlns:a="http://schemas.openxmlformats.org/drawingml/2006/main">
              <a:ext uri="{FF2B5EF4-FFF2-40B4-BE49-F238E27FC236}">
                <a16:creationId xmlns:a16="http://schemas.microsoft.com/office/drawing/2014/main" id="{A77E9DDC-7EBD-4AD6-B74C-6335425945A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16" name="text-24">
            <a:extLst xmlns:a="http://schemas.openxmlformats.org/drawingml/2006/main">
              <a:ext uri="{FF2B5EF4-FFF2-40B4-BE49-F238E27FC236}">
                <a16:creationId xmlns:a16="http://schemas.microsoft.com/office/drawing/2014/main" id="{B46FCE60-13B5-482E-B7C5-B432A800A92C}"/>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27</a:t>
            </a:r>
          </a:p>
        </p:txBody>
      </p:sp>
      <p:graphicFrame>
        <p:nvGraphicFramePr>
          <p:cNvPr id="18" name="">
            <a:extLst xmlns:a="http://schemas.openxmlformats.org/drawingml/2006/main">
              <a:ext uri="{FF2B5EF4-FFF2-40B4-BE49-F238E27FC236}">
                <a16:creationId xmlns:a16="http://schemas.microsoft.com/office/drawing/2014/main" id="{2803F038-A0DB-4FB8-8838-B620B4448994}"/>
              </a:ext>
            </a:extLst>
          </p:cNvPr>
          <p:cNvGraphicFramePr/>
          <p:nvPr/>
        </p:nvGraphicFramePr>
        <p:xfrm>
          <a:off xmlns:a="http://schemas.openxmlformats.org/drawingml/2006/main" x="609600" y="1695450"/>
          <a:ext xmlns:a="http://schemas.openxmlformats.org/drawingml/2006/main" cx="10972800" cy="3476625"/>
        </p:xfrm>
        <a:graphic xmlns:a="http://schemas.openxmlformats.org/drawingml/2006/main">
          <a:graphicData uri="http://schemas.openxmlformats.org/drawingml/2006/table">
            <a:tbl>
              <a:tblPr/>
              <a:tblGrid>
                <a:gridCol w="2286000"/>
                <a:gridCol w="3810000"/>
                <a:gridCol w="4876800"/>
              </a:tblGrid>
              <a:tr h="695325">
                <a:tc>
                  <a:txBody>
                    <a:bodyPr/>
                    <a:lstStyle/>
                    <a:p>
                      <a:r>
                        <a:rPr sz="1875" b="1">
                          <a:solidFill>
                            <a:srgbClr val="22D3EE"/>
                          </a:solidFill>
                          <a:latin typeface="Apple SD Gothic Neo"/>
                          <a:ea typeface="Apple SD Gothic Neo"/>
                          <a:cs typeface="Apple SD Gothic Neo"/>
                        </a:rPr>
                        <a:t>선택지</a:t>
                      </a:r>
                    </a:p>
                  </a:txBody>
                  <a:tcPr marL="152400" marR="152400" marT="95250" marB="95250">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c>
                  <a:txBody>
                    <a:bodyPr/>
                    <a:lstStyle/>
                    <a:p>
                      <a:r>
                        <a:rPr sz="1875" b="1">
                          <a:solidFill>
                            <a:srgbClr val="22D3EE"/>
                          </a:solidFill>
                          <a:latin typeface="Apple SD Gothic Neo"/>
                          <a:ea typeface="Apple SD Gothic Neo"/>
                          <a:cs typeface="Apple SD Gothic Neo"/>
                        </a:rPr>
                        <a:t>맞는 조건</a:t>
                      </a:r>
                    </a:p>
                  </a:txBody>
                  <a:tcPr marL="152400" marR="152400" marT="95250" marB="95250">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c>
                  <a:txBody>
                    <a:bodyPr/>
                    <a:lstStyle/>
                    <a:p>
                      <a:r>
                        <a:rPr sz="1875" b="1">
                          <a:solidFill>
                            <a:srgbClr val="22D3EE"/>
                          </a:solidFill>
                          <a:latin typeface="Apple SD Gothic Neo"/>
                          <a:ea typeface="Apple SD Gothic Neo"/>
                          <a:cs typeface="Apple SD Gothic Neo"/>
                        </a:rPr>
                        <a:t>운영 부담</a:t>
                      </a:r>
                    </a:p>
                  </a:txBody>
                  <a:tcPr marL="152400" marR="152400" marT="95250" marB="95250">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r>
              <a:tr h="695325">
                <a:tc>
                  <a:txBody>
                    <a:bodyPr/>
                    <a:lstStyle/>
                    <a:p>
                      <a:r>
                        <a:rPr sz="1875" b="0">
                          <a:solidFill>
                            <a:srgbClr val="F8FAFC"/>
                          </a:solidFill>
                          <a:latin typeface="Apple SD Gothic Neo"/>
                          <a:ea typeface="Apple SD Gothic Neo"/>
                          <a:cs typeface="Apple SD Gothic Neo"/>
                        </a:rPr>
                        <a:t>주기 MERGE</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수십 분 주기·SQL 검증</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매번 전체 scan·재작성</a:t>
                      </a:r>
                    </a:p>
                  </a:txBody>
                  <a:tcPr marL="152400" marR="152400" marT="95250" marB="95250">
                    <a:lnR w="9525">
                      <a:solidFill>
                        <a:srgbClr val="334155"/>
                      </a:solidFill>
                      <a:prstDash val="solid"/>
                    </a:lnR>
                    <a:lnB w="9525">
                      <a:solidFill>
                        <a:srgbClr val="334155"/>
                      </a:solidFill>
                      <a:prstDash val="solid"/>
                    </a:lnB>
                    <a:solidFill>
                      <a:srgbClr val="1E293B"/>
                    </a:solidFill>
                  </a:tcPr>
                </a:tc>
              </a:tr>
              <a:tr h="695325">
                <a:tc>
                  <a:txBody>
                    <a:bodyPr/>
                    <a:lstStyle/>
                    <a:p>
                      <a:r>
                        <a:rPr sz="1875" b="0">
                          <a:solidFill>
                            <a:srgbClr val="F8FAFC"/>
                          </a:solidFill>
                          <a:latin typeface="Apple SD Gothic Neo"/>
                          <a:ea typeface="Apple SD Gothic Neo"/>
                          <a:cs typeface="Apple SD Gothic Neo"/>
                        </a:rPr>
                        <a:t>Spark 스트리밍</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분 단위·같은 규칙·가드</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상시 작업·commit·파일 정리</a:t>
                      </a:r>
                    </a:p>
                  </a:txBody>
                  <a:tcPr marL="152400" marR="152400" marT="95250" marB="95250">
                    <a:lnR w="9525">
                      <a:solidFill>
                        <a:srgbClr val="334155"/>
                      </a:solidFill>
                      <a:prstDash val="solid"/>
                    </a:lnR>
                    <a:lnB w="9525">
                      <a:solidFill>
                        <a:srgbClr val="334155"/>
                      </a:solidFill>
                      <a:prstDash val="solid"/>
                    </a:lnB>
                    <a:solidFill>
                      <a:srgbClr val="1E293B"/>
                    </a:solidFill>
                  </a:tcPr>
                </a:tc>
              </a:tr>
              <a:tr h="695325">
                <a:tc>
                  <a:txBody>
                    <a:bodyPr/>
                    <a:lstStyle/>
                    <a:p>
                      <a:r>
                        <a:rPr sz="1875" b="0">
                          <a:solidFill>
                            <a:srgbClr val="F8FAFC"/>
                          </a:solidFill>
                          <a:latin typeface="Apple SD Gothic Neo"/>
                          <a:ea typeface="Apple SD Gothic Neo"/>
                          <a:cs typeface="Apple SD Gothic Neo"/>
                        </a:rPr>
                        <a:t>Flink upsert</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더 짧은 지연 요구</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상태 복구·삭제 파일 정리</a:t>
                      </a:r>
                    </a:p>
                  </a:txBody>
                  <a:tcPr marL="152400" marR="152400" marT="95250" marB="95250">
                    <a:lnR w="9525">
                      <a:solidFill>
                        <a:srgbClr val="334155"/>
                      </a:solidFill>
                      <a:prstDash val="solid"/>
                    </a:lnR>
                    <a:lnB w="9525">
                      <a:solidFill>
                        <a:srgbClr val="334155"/>
                      </a:solidFill>
                      <a:prstDash val="solid"/>
                    </a:lnB>
                    <a:solidFill>
                      <a:srgbClr val="1E293B"/>
                    </a:solidFill>
                  </a:tcPr>
                </a:tc>
              </a:tr>
              <a:tr h="695325">
                <a:tc>
                  <a:txBody>
                    <a:bodyPr/>
                    <a:lstStyle/>
                    <a:p>
                      <a:r>
                        <a:rPr sz="1875" b="0">
                          <a:solidFill>
                            <a:srgbClr val="F8FAFC"/>
                          </a:solidFill>
                          <a:latin typeface="Apple SD Gothic Neo"/>
                          <a:ea typeface="Apple SD Gothic Neo"/>
                          <a:cs typeface="Apple SD Gothic Neo"/>
                        </a:rPr>
                        <a:t>관측할 것</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입력·후보·무효행·결과</a:t>
                      </a:r>
                    </a:p>
                  </a:txBody>
                  <a:tcPr marL="152400" marR="152400" marT="95250" marB="95250">
                    <a:lnR w="9525">
                      <a:solidFill>
                        <a:srgbClr val="334155"/>
                      </a:solidFill>
                      <a:prstDash val="solid"/>
                    </a:lnR>
                    <a:lnB w="9525">
                      <a:solidFill>
                        <a:srgbClr val="334155"/>
                      </a:solidFill>
                      <a:prstDash val="solid"/>
                    </a:lnB>
                    <a:solidFill>
                      <a:srgbClr val="1E293B"/>
                    </a:solidFill>
                  </a:tcPr>
                </a:tc>
                <a:tc>
                  <a:txBody>
                    <a:bodyPr/>
                    <a:lstStyle/>
                    <a:p>
                      <a:r>
                        <a:rPr sz="1875" b="0">
                          <a:solidFill>
                            <a:srgbClr val="F8FAFC"/>
                          </a:solidFill>
                          <a:latin typeface="Apple SD Gothic Neo"/>
                          <a:ea typeface="Apple SD Gothic Neo"/>
                          <a:cs typeface="Apple SD Gothic Neo"/>
                        </a:rPr>
                        <a:t>마지막 성공·파일·충돌</a:t>
                      </a:r>
                    </a:p>
                  </a:txBody>
                  <a:tcPr marL="152400" marR="152400" marT="95250" marB="95250">
                    <a:lnR w="9525">
                      <a:solidFill>
                        <a:srgbClr val="334155"/>
                      </a:solidFill>
                      <a:prstDash val="solid"/>
                    </a:lnR>
                    <a:lnB w="9525">
                      <a:solidFill>
                        <a:srgbClr val="334155"/>
                      </a:solidFill>
                      <a:prstDash val="solid"/>
                    </a:lnB>
                    <a:solidFill>
                      <a:srgbClr val="1E293B"/>
                    </a:solidFill>
                  </a:tcPr>
                </a:tc>
              </a:tr>
            </a:tbl>
          </a:graphicData>
        </a:graphic>
      </p:graphicFrame>
      <p:sp>
        <p:nvSpPr>
          <p:cNvPr id="19" name="first-flink-panel-54">
            <a:extLst xmlns:a="http://schemas.openxmlformats.org/drawingml/2006/main">
              <a:ext uri="{FF2B5EF4-FFF2-40B4-BE49-F238E27FC236}">
                <a16:creationId xmlns:a16="http://schemas.microsoft.com/office/drawing/2014/main" id="{8B2AE9B3-6028-432F-AB2A-9AC79A2E3F3F}"/>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20" name="first-flink-text-55">
            <a:extLst xmlns:a="http://schemas.openxmlformats.org/drawingml/2006/main">
              <a:ext uri="{FF2B5EF4-FFF2-40B4-BE49-F238E27FC236}">
                <a16:creationId xmlns:a16="http://schemas.microsoft.com/office/drawing/2014/main" id="{187DC6EE-6791-42FA-AA15-02837818755D}"/>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키·버전·삭제 규칙은 그대로, 실행 방식은 신선도 요구로 고릅니다</a:t>
            </a:r>
          </a:p>
        </p:txBody>
      </p:sp>
    </p:spTree>
    <p:extLst>
      <p:ext uri="{BB962C8B-B14F-4D97-AF65-F5344CB8AC3E}">
        <p14:creationId xmlns:p14="http://schemas.microsoft.com/office/powerpoint/2010/main" val="602725031"/>
      </p:ext>
    </p:extLst>
  </p:cSld>
</p:sld>
</file>

<file path=ppt/slides/slide28.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9" name="text-46">
            <a:extLst xmlns:a="http://schemas.openxmlformats.org/drawingml/2006/main">
              <a:ext uri="{FF2B5EF4-FFF2-40B4-BE49-F238E27FC236}">
                <a16:creationId xmlns:a16="http://schemas.microsoft.com/office/drawing/2014/main" id="{D3F65DCF-B16A-4121-9FC0-34B29F1AB0E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47">
            <a:extLst xmlns:a="http://schemas.openxmlformats.org/drawingml/2006/main">
              <a:ext uri="{FF2B5EF4-FFF2-40B4-BE49-F238E27FC236}">
                <a16:creationId xmlns:a16="http://schemas.microsoft.com/office/drawing/2014/main" id="{A4AF2A9B-4790-4685-AB60-7E92F760958E}"/>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내 테이블의 Silver 계약과 SQL — 약 20분</a:t>
            </a:r>
          </a:p>
        </p:txBody>
      </p:sp>
      <p:sp>
        <p:nvSpPr>
          <p:cNvPr id="6" name="">
            <a:extLst xmlns:a="http://schemas.openxmlformats.org/drawingml/2006/main">
              <a:ext uri="{FF2B5EF4-FFF2-40B4-BE49-F238E27FC236}">
                <a16:creationId xmlns:a16="http://schemas.microsoft.com/office/drawing/2014/main" id="{99C62537-090E-4F5A-BEB0-31A70ACCD748}"/>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7" name="text-50">
            <a:extLst xmlns:a="http://schemas.openxmlformats.org/drawingml/2006/main">
              <a:ext uri="{FF2B5EF4-FFF2-40B4-BE49-F238E27FC236}">
                <a16:creationId xmlns:a16="http://schemas.microsoft.com/office/drawing/2014/main" id="{00D05031-C79D-4FF1-8B64-E29E0D6CD0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8" name="text-51">
            <a:extLst xmlns:a="http://schemas.openxmlformats.org/drawingml/2006/main">
              <a:ext uri="{FF2B5EF4-FFF2-40B4-BE49-F238E27FC236}">
                <a16:creationId xmlns:a16="http://schemas.microsoft.com/office/drawing/2014/main" id="{1D8B1809-7B23-47C6-A634-91FE4293479D}"/>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28</a:t>
            </a:r>
          </a:p>
        </p:txBody>
      </p:sp>
      <p:graphicFrame>
        <p:nvGraphicFramePr>
          <p:cNvPr id="10" name="">
            <a:extLst xmlns:a="http://schemas.openxmlformats.org/drawingml/2006/main">
              <a:ext uri="{FF2B5EF4-FFF2-40B4-BE49-F238E27FC236}">
                <a16:creationId xmlns:a16="http://schemas.microsoft.com/office/drawing/2014/main" id="{829A1295-1A21-4C3F-B93A-E44F66389DD6}"/>
              </a:ext>
            </a:extLst>
          </p:cNvPr>
          <p:cNvGraphicFramePr/>
          <p:nvPr/>
        </p:nvGraphicFramePr>
        <p:xfrm>
          <a:off xmlns:a="http://schemas.openxmlformats.org/drawingml/2006/main" x="609600" y="1695450"/>
          <a:ext xmlns:a="http://schemas.openxmlformats.org/drawingml/2006/main" cx="10972800" cy="4867275"/>
        </p:xfrm>
        <a:graphic xmlns:a="http://schemas.openxmlformats.org/drawingml/2006/main">
          <a:graphicData uri="http://schemas.openxmlformats.org/drawingml/2006/table">
            <a:tbl>
              <a:tblPr/>
              <a:tblGrid>
                <a:gridCol w="3333750"/>
                <a:gridCol w="7639050"/>
              </a:tblGrid>
              <a:tr h="496661">
                <a:tc>
                  <a:txBody>
                    <a:bodyPr/>
                    <a:lstStyle/>
                    <a:p>
                      <a:r>
                        <a:rPr sz="1800" b="1">
                          <a:solidFill>
                            <a:srgbClr val="22D3EE"/>
                          </a:solidFill>
                          <a:latin typeface="Apple SD Gothic Neo"/>
                          <a:ea typeface="Apple SD Gothic Neo"/>
                          <a:cs typeface="Apple SD Gothic Neo"/>
                        </a:rPr>
                        <a:t>내 테이블 하나</a:t>
                      </a:r>
                    </a:p>
                  </a:txBody>
                  <a:tcPr marL="152400" marR="152400" marT="95250" marB="95250">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c>
                  <a:txBody>
                    <a:bodyPr/>
                    <a:lstStyle/>
                    <a:p>
                      <a:r>
                        <a:rPr sz="1800" b="1">
                          <a:solidFill>
                            <a:srgbClr val="22D3EE"/>
                          </a:solidFill>
                          <a:latin typeface="Apple SD Gothic Neo"/>
                          <a:ea typeface="Apple SD Gothic Neo"/>
                          <a:cs typeface="Apple SD Gothic Neo"/>
                        </a:rPr>
                        <a:t>남길 규칙·초안</a:t>
                      </a:r>
                    </a:p>
                  </a:txBody>
                  <a:tcPr marL="152400" marR="152400" marT="95250" marB="95250">
                    <a:lnR w="9525">
                      <a:solidFill>
                        <a:srgbClr val="334155"/>
                      </a:solidFill>
                      <a:prstDash val="solid"/>
                    </a:lnR>
                    <a:lnT w="9525">
                      <a:solidFill>
                        <a:srgbClr val="334155"/>
                      </a:solidFill>
                      <a:prstDash val="solid"/>
                    </a:lnT>
                    <a:lnB w="9525">
                      <a:solidFill>
                        <a:srgbClr val="334155"/>
                      </a:solidFill>
                      <a:prstDash val="solid"/>
                    </a:lnB>
                    <a:solidFill>
                      <a:srgbClr val="133444"/>
                    </a:solidFill>
                  </a:tcPr>
                </a:tc>
              </a:tr>
              <a:tr h="496661">
                <a:tc>
                  <a:txBody>
                    <a:bodyPr/>
                    <a:lstStyle/>
                    <a:p>
                      <a:r>
                        <a:rPr sz="1800" b="0">
                          <a:solidFill>
                            <a:srgbClr val="F8FAFC"/>
                          </a:solidFill>
                          <a:latin typeface="Apple SD Gothic Neo"/>
                          <a:ea typeface="Apple SD Gothic Neo"/>
                          <a:cs typeface="Apple SD Gothic Neo"/>
                        </a:rPr>
                        <a:t>필수 1 · 한 행의 의미·PK</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00" b="0">
                          <a:solidFill>
                            <a:srgbClr val="F8FAFC"/>
                          </a:solidFill>
                          <a:latin typeface="Apple SD Gothic Neo"/>
                          <a:ea typeface="Apple SD Gothic Neo"/>
                          <a:cs typeface="Apple SD Gothic Neo"/>
                        </a:rPr>
                        <a:t>어떤 업무 상태를 하나로 묶나요?</a:t>
                      </a:r>
                    </a:p>
                  </a:txBody>
                  <a:tcPr marL="152400" marR="152400" marT="95250" marB="95250">
                    <a:lnR w="9525">
                      <a:solidFill>
                        <a:srgbClr val="334155"/>
                      </a:solidFill>
                      <a:prstDash val="solid"/>
                    </a:lnR>
                    <a:lnB w="9525">
                      <a:solidFill>
                        <a:srgbClr val="334155"/>
                      </a:solidFill>
                      <a:prstDash val="solid"/>
                    </a:lnB>
                    <a:solidFill>
                      <a:srgbClr val="1E293B"/>
                    </a:solidFill>
                  </a:tcPr>
                </a:tc>
              </a:tr>
              <a:tr h="496661">
                <a:tc>
                  <a:txBody>
                    <a:bodyPr/>
                    <a:lstStyle/>
                    <a:p>
                      <a:r>
                        <a:rPr sz="1800" b="0">
                          <a:solidFill>
                            <a:srgbClr val="F8FAFC"/>
                          </a:solidFill>
                          <a:latin typeface="Apple SD Gothic Neo"/>
                          <a:ea typeface="Apple SD Gothic Neo"/>
                          <a:cs typeface="Apple SD Gothic Neo"/>
                        </a:rPr>
                        <a:t>필수 2 · 최신 버전·삭제</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00" b="0">
                          <a:solidFill>
                            <a:srgbClr val="F8FAFC"/>
                          </a:solidFill>
                          <a:latin typeface="Apple SD Gothic Neo"/>
                          <a:ea typeface="Apple SD Gothic Neo"/>
                          <a:cs typeface="Apple SD Gothic Neo"/>
                        </a:rPr>
                        <a:t>비교 범위와 삭제 의미·버전 보존</a:t>
                      </a:r>
                    </a:p>
                  </a:txBody>
                  <a:tcPr marL="152400" marR="152400" marT="95250" marB="95250">
                    <a:lnR w="9525">
                      <a:solidFill>
                        <a:srgbClr val="334155"/>
                      </a:solidFill>
                      <a:prstDash val="solid"/>
                    </a:lnR>
                    <a:lnB w="9525">
                      <a:solidFill>
                        <a:srgbClr val="334155"/>
                      </a:solidFill>
                      <a:prstDash val="solid"/>
                    </a:lnB>
                    <a:solidFill>
                      <a:srgbClr val="1E293B"/>
                    </a:solidFill>
                  </a:tcPr>
                </a:tc>
              </a:tr>
              <a:tr h="496661">
                <a:tc>
                  <a:txBody>
                    <a:bodyPr/>
                    <a:lstStyle/>
                    <a:p>
                      <a:r>
                        <a:rPr sz="1800" b="0">
                          <a:solidFill>
                            <a:srgbClr val="F8FAFC"/>
                          </a:solidFill>
                          <a:latin typeface="Apple SD Gothic Neo"/>
                          <a:ea typeface="Apple SD Gothic Neo"/>
                          <a:cs typeface="Apple SD Gothic Neo"/>
                        </a:rPr>
                        <a:t>필수 3 · 최신 후보 SQL</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00" b="0">
                          <a:solidFill>
                            <a:srgbClr val="F8FAFC"/>
                          </a:solidFill>
                          <a:latin typeface="Apple SD Gothic Neo"/>
                          <a:ea typeface="Apple SD Gothic Neo"/>
                          <a:cs typeface="Apple SD Gothic Neo"/>
                        </a:rPr>
                        <a:t>PARTITION BY · ORDER BY · rn = 1</a:t>
                      </a:r>
                    </a:p>
                  </a:txBody>
                  <a:tcPr marL="152400" marR="152400" marT="95250" marB="95250">
                    <a:lnR w="9525">
                      <a:solidFill>
                        <a:srgbClr val="334155"/>
                      </a:solidFill>
                      <a:prstDash val="solid"/>
                    </a:lnR>
                    <a:lnB w="9525">
                      <a:solidFill>
                        <a:srgbClr val="334155"/>
                      </a:solidFill>
                      <a:prstDash val="solid"/>
                    </a:lnB>
                    <a:solidFill>
                      <a:srgbClr val="1E293B"/>
                    </a:solidFill>
                  </a:tcPr>
                </a:tc>
              </a:tr>
              <a:tr h="496661">
                <a:tc>
                  <a:txBody>
                    <a:bodyPr/>
                    <a:lstStyle/>
                    <a:p>
                      <a:r>
                        <a:rPr sz="1800" b="0">
                          <a:solidFill>
                            <a:srgbClr val="F8FAFC"/>
                          </a:solidFill>
                          <a:latin typeface="Apple SD Gothic Neo"/>
                          <a:ea typeface="Apple SD Gothic Neo"/>
                          <a:cs typeface="Apple SD Gothic Neo"/>
                        </a:rPr>
                        <a:t>확장 · 타입·MERGE 가드</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00" b="0">
                          <a:solidFill>
                            <a:srgbClr val="F8FAFC"/>
                          </a:solidFill>
                          <a:latin typeface="Apple SD Gothic Neo"/>
                          <a:ea typeface="Apple SD Gothic Neo"/>
                          <a:cs typeface="Apple SD Gothic Neo"/>
                        </a:rPr>
                        <a:t>상세 정규화와 새 버전 갱신 조건</a:t>
                      </a:r>
                    </a:p>
                  </a:txBody>
                  <a:tcPr marL="152400" marR="152400" marT="95250" marB="95250">
                    <a:lnR w="9525">
                      <a:solidFill>
                        <a:srgbClr val="334155"/>
                      </a:solidFill>
                      <a:prstDash val="solid"/>
                    </a:lnR>
                    <a:lnB w="9525">
                      <a:solidFill>
                        <a:srgbClr val="334155"/>
                      </a:solidFill>
                      <a:prstDash val="solid"/>
                    </a:lnB>
                    <a:solidFill>
                      <a:srgbClr val="1E293B"/>
                    </a:solidFill>
                  </a:tcPr>
                </a:tc>
              </a:tr>
              <a:tr h="496661">
                <a:tc>
                  <a:txBody>
                    <a:bodyPr/>
                    <a:lstStyle/>
                    <a:p>
                      <a:r>
                        <a:rPr sz="1800" b="0">
                          <a:solidFill>
                            <a:srgbClr val="F8FAFC"/>
                          </a:solidFill>
                          <a:latin typeface="Apple SD Gothic Neo"/>
                          <a:ea typeface="Apple SD Gothic Neo"/>
                          <a:cs typeface="Apple SD Gothic Neo"/>
                        </a:rPr>
                        <a:t>확장 · 다섯 기대값</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00" b="0">
                          <a:solidFill>
                            <a:srgbClr val="F8FAFC"/>
                          </a:solidFill>
                          <a:latin typeface="Apple SD Gothic Neo"/>
                          <a:ea typeface="Apple SD Gothic Neo"/>
                          <a:cs typeface="Apple SD Gothic Neo"/>
                        </a:rPr>
                        <a:t>PK·최신·삭제·재실행·무효 입력 거절</a:t>
                      </a:r>
                    </a:p>
                  </a:txBody>
                  <a:tcPr marL="152400" marR="152400" marT="95250" marB="95250">
                    <a:lnR w="9525">
                      <a:solidFill>
                        <a:srgbClr val="334155"/>
                      </a:solidFill>
                      <a:prstDash val="solid"/>
                    </a:lnR>
                    <a:lnB w="9525">
                      <a:solidFill>
                        <a:srgbClr val="334155"/>
                      </a:solidFill>
                      <a:prstDash val="solid"/>
                    </a:lnB>
                    <a:solidFill>
                      <a:srgbClr val="1E293B"/>
                    </a:solidFill>
                  </a:tcPr>
                </a:tc>
              </a:tr>
              <a:tr h="496661">
                <a:tc>
                  <a:txBody>
                    <a:bodyPr/>
                    <a:lstStyle/>
                    <a:p>
                      <a:r>
                        <a:rPr sz="1800" b="0">
                          <a:solidFill>
                            <a:srgbClr val="F8FAFC"/>
                          </a:solidFill>
                          <a:latin typeface="Apple SD Gothic Neo"/>
                          <a:ea typeface="Apple SD Gothic Neo"/>
                          <a:cs typeface="Apple SD Gothic Neo"/>
                        </a:rPr>
                        <a:t>확장 · 실행·보류</a:t>
                      </a:r>
                    </a:p>
                  </a:txBody>
                  <a:tcPr marL="152400" marR="152400" marT="95250" marB="95250">
                    <a:lnL w="9525">
                      <a:solidFill>
                        <a:srgbClr val="334155"/>
                      </a:solidFill>
                      <a:prstDash val="solid"/>
                    </a:lnL>
                    <a:lnR w="9525">
                      <a:solidFill>
                        <a:srgbClr val="334155"/>
                      </a:solidFill>
                      <a:prstDash val="solid"/>
                    </a:lnR>
                    <a:lnB w="9525">
                      <a:solidFill>
                        <a:srgbClr val="334155"/>
                      </a:solidFill>
                      <a:prstDash val="solid"/>
                    </a:lnB>
                    <a:solidFill>
                      <a:srgbClr val="1E293B"/>
                    </a:solidFill>
                  </a:tcPr>
                </a:tc>
                <a:tc>
                  <a:txBody>
                    <a:bodyPr/>
                    <a:lstStyle/>
                    <a:p>
                      <a:r>
                        <a:rPr sz="1800" b="0">
                          <a:solidFill>
                            <a:srgbClr val="F8FAFC"/>
                          </a:solidFill>
                          <a:latin typeface="Apple SD Gothic Neo"/>
                          <a:ea typeface="Apple SD Gothic Neo"/>
                          <a:cs typeface="Apple SD Gothic Neo"/>
                        </a:rPr>
                        <a:t>가능하면 실행 · 부족한 원천 정보 기록</a:t>
                      </a:r>
                    </a:p>
                  </a:txBody>
                  <a:tcPr marL="152400" marR="152400" marT="95250" marB="95250">
                    <a:lnR w="9525">
                      <a:solidFill>
                        <a:srgbClr val="334155"/>
                      </a:solidFill>
                      <a:prstDash val="solid"/>
                    </a:lnR>
                    <a:lnB w="9525">
                      <a:solidFill>
                        <a:srgbClr val="334155"/>
                      </a:solidFill>
                      <a:prstDash val="solid"/>
                    </a:lnB>
                    <a:solidFill>
                      <a:srgbClr val="1E293B"/>
                    </a:solidFill>
                  </a:tcPr>
                </a:tc>
              </a:tr>
            </a:tbl>
          </a:graphicData>
        </a:graphic>
      </p:graphicFrame>
      <p:sp>
        <p:nvSpPr>
          <p:cNvPr id="11" name="s03-panel-229">
            <a:extLst xmlns:a="http://schemas.openxmlformats.org/drawingml/2006/main">
              <a:ext uri="{FF2B5EF4-FFF2-40B4-BE49-F238E27FC236}">
                <a16:creationId xmlns:a16="http://schemas.microsoft.com/office/drawing/2014/main" id="{E81AC006-5800-4122-9396-527FFC8F6CC2}"/>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12" name="s03-text-230">
            <a:extLst xmlns:a="http://schemas.openxmlformats.org/drawingml/2006/main">
              <a:ext uri="{FF2B5EF4-FFF2-40B4-BE49-F238E27FC236}">
                <a16:creationId xmlns:a16="http://schemas.microsoft.com/office/drawing/2014/main" id="{C637AF07-C22A-4E6A-9560-94EF4B350AE5}"/>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개인 활동 20분 · 필수 세 묶음 12분, SQL·검증 확장 8분</a:t>
            </a:r>
          </a:p>
        </p:txBody>
      </p:sp>
    </p:spTree>
    <p:extLst>
      <p:ext uri="{BB962C8B-B14F-4D97-AF65-F5344CB8AC3E}">
        <p14:creationId xmlns:p14="http://schemas.microsoft.com/office/powerpoint/2010/main" val="1899261296"/>
      </p:ext>
    </p:extLst>
  </p:cSld>
</p:sld>
</file>

<file path=ppt/slides/slide29.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9" name="text-46">
            <a:extLst xmlns:a="http://schemas.openxmlformats.org/drawingml/2006/main">
              <a:ext uri="{FF2B5EF4-FFF2-40B4-BE49-F238E27FC236}">
                <a16:creationId xmlns:a16="http://schemas.microsoft.com/office/drawing/2014/main" id="{D3F65DCF-B16A-4121-9FC0-34B29F1AB0E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47">
            <a:extLst xmlns:a="http://schemas.openxmlformats.org/drawingml/2006/main">
              <a:ext uri="{FF2B5EF4-FFF2-40B4-BE49-F238E27FC236}">
                <a16:creationId xmlns:a16="http://schemas.microsoft.com/office/drawing/2014/main" id="{A4AF2A9B-4790-4685-AB60-7E92F760958E}"/>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동료 검토 — 과거 변경이 늦게 온다면</a:t>
            </a:r>
          </a:p>
        </p:txBody>
      </p:sp>
      <p:sp>
        <p:nvSpPr>
          <p:cNvPr id="6" name="">
            <a:extLst xmlns:a="http://schemas.openxmlformats.org/drawingml/2006/main">
              <a:ext uri="{FF2B5EF4-FFF2-40B4-BE49-F238E27FC236}">
                <a16:creationId xmlns:a16="http://schemas.microsoft.com/office/drawing/2014/main" id="{99C62537-090E-4F5A-BEB0-31A70ACCD748}"/>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7" name="text-50">
            <a:extLst xmlns:a="http://schemas.openxmlformats.org/drawingml/2006/main">
              <a:ext uri="{FF2B5EF4-FFF2-40B4-BE49-F238E27FC236}">
                <a16:creationId xmlns:a16="http://schemas.microsoft.com/office/drawing/2014/main" id="{00D05031-C79D-4FF1-8B64-E29E0D6CD0F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8" name="text-51">
            <a:extLst xmlns:a="http://schemas.openxmlformats.org/drawingml/2006/main">
              <a:ext uri="{FF2B5EF4-FFF2-40B4-BE49-F238E27FC236}">
                <a16:creationId xmlns:a16="http://schemas.microsoft.com/office/drawing/2014/main" id="{1D8B1809-7B23-47C6-A634-91FE4293479D}"/>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29</a:t>
            </a:r>
          </a:p>
        </p:txBody>
      </p:sp>
      <p:sp>
        <p:nvSpPr>
          <p:cNvPr id="10" name="first-flink-panel-24">
            <a:extLst xmlns:a="http://schemas.openxmlformats.org/drawingml/2006/main">
              <a:ext uri="{FF2B5EF4-FFF2-40B4-BE49-F238E27FC236}">
                <a16:creationId xmlns:a16="http://schemas.microsoft.com/office/drawing/2014/main" id="{7E8A25FE-5721-4110-A971-5AE940D35AEC}"/>
              </a:ext>
            </a:extLst>
          </p:cNvPr>
          <p:cNvSpPr>
            <a:spLocks xmlns:a="http://schemas.openxmlformats.org/drawingml/2006/main" noGrp="1"/>
          </p:cNvSpPr>
          <p:nvPr/>
        </p:nvSpPr>
        <p:spPr>
          <a:xfrm xmlns:a="http://schemas.openxmlformats.org/drawingml/2006/main">
            <a:off x="609600" y="1809750"/>
            <a:ext cx="5353050" cy="3314700"/>
          </a:xfrm>
          <a:prstGeom xmlns:a="http://schemas.openxmlformats.org/drawingml/2006/main" prst="roundRect">
            <a:avLst>
              <a:gd name="adj" fmla="val 2586"/>
            </a:avLst>
          </a:prstGeom>
          <a:solidFill xmlns:a="http://schemas.openxmlformats.org/drawingml/2006/main">
            <a:srgbClr val="1E293B"/>
          </a:solidFill>
          <a:ln xmlns:a="http://schemas.openxmlformats.org/drawingml/2006/main" w="9525">
            <a:solidFill>
              <a:srgbClr val="334155"/>
            </a:solidFill>
          </a:ln>
        </p:spPr>
      </p:sp>
      <p:sp>
        <p:nvSpPr>
          <p:cNvPr id="11" name="first-flink-text-25">
            <a:extLst xmlns:a="http://schemas.openxmlformats.org/drawingml/2006/main">
              <a:ext uri="{FF2B5EF4-FFF2-40B4-BE49-F238E27FC236}">
                <a16:creationId xmlns:a16="http://schemas.microsoft.com/office/drawing/2014/main" id="{B5636EA6-F1D5-458A-89E6-1052AF8F40F0}"/>
              </a:ext>
            </a:extLst>
          </p:cNvPr>
          <p:cNvSpPr>
            <a:spLocks xmlns:a="http://schemas.openxmlformats.org/drawingml/2006/main" noGrp="1"/>
          </p:cNvSpPr>
          <p:nvPr/>
        </p:nvSpPr>
        <p:spPr>
          <a:xfrm xmlns:a="http://schemas.openxmlformats.org/drawingml/2006/main">
            <a:off x="819150" y="2028825"/>
            <a:ext cx="4933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2D3EE"/>
                </a:solidFill>
                <a:latin typeface="Apple SD Gothic Neo"/>
                <a:ea typeface="Apple SD Gothic Neo"/>
                <a:cs typeface="Apple SD Gothic Neo"/>
              </a:defRPr>
            </a:defPPr>
            <a:lvl1pPr algn="l">
              <a:buNone/>
              <a:defRPr sz="2100" b="1">
                <a:solidFill>
                  <a:srgbClr val="22D3EE"/>
                </a:solidFill>
                <a:latin typeface="Apple SD Gothic Neo"/>
                <a:ea typeface="Apple SD Gothic Neo"/>
                <a:cs typeface="Apple SD Gothic Neo"/>
              </a:defRPr>
            </a:lvl1pPr>
            <a:lvl2pPr algn="l">
              <a:buNone/>
              <a:defRPr sz="2100" b="1">
                <a:solidFill>
                  <a:srgbClr val="22D3EE"/>
                </a:solidFill>
                <a:latin typeface="Apple SD Gothic Neo"/>
                <a:ea typeface="Apple SD Gothic Neo"/>
                <a:cs typeface="Apple SD Gothic Neo"/>
              </a:defRPr>
            </a:lvl2pPr>
            <a:lvl3pPr algn="l">
              <a:buNone/>
              <a:defRPr sz="2100" b="1">
                <a:solidFill>
                  <a:srgbClr val="22D3EE"/>
                </a:solidFill>
                <a:latin typeface="Apple SD Gothic Neo"/>
                <a:ea typeface="Apple SD Gothic Neo"/>
                <a:cs typeface="Apple SD Gothic Neo"/>
              </a:defRPr>
            </a:lvl3pPr>
            <a:lvl4pPr algn="l">
              <a:buNone/>
              <a:defRPr sz="2100" b="1">
                <a:solidFill>
                  <a:srgbClr val="22D3EE"/>
                </a:solidFill>
                <a:latin typeface="Apple SD Gothic Neo"/>
                <a:ea typeface="Apple SD Gothic Neo"/>
                <a:cs typeface="Apple SD Gothic Neo"/>
              </a:defRPr>
            </a:lvl4pPr>
            <a:lvl5pPr algn="l">
              <a:buNone/>
              <a:defRPr sz="2100" b="1">
                <a:solidFill>
                  <a:srgbClr val="22D3EE"/>
                </a:solidFill>
                <a:latin typeface="Apple SD Gothic Neo"/>
                <a:ea typeface="Apple SD Gothic Neo"/>
                <a:cs typeface="Apple SD Gothic Neo"/>
              </a:defRPr>
            </a:lvl5pPr>
            <a:lvl6pPr algn="l">
              <a:buNone/>
              <a:defRPr sz="2100" b="1">
                <a:solidFill>
                  <a:srgbClr val="22D3EE"/>
                </a:solidFill>
                <a:latin typeface="Apple SD Gothic Neo"/>
                <a:ea typeface="Apple SD Gothic Neo"/>
                <a:cs typeface="Apple SD Gothic Neo"/>
              </a:defRPr>
            </a:lvl6pPr>
            <a:lvl7pPr algn="l">
              <a:buNone/>
              <a:defRPr sz="2100" b="1">
                <a:solidFill>
                  <a:srgbClr val="22D3EE"/>
                </a:solidFill>
                <a:latin typeface="Apple SD Gothic Neo"/>
                <a:ea typeface="Apple SD Gothic Neo"/>
                <a:cs typeface="Apple SD Gothic Neo"/>
              </a:defRPr>
            </a:lvl7pPr>
            <a:lvl8pPr algn="l">
              <a:buNone/>
              <a:defRPr sz="2100" b="1">
                <a:solidFill>
                  <a:srgbClr val="22D3EE"/>
                </a:solidFill>
                <a:latin typeface="Apple SD Gothic Neo"/>
                <a:ea typeface="Apple SD Gothic Neo"/>
                <a:cs typeface="Apple SD Gothic Neo"/>
              </a:defRPr>
            </a:lvl8pPr>
            <a:lvl9pPr algn="l">
              <a:buNone/>
              <a:defRPr sz="2100" b="1">
                <a:solidFill>
                  <a:srgbClr val="22D3EE"/>
                </a:solidFill>
                <a:latin typeface="Apple SD Gothic Neo"/>
                <a:ea typeface="Apple SD Gothic Neo"/>
                <a:cs typeface="Apple SD Gothic Neo"/>
              </a:defRPr>
            </a:lvl9pPr>
          </a:lstStyle>
          <a:p xmlns:a="http://schemas.openxmlformats.org/drawingml/2006/main">
            <a:pPr algn="l">
              <a:buNone/>
              <a:defRPr sz="2100" b="1">
                <a:solidFill>
                  <a:srgbClr val="22D3EE"/>
                </a:solidFill>
                <a:latin typeface="Apple SD Gothic Neo"/>
                <a:ea typeface="Apple SD Gothic Neo"/>
                <a:cs typeface="Apple SD Gothic Neo"/>
              </a:defRPr>
            </a:pPr>
            <a:r>
              <a:rPr sz="2100" b="1">
                <a:solidFill>
                  <a:srgbClr val="22D3EE"/>
                </a:solidFill>
                <a:latin typeface="Apple SD Gothic Neo"/>
                <a:ea typeface="Apple SD Gothic Neo"/>
                <a:cs typeface="Apple SD Gothic Neo"/>
              </a:rPr>
              <a:t>동료에게 설명할 것</a:t>
            </a:r>
          </a:p>
        </p:txBody>
      </p:sp>
      <p:sp>
        <p:nvSpPr>
          <p:cNvPr id="12" name="first-flink-text-26">
            <a:extLst xmlns:a="http://schemas.openxmlformats.org/drawingml/2006/main">
              <a:ext uri="{FF2B5EF4-FFF2-40B4-BE49-F238E27FC236}">
                <a16:creationId xmlns:a16="http://schemas.microsoft.com/office/drawing/2014/main" id="{35CE7EF9-5A20-4FF6-9DE4-701E513B1A8A}"/>
              </a:ext>
            </a:extLst>
          </p:cNvPr>
          <p:cNvSpPr>
            <a:spLocks xmlns:a="http://schemas.openxmlformats.org/drawingml/2006/main" noGrp="1"/>
          </p:cNvSpPr>
          <p:nvPr/>
        </p:nvSpPr>
        <p:spPr>
          <a:xfrm xmlns:a="http://schemas.openxmlformats.org/drawingml/2006/main">
            <a:off x="819150" y="2847975"/>
            <a:ext cx="493395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AFC"/>
                </a:solidFill>
                <a:latin typeface="Apple SD Gothic Neo"/>
                <a:ea typeface="Apple SD Gothic Neo"/>
                <a:cs typeface="Apple SD Gothic Neo"/>
              </a:defRPr>
            </a:defPPr>
            <a:lvl1pPr algn="l">
              <a:buNone/>
              <a:defRPr sz="2025" b="0">
                <a:solidFill>
                  <a:srgbClr val="F8FAFC"/>
                </a:solidFill>
                <a:latin typeface="Apple SD Gothic Neo"/>
                <a:ea typeface="Apple SD Gothic Neo"/>
                <a:cs typeface="Apple SD Gothic Neo"/>
              </a:defRPr>
            </a:lvl1pPr>
            <a:lvl2pPr algn="l">
              <a:buNone/>
              <a:defRPr sz="2025" b="0">
                <a:solidFill>
                  <a:srgbClr val="F8FAFC"/>
                </a:solidFill>
                <a:latin typeface="Apple SD Gothic Neo"/>
                <a:ea typeface="Apple SD Gothic Neo"/>
                <a:cs typeface="Apple SD Gothic Neo"/>
              </a:defRPr>
            </a:lvl2pPr>
            <a:lvl3pPr algn="l">
              <a:buNone/>
              <a:defRPr sz="2025" b="0">
                <a:solidFill>
                  <a:srgbClr val="F8FAFC"/>
                </a:solidFill>
                <a:latin typeface="Apple SD Gothic Neo"/>
                <a:ea typeface="Apple SD Gothic Neo"/>
                <a:cs typeface="Apple SD Gothic Neo"/>
              </a:defRPr>
            </a:lvl3pPr>
            <a:lvl4pPr algn="l">
              <a:buNone/>
              <a:defRPr sz="2025" b="0">
                <a:solidFill>
                  <a:srgbClr val="F8FAFC"/>
                </a:solidFill>
                <a:latin typeface="Apple SD Gothic Neo"/>
                <a:ea typeface="Apple SD Gothic Neo"/>
                <a:cs typeface="Apple SD Gothic Neo"/>
              </a:defRPr>
            </a:lvl4pPr>
            <a:lvl5pPr algn="l">
              <a:buNone/>
              <a:defRPr sz="2025" b="0">
                <a:solidFill>
                  <a:srgbClr val="F8FAFC"/>
                </a:solidFill>
                <a:latin typeface="Apple SD Gothic Neo"/>
                <a:ea typeface="Apple SD Gothic Neo"/>
                <a:cs typeface="Apple SD Gothic Neo"/>
              </a:defRPr>
            </a:lvl5pPr>
            <a:lvl6pPr algn="l">
              <a:buNone/>
              <a:defRPr sz="2025" b="0">
                <a:solidFill>
                  <a:srgbClr val="F8FAFC"/>
                </a:solidFill>
                <a:latin typeface="Apple SD Gothic Neo"/>
                <a:ea typeface="Apple SD Gothic Neo"/>
                <a:cs typeface="Apple SD Gothic Neo"/>
              </a:defRPr>
            </a:lvl6pPr>
            <a:lvl7pPr algn="l">
              <a:buNone/>
              <a:defRPr sz="2025" b="0">
                <a:solidFill>
                  <a:srgbClr val="F8FAFC"/>
                </a:solidFill>
                <a:latin typeface="Apple SD Gothic Neo"/>
                <a:ea typeface="Apple SD Gothic Neo"/>
                <a:cs typeface="Apple SD Gothic Neo"/>
              </a:defRPr>
            </a:lvl7pPr>
            <a:lvl8pPr algn="l">
              <a:buNone/>
              <a:defRPr sz="2025" b="0">
                <a:solidFill>
                  <a:srgbClr val="F8FAFC"/>
                </a:solidFill>
                <a:latin typeface="Apple SD Gothic Neo"/>
                <a:ea typeface="Apple SD Gothic Neo"/>
                <a:cs typeface="Apple SD Gothic Neo"/>
              </a:defRPr>
            </a:lvl8pPr>
            <a:lvl9pPr algn="l">
              <a:buNone/>
              <a:defRPr sz="2025" b="0">
                <a:solidFill>
                  <a:srgbClr val="F8FAFC"/>
                </a:solidFill>
                <a:latin typeface="Apple SD Gothic Neo"/>
                <a:ea typeface="Apple SD Gothic Neo"/>
                <a:cs typeface="Apple SD Gothic Neo"/>
              </a:defRPr>
            </a:lvl9pPr>
          </a:lstStyle>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같은 키를 고른 이유</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최신 순서의 근거</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삭제 뒤 과거 UPDATE</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같은 범위 재실행</a:t>
            </a:r>
          </a:p>
        </p:txBody>
      </p:sp>
      <p:sp>
        <p:nvSpPr>
          <p:cNvPr id="13" name="first-flink-panel-27">
            <a:extLst xmlns:a="http://schemas.openxmlformats.org/drawingml/2006/main">
              <a:ext uri="{FF2B5EF4-FFF2-40B4-BE49-F238E27FC236}">
                <a16:creationId xmlns:a16="http://schemas.microsoft.com/office/drawing/2014/main" id="{70004556-3AE2-4AE8-AFA2-A4749887BEDA}"/>
              </a:ext>
            </a:extLst>
          </p:cNvPr>
          <p:cNvSpPr>
            <a:spLocks xmlns:a="http://schemas.openxmlformats.org/drawingml/2006/main" noGrp="1"/>
          </p:cNvSpPr>
          <p:nvPr/>
        </p:nvSpPr>
        <p:spPr>
          <a:xfrm xmlns:a="http://schemas.openxmlformats.org/drawingml/2006/main">
            <a:off x="6229350" y="1809750"/>
            <a:ext cx="5353050" cy="3314700"/>
          </a:xfrm>
          <a:prstGeom xmlns:a="http://schemas.openxmlformats.org/drawingml/2006/main" prst="roundRect">
            <a:avLst>
              <a:gd name="adj" fmla="val 2586"/>
            </a:avLst>
          </a:prstGeom>
          <a:solidFill xmlns:a="http://schemas.openxmlformats.org/drawingml/2006/main">
            <a:srgbClr val="1E293B"/>
          </a:solidFill>
          <a:ln xmlns:a="http://schemas.openxmlformats.org/drawingml/2006/main" w="9525">
            <a:solidFill>
              <a:srgbClr val="334155"/>
            </a:solidFill>
          </a:ln>
        </p:spPr>
      </p:sp>
      <p:sp>
        <p:nvSpPr>
          <p:cNvPr id="14" name="first-flink-text-28">
            <a:extLst xmlns:a="http://schemas.openxmlformats.org/drawingml/2006/main">
              <a:ext uri="{FF2B5EF4-FFF2-40B4-BE49-F238E27FC236}">
                <a16:creationId xmlns:a16="http://schemas.microsoft.com/office/drawing/2014/main" id="{1D19D5BE-557B-4C45-9FB7-9E7908B69B9F}"/>
              </a:ext>
            </a:extLst>
          </p:cNvPr>
          <p:cNvSpPr>
            <a:spLocks xmlns:a="http://schemas.openxmlformats.org/drawingml/2006/main" noGrp="1"/>
          </p:cNvSpPr>
          <p:nvPr/>
        </p:nvSpPr>
        <p:spPr>
          <a:xfrm xmlns:a="http://schemas.openxmlformats.org/drawingml/2006/main">
            <a:off x="6438900" y="2028825"/>
            <a:ext cx="4933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B923C"/>
                </a:solidFill>
                <a:latin typeface="Apple SD Gothic Neo"/>
                <a:ea typeface="Apple SD Gothic Neo"/>
                <a:cs typeface="Apple SD Gothic Neo"/>
              </a:defRPr>
            </a:defPPr>
            <a:lvl1pPr algn="l">
              <a:buNone/>
              <a:defRPr sz="2100" b="1">
                <a:solidFill>
                  <a:srgbClr val="FB923C"/>
                </a:solidFill>
                <a:latin typeface="Apple SD Gothic Neo"/>
                <a:ea typeface="Apple SD Gothic Neo"/>
                <a:cs typeface="Apple SD Gothic Neo"/>
              </a:defRPr>
            </a:lvl1pPr>
            <a:lvl2pPr algn="l">
              <a:buNone/>
              <a:defRPr sz="2100" b="1">
                <a:solidFill>
                  <a:srgbClr val="FB923C"/>
                </a:solidFill>
                <a:latin typeface="Apple SD Gothic Neo"/>
                <a:ea typeface="Apple SD Gothic Neo"/>
                <a:cs typeface="Apple SD Gothic Neo"/>
              </a:defRPr>
            </a:lvl2pPr>
            <a:lvl3pPr algn="l">
              <a:buNone/>
              <a:defRPr sz="2100" b="1">
                <a:solidFill>
                  <a:srgbClr val="FB923C"/>
                </a:solidFill>
                <a:latin typeface="Apple SD Gothic Neo"/>
                <a:ea typeface="Apple SD Gothic Neo"/>
                <a:cs typeface="Apple SD Gothic Neo"/>
              </a:defRPr>
            </a:lvl3pPr>
            <a:lvl4pPr algn="l">
              <a:buNone/>
              <a:defRPr sz="2100" b="1">
                <a:solidFill>
                  <a:srgbClr val="FB923C"/>
                </a:solidFill>
                <a:latin typeface="Apple SD Gothic Neo"/>
                <a:ea typeface="Apple SD Gothic Neo"/>
                <a:cs typeface="Apple SD Gothic Neo"/>
              </a:defRPr>
            </a:lvl4pPr>
            <a:lvl5pPr algn="l">
              <a:buNone/>
              <a:defRPr sz="2100" b="1">
                <a:solidFill>
                  <a:srgbClr val="FB923C"/>
                </a:solidFill>
                <a:latin typeface="Apple SD Gothic Neo"/>
                <a:ea typeface="Apple SD Gothic Neo"/>
                <a:cs typeface="Apple SD Gothic Neo"/>
              </a:defRPr>
            </a:lvl5pPr>
            <a:lvl6pPr algn="l">
              <a:buNone/>
              <a:defRPr sz="2100" b="1">
                <a:solidFill>
                  <a:srgbClr val="FB923C"/>
                </a:solidFill>
                <a:latin typeface="Apple SD Gothic Neo"/>
                <a:ea typeface="Apple SD Gothic Neo"/>
                <a:cs typeface="Apple SD Gothic Neo"/>
              </a:defRPr>
            </a:lvl6pPr>
            <a:lvl7pPr algn="l">
              <a:buNone/>
              <a:defRPr sz="2100" b="1">
                <a:solidFill>
                  <a:srgbClr val="FB923C"/>
                </a:solidFill>
                <a:latin typeface="Apple SD Gothic Neo"/>
                <a:ea typeface="Apple SD Gothic Neo"/>
                <a:cs typeface="Apple SD Gothic Neo"/>
              </a:defRPr>
            </a:lvl7pPr>
            <a:lvl8pPr algn="l">
              <a:buNone/>
              <a:defRPr sz="2100" b="1">
                <a:solidFill>
                  <a:srgbClr val="FB923C"/>
                </a:solidFill>
                <a:latin typeface="Apple SD Gothic Neo"/>
                <a:ea typeface="Apple SD Gothic Neo"/>
                <a:cs typeface="Apple SD Gothic Neo"/>
              </a:defRPr>
            </a:lvl8pPr>
            <a:lvl9pPr algn="l">
              <a:buNone/>
              <a:defRPr sz="2100" b="1">
                <a:solidFill>
                  <a:srgbClr val="FB923C"/>
                </a:solidFill>
                <a:latin typeface="Apple SD Gothic Neo"/>
                <a:ea typeface="Apple SD Gothic Neo"/>
                <a:cs typeface="Apple SD Gothic Neo"/>
              </a:defRPr>
            </a:lvl9pPr>
          </a:lstStyle>
          <a:p xmlns:a="http://schemas.openxmlformats.org/drawingml/2006/main">
            <a:pPr algn="l">
              <a:buNone/>
              <a:defRPr sz="2100" b="1">
                <a:solidFill>
                  <a:srgbClr val="FB923C"/>
                </a:solidFill>
                <a:latin typeface="Apple SD Gothic Neo"/>
                <a:ea typeface="Apple SD Gothic Neo"/>
                <a:cs typeface="Apple SD Gothic Neo"/>
              </a:defRPr>
            </a:pPr>
            <a:r>
              <a:rPr sz="2100" b="1">
                <a:solidFill>
                  <a:srgbClr val="FB923C"/>
                </a:solidFill>
                <a:latin typeface="Apple SD Gothic Neo"/>
                <a:ea typeface="Apple SD Gothic Neo"/>
                <a:cs typeface="Apple SD Gothic Neo"/>
              </a:rPr>
              <a:t>검토 뒤 남길 것</a:t>
            </a:r>
          </a:p>
        </p:txBody>
      </p:sp>
      <p:sp>
        <p:nvSpPr>
          <p:cNvPr id="15" name="first-flink-text-29">
            <a:extLst xmlns:a="http://schemas.openxmlformats.org/drawingml/2006/main">
              <a:ext uri="{FF2B5EF4-FFF2-40B4-BE49-F238E27FC236}">
                <a16:creationId xmlns:a16="http://schemas.microsoft.com/office/drawing/2014/main" id="{9869B682-0573-421D-A104-DBFBACCDEF63}"/>
              </a:ext>
            </a:extLst>
          </p:cNvPr>
          <p:cNvSpPr>
            <a:spLocks xmlns:a="http://schemas.openxmlformats.org/drawingml/2006/main" noGrp="1"/>
          </p:cNvSpPr>
          <p:nvPr/>
        </p:nvSpPr>
        <p:spPr>
          <a:xfrm xmlns:a="http://schemas.openxmlformats.org/drawingml/2006/main">
            <a:off x="6438900" y="2847975"/>
            <a:ext cx="493395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AFC"/>
                </a:solidFill>
                <a:latin typeface="Apple SD Gothic Neo"/>
                <a:ea typeface="Apple SD Gothic Neo"/>
                <a:cs typeface="Apple SD Gothic Neo"/>
              </a:defRPr>
            </a:defPPr>
            <a:lvl1pPr algn="l">
              <a:buNone/>
              <a:defRPr sz="2025" b="0">
                <a:solidFill>
                  <a:srgbClr val="F8FAFC"/>
                </a:solidFill>
                <a:latin typeface="Apple SD Gothic Neo"/>
                <a:ea typeface="Apple SD Gothic Neo"/>
                <a:cs typeface="Apple SD Gothic Neo"/>
              </a:defRPr>
            </a:lvl1pPr>
            <a:lvl2pPr algn="l">
              <a:buNone/>
              <a:defRPr sz="2025" b="0">
                <a:solidFill>
                  <a:srgbClr val="F8FAFC"/>
                </a:solidFill>
                <a:latin typeface="Apple SD Gothic Neo"/>
                <a:ea typeface="Apple SD Gothic Neo"/>
                <a:cs typeface="Apple SD Gothic Neo"/>
              </a:defRPr>
            </a:lvl2pPr>
            <a:lvl3pPr algn="l">
              <a:buNone/>
              <a:defRPr sz="2025" b="0">
                <a:solidFill>
                  <a:srgbClr val="F8FAFC"/>
                </a:solidFill>
                <a:latin typeface="Apple SD Gothic Neo"/>
                <a:ea typeface="Apple SD Gothic Neo"/>
                <a:cs typeface="Apple SD Gothic Neo"/>
              </a:defRPr>
            </a:lvl3pPr>
            <a:lvl4pPr algn="l">
              <a:buNone/>
              <a:defRPr sz="2025" b="0">
                <a:solidFill>
                  <a:srgbClr val="F8FAFC"/>
                </a:solidFill>
                <a:latin typeface="Apple SD Gothic Neo"/>
                <a:ea typeface="Apple SD Gothic Neo"/>
                <a:cs typeface="Apple SD Gothic Neo"/>
              </a:defRPr>
            </a:lvl4pPr>
            <a:lvl5pPr algn="l">
              <a:buNone/>
              <a:defRPr sz="2025" b="0">
                <a:solidFill>
                  <a:srgbClr val="F8FAFC"/>
                </a:solidFill>
                <a:latin typeface="Apple SD Gothic Neo"/>
                <a:ea typeface="Apple SD Gothic Neo"/>
                <a:cs typeface="Apple SD Gothic Neo"/>
              </a:defRPr>
            </a:lvl5pPr>
            <a:lvl6pPr algn="l">
              <a:buNone/>
              <a:defRPr sz="2025" b="0">
                <a:solidFill>
                  <a:srgbClr val="F8FAFC"/>
                </a:solidFill>
                <a:latin typeface="Apple SD Gothic Neo"/>
                <a:ea typeface="Apple SD Gothic Neo"/>
                <a:cs typeface="Apple SD Gothic Neo"/>
              </a:defRPr>
            </a:lvl6pPr>
            <a:lvl7pPr algn="l">
              <a:buNone/>
              <a:defRPr sz="2025" b="0">
                <a:solidFill>
                  <a:srgbClr val="F8FAFC"/>
                </a:solidFill>
                <a:latin typeface="Apple SD Gothic Neo"/>
                <a:ea typeface="Apple SD Gothic Neo"/>
                <a:cs typeface="Apple SD Gothic Neo"/>
              </a:defRPr>
            </a:lvl7pPr>
            <a:lvl8pPr algn="l">
              <a:buNone/>
              <a:defRPr sz="2025" b="0">
                <a:solidFill>
                  <a:srgbClr val="F8FAFC"/>
                </a:solidFill>
                <a:latin typeface="Apple SD Gothic Neo"/>
                <a:ea typeface="Apple SD Gothic Neo"/>
                <a:cs typeface="Apple SD Gothic Neo"/>
              </a:defRPr>
            </a:lvl8pPr>
            <a:lvl9pPr algn="l">
              <a:buNone/>
              <a:defRPr sz="2025" b="0">
                <a:solidFill>
                  <a:srgbClr val="F8FAFC"/>
                </a:solidFill>
                <a:latin typeface="Apple SD Gothic Neo"/>
                <a:ea typeface="Apple SD Gothic Neo"/>
                <a:cs typeface="Apple SD Gothic Neo"/>
              </a:defRPr>
            </a:lvl9pPr>
          </a:lstStyle>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확정한 규칙</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보완할 SQL·검증</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정보가 부족한 보류점</a:t>
            </a:r>
          </a:p>
        </p:txBody>
      </p:sp>
      <p:sp>
        <p:nvSpPr>
          <p:cNvPr id="16" name="first-flink-panel-30">
            <a:extLst xmlns:a="http://schemas.openxmlformats.org/drawingml/2006/main">
              <a:ext uri="{FF2B5EF4-FFF2-40B4-BE49-F238E27FC236}">
                <a16:creationId xmlns:a16="http://schemas.microsoft.com/office/drawing/2014/main" id="{B89EE408-3FD0-4AEF-A4A1-B107F1BD0F46}"/>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17" name="first-flink-text-31">
            <a:extLst xmlns:a="http://schemas.openxmlformats.org/drawingml/2006/main">
              <a:ext uri="{FF2B5EF4-FFF2-40B4-BE49-F238E27FC236}">
                <a16:creationId xmlns:a16="http://schemas.microsoft.com/office/drawing/2014/main" id="{376F5ACE-817D-4573-84D1-482C76AA8155}"/>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평가 발표보다, 현재 한 일과 선택·막힌 점을 동료에게 나누는 시간입니다</a:t>
            </a:r>
          </a:p>
        </p:txBody>
      </p:sp>
    </p:spTree>
    <p:extLst>
      <p:ext uri="{BB962C8B-B14F-4D97-AF65-F5344CB8AC3E}">
        <p14:creationId xmlns:p14="http://schemas.microsoft.com/office/powerpoint/2010/main" val="1899261296"/>
      </p:ext>
    </p:extLst>
  </p:cSld>
</p:sld>
</file>

<file path=ppt/slides/slide30.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7" name="text-10">
            <a:extLst xmlns:a="http://schemas.openxmlformats.org/drawingml/2006/main">
              <a:ext uri="{FF2B5EF4-FFF2-40B4-BE49-F238E27FC236}">
                <a16:creationId xmlns:a16="http://schemas.microsoft.com/office/drawing/2014/main" id="{B6B0015B-B8EA-4B4C-905F-B3F6BAFE83BF}"/>
              </a:ext>
            </a:extLst>
          </p:cNvPr>
          <p:cNvSpPr>
            <a:spLocks xmlns:a="http://schemas.openxmlformats.org/drawingml/2006/main" noGrp="1"/>
          </p:cNvSpPr>
          <p:nvPr/>
        </p:nvSpPr>
        <p:spPr>
          <a:xfrm xmlns:a="http://schemas.openxmlformats.org/drawingml/2006/main">
            <a:off x="609600" y="3333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22D3EE"/>
                </a:solidFill>
                <a:latin typeface="Apple SD Gothic Neo"/>
                <a:ea typeface="Apple SD Gothic Neo"/>
                <a:cs typeface="Apple SD Gothic Neo"/>
              </a:defRPr>
            </a:defPPr>
            <a:lvl1pPr algn="l">
              <a:buNone/>
              <a:defRPr sz="1425" b="1">
                <a:solidFill>
                  <a:srgbClr val="22D3EE"/>
                </a:solidFill>
                <a:latin typeface="Apple SD Gothic Neo"/>
                <a:ea typeface="Apple SD Gothic Neo"/>
                <a:cs typeface="Apple SD Gothic Neo"/>
              </a:defRPr>
            </a:lvl1pPr>
            <a:lvl2pPr algn="l">
              <a:buNone/>
              <a:defRPr sz="1425" b="1">
                <a:solidFill>
                  <a:srgbClr val="22D3EE"/>
                </a:solidFill>
                <a:latin typeface="Apple SD Gothic Neo"/>
                <a:ea typeface="Apple SD Gothic Neo"/>
                <a:cs typeface="Apple SD Gothic Neo"/>
              </a:defRPr>
            </a:lvl2pPr>
            <a:lvl3pPr algn="l">
              <a:buNone/>
              <a:defRPr sz="1425" b="1">
                <a:solidFill>
                  <a:srgbClr val="22D3EE"/>
                </a:solidFill>
                <a:latin typeface="Apple SD Gothic Neo"/>
                <a:ea typeface="Apple SD Gothic Neo"/>
                <a:cs typeface="Apple SD Gothic Neo"/>
              </a:defRPr>
            </a:lvl3pPr>
            <a:lvl4pPr algn="l">
              <a:buNone/>
              <a:defRPr sz="1425" b="1">
                <a:solidFill>
                  <a:srgbClr val="22D3EE"/>
                </a:solidFill>
                <a:latin typeface="Apple SD Gothic Neo"/>
                <a:ea typeface="Apple SD Gothic Neo"/>
                <a:cs typeface="Apple SD Gothic Neo"/>
              </a:defRPr>
            </a:lvl4pPr>
            <a:lvl5pPr algn="l">
              <a:buNone/>
              <a:defRPr sz="1425" b="1">
                <a:solidFill>
                  <a:srgbClr val="22D3EE"/>
                </a:solidFill>
                <a:latin typeface="Apple SD Gothic Neo"/>
                <a:ea typeface="Apple SD Gothic Neo"/>
                <a:cs typeface="Apple SD Gothic Neo"/>
              </a:defRPr>
            </a:lvl5pPr>
            <a:lvl6pPr algn="l">
              <a:buNone/>
              <a:defRPr sz="1425" b="1">
                <a:solidFill>
                  <a:srgbClr val="22D3EE"/>
                </a:solidFill>
                <a:latin typeface="Apple SD Gothic Neo"/>
                <a:ea typeface="Apple SD Gothic Neo"/>
                <a:cs typeface="Apple SD Gothic Neo"/>
              </a:defRPr>
            </a:lvl6pPr>
            <a:lvl7pPr algn="l">
              <a:buNone/>
              <a:defRPr sz="1425" b="1">
                <a:solidFill>
                  <a:srgbClr val="22D3EE"/>
                </a:solidFill>
                <a:latin typeface="Apple SD Gothic Neo"/>
                <a:ea typeface="Apple SD Gothic Neo"/>
                <a:cs typeface="Apple SD Gothic Neo"/>
              </a:defRPr>
            </a:lvl7pPr>
            <a:lvl8pPr algn="l">
              <a:buNone/>
              <a:defRPr sz="1425" b="1">
                <a:solidFill>
                  <a:srgbClr val="22D3EE"/>
                </a:solidFill>
                <a:latin typeface="Apple SD Gothic Neo"/>
                <a:ea typeface="Apple SD Gothic Neo"/>
                <a:cs typeface="Apple SD Gothic Neo"/>
              </a:defRPr>
            </a:lvl8pPr>
            <a:lvl9pPr algn="l">
              <a:buNone/>
              <a:defRPr sz="1425" b="1">
                <a:solidFill>
                  <a:srgbClr val="22D3EE"/>
                </a:solidFill>
                <a:latin typeface="Apple SD Gothic Neo"/>
                <a:ea typeface="Apple SD Gothic Neo"/>
                <a:cs typeface="Apple SD Gothic Neo"/>
              </a:defRPr>
            </a:lvl9pPr>
          </a:lstStyle>
          <a:p xmlns:a="http://schemas.openxmlformats.org/drawingml/2006/main">
            <a:pPr algn="l">
              <a:buNone/>
              <a:defRPr sz="1425" b="1">
                <a:solidFill>
                  <a:srgbClr val="22D3EE"/>
                </a:solidFill>
                <a:latin typeface="Apple SD Gothic Neo"/>
                <a:ea typeface="Apple SD Gothic Neo"/>
                <a:cs typeface="Apple SD Gothic Neo"/>
              </a:defRPr>
            </a:pPr>
            <a:r>
              <a:rPr sz="1425" b="1">
                <a:solidFill>
                  <a:srgbClr val="22D3EE"/>
                </a:solidFill>
                <a:latin typeface="Apple SD Gothic Neo"/>
                <a:ea typeface="Apple SD Gothic Neo"/>
                <a:cs typeface="Apple SD Gothic Neo"/>
              </a:rPr>
              <a:t>4회차 · 파이프라인 설계</a:t>
            </a:r>
          </a:p>
        </p:txBody>
      </p:sp>
      <p:sp>
        <p:nvSpPr>
          <p:cNvPr id="2" name="text-11">
            <a:extLst xmlns:a="http://schemas.openxmlformats.org/drawingml/2006/main">
              <a:ext uri="{FF2B5EF4-FFF2-40B4-BE49-F238E27FC236}">
                <a16:creationId xmlns:a16="http://schemas.microsoft.com/office/drawing/2014/main" id="{082AB1B7-5E48-4855-A593-12FC0DA4CDB2}"/>
              </a:ext>
            </a:extLst>
          </p:cNvPr>
          <p:cNvSpPr>
            <a:spLocks xmlns:a="http://schemas.openxmlformats.org/drawingml/2006/main" noGrp="1"/>
          </p:cNvSpPr>
          <p:nvPr/>
        </p:nvSpPr>
        <p:spPr>
          <a:xfrm xmlns:a="http://schemas.openxmlformats.org/drawingml/2006/main">
            <a:off x="609600" y="7524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8FAFC"/>
                </a:solidFill>
                <a:latin typeface="Apple SD Gothic Neo"/>
                <a:ea typeface="Apple SD Gothic Neo"/>
                <a:cs typeface="Apple SD Gothic Neo"/>
              </a:defRPr>
            </a:defPPr>
            <a:lvl1pPr algn="l">
              <a:buNone/>
              <a:defRPr sz="3000" b="1">
                <a:solidFill>
                  <a:srgbClr val="F8FAFC"/>
                </a:solidFill>
                <a:latin typeface="Apple SD Gothic Neo"/>
                <a:ea typeface="Apple SD Gothic Neo"/>
                <a:cs typeface="Apple SD Gothic Neo"/>
              </a:defRPr>
            </a:lvl1pPr>
            <a:lvl2pPr algn="l">
              <a:buNone/>
              <a:defRPr sz="3000" b="1">
                <a:solidFill>
                  <a:srgbClr val="F8FAFC"/>
                </a:solidFill>
                <a:latin typeface="Apple SD Gothic Neo"/>
                <a:ea typeface="Apple SD Gothic Neo"/>
                <a:cs typeface="Apple SD Gothic Neo"/>
              </a:defRPr>
            </a:lvl2pPr>
            <a:lvl3pPr algn="l">
              <a:buNone/>
              <a:defRPr sz="3000" b="1">
                <a:solidFill>
                  <a:srgbClr val="F8FAFC"/>
                </a:solidFill>
                <a:latin typeface="Apple SD Gothic Neo"/>
                <a:ea typeface="Apple SD Gothic Neo"/>
                <a:cs typeface="Apple SD Gothic Neo"/>
              </a:defRPr>
            </a:lvl3pPr>
            <a:lvl4pPr algn="l">
              <a:buNone/>
              <a:defRPr sz="3000" b="1">
                <a:solidFill>
                  <a:srgbClr val="F8FAFC"/>
                </a:solidFill>
                <a:latin typeface="Apple SD Gothic Neo"/>
                <a:ea typeface="Apple SD Gothic Neo"/>
                <a:cs typeface="Apple SD Gothic Neo"/>
              </a:defRPr>
            </a:lvl4pPr>
            <a:lvl5pPr algn="l">
              <a:buNone/>
              <a:defRPr sz="3000" b="1">
                <a:solidFill>
                  <a:srgbClr val="F8FAFC"/>
                </a:solidFill>
                <a:latin typeface="Apple SD Gothic Neo"/>
                <a:ea typeface="Apple SD Gothic Neo"/>
                <a:cs typeface="Apple SD Gothic Neo"/>
              </a:defRPr>
            </a:lvl5pPr>
            <a:lvl6pPr algn="l">
              <a:buNone/>
              <a:defRPr sz="3000" b="1">
                <a:solidFill>
                  <a:srgbClr val="F8FAFC"/>
                </a:solidFill>
                <a:latin typeface="Apple SD Gothic Neo"/>
                <a:ea typeface="Apple SD Gothic Neo"/>
                <a:cs typeface="Apple SD Gothic Neo"/>
              </a:defRPr>
            </a:lvl6pPr>
            <a:lvl7pPr algn="l">
              <a:buNone/>
              <a:defRPr sz="3000" b="1">
                <a:solidFill>
                  <a:srgbClr val="F8FAFC"/>
                </a:solidFill>
                <a:latin typeface="Apple SD Gothic Neo"/>
                <a:ea typeface="Apple SD Gothic Neo"/>
                <a:cs typeface="Apple SD Gothic Neo"/>
              </a:defRPr>
            </a:lvl7pPr>
            <a:lvl8pPr algn="l">
              <a:buNone/>
              <a:defRPr sz="3000" b="1">
                <a:solidFill>
                  <a:srgbClr val="F8FAFC"/>
                </a:solidFill>
                <a:latin typeface="Apple SD Gothic Neo"/>
                <a:ea typeface="Apple SD Gothic Neo"/>
                <a:cs typeface="Apple SD Gothic Neo"/>
              </a:defRPr>
            </a:lvl8pPr>
            <a:lvl9pPr algn="l">
              <a:buNone/>
              <a:defRPr sz="3000" b="1">
                <a:solidFill>
                  <a:srgbClr val="F8FAFC"/>
                </a:solidFill>
                <a:latin typeface="Apple SD Gothic Neo"/>
                <a:ea typeface="Apple SD Gothic Neo"/>
                <a:cs typeface="Apple SD Gothic Neo"/>
              </a:defRPr>
            </a:lvl9pPr>
          </a:lstStyle>
          <a:p xmlns:a="http://schemas.openxmlformats.org/drawingml/2006/main">
            <a:pPr algn="l">
              <a:buNone/>
              <a:defRPr sz="3000" b="1">
                <a:solidFill>
                  <a:srgbClr val="F8FAFC"/>
                </a:solidFill>
                <a:latin typeface="Apple SD Gothic Neo"/>
                <a:ea typeface="Apple SD Gothic Neo"/>
                <a:cs typeface="Apple SD Gothic Neo"/>
              </a:defRPr>
            </a:pPr>
            <a:r>
              <a:rPr sz="3000" b="1">
                <a:solidFill>
                  <a:srgbClr val="F8FAFC"/>
                </a:solidFill>
                <a:latin typeface="Apple SD Gothic Neo"/>
                <a:ea typeface="Apple SD Gothic Neo"/>
                <a:cs typeface="Apple SD Gothic Neo"/>
              </a:rPr>
              <a:t>남길 결과와 다음 회차</a:t>
            </a:r>
          </a:p>
        </p:txBody>
      </p:sp>
      <p:sp>
        <p:nvSpPr>
          <p:cNvPr id="14" name="">
            <a:extLst xmlns:a="http://schemas.openxmlformats.org/drawingml/2006/main">
              <a:ext uri="{FF2B5EF4-FFF2-40B4-BE49-F238E27FC236}">
                <a16:creationId xmlns:a16="http://schemas.microsoft.com/office/drawing/2014/main" id="{9BA22405-4B2B-43CC-AB28-99A98CA4F207}"/>
              </a:ext>
            </a:extLst>
          </p:cNvPr>
          <p:cNvSpPr>
            <a:spLocks xmlns:a="http://schemas.openxmlformats.org/drawingml/2006/main" noGrp="1"/>
          </p:cNvSpPr>
          <p:nvPr/>
        </p:nvSpPr>
        <p:spPr>
          <a:xfrm xmlns:a="http://schemas.openxmlformats.org/drawingml/2006/main">
            <a:off x="609600" y="6381750"/>
            <a:ext cx="10972800" cy="9525"/>
          </a:xfrm>
          <a:prstGeom xmlns:a="http://schemas.openxmlformats.org/drawingml/2006/main" prst="rect">
            <a:avLst/>
          </a:prstGeom>
          <a:solidFill xmlns:a="http://schemas.openxmlformats.org/drawingml/2006/main">
            <a:srgbClr val="334155"/>
          </a:solidFill>
          <a:ln xmlns:a="http://schemas.openxmlformats.org/drawingml/2006/main" w="0">
            <a:noFill/>
          </a:ln>
        </p:spPr>
      </p:sp>
      <p:sp>
        <p:nvSpPr>
          <p:cNvPr id="15" name="text-23">
            <a:extLst xmlns:a="http://schemas.openxmlformats.org/drawingml/2006/main">
              <a:ext uri="{FF2B5EF4-FFF2-40B4-BE49-F238E27FC236}">
                <a16:creationId xmlns:a16="http://schemas.microsoft.com/office/drawing/2014/main" id="{A77E9DDC-7EBD-4AD6-B74C-6335425945A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7B5CA"/>
                </a:solidFill>
                <a:latin typeface="Apple SD Gothic Neo"/>
                <a:ea typeface="Apple SD Gothic Neo"/>
                <a:cs typeface="Apple SD Gothic Neo"/>
              </a:defRPr>
            </a:defPPr>
            <a:lvl1pPr algn="l">
              <a:buNone/>
              <a:defRPr sz="1125" b="0">
                <a:solidFill>
                  <a:srgbClr val="A7B5CA"/>
                </a:solidFill>
                <a:latin typeface="Apple SD Gothic Neo"/>
                <a:ea typeface="Apple SD Gothic Neo"/>
                <a:cs typeface="Apple SD Gothic Neo"/>
              </a:defRPr>
            </a:lvl1pPr>
            <a:lvl2pPr algn="l">
              <a:buNone/>
              <a:defRPr sz="1125" b="0">
                <a:solidFill>
                  <a:srgbClr val="A7B5CA"/>
                </a:solidFill>
                <a:latin typeface="Apple SD Gothic Neo"/>
                <a:ea typeface="Apple SD Gothic Neo"/>
                <a:cs typeface="Apple SD Gothic Neo"/>
              </a:defRPr>
            </a:lvl2pPr>
            <a:lvl3pPr algn="l">
              <a:buNone/>
              <a:defRPr sz="1125" b="0">
                <a:solidFill>
                  <a:srgbClr val="A7B5CA"/>
                </a:solidFill>
                <a:latin typeface="Apple SD Gothic Neo"/>
                <a:ea typeface="Apple SD Gothic Neo"/>
                <a:cs typeface="Apple SD Gothic Neo"/>
              </a:defRPr>
            </a:lvl3pPr>
            <a:lvl4pPr algn="l">
              <a:buNone/>
              <a:defRPr sz="1125" b="0">
                <a:solidFill>
                  <a:srgbClr val="A7B5CA"/>
                </a:solidFill>
                <a:latin typeface="Apple SD Gothic Neo"/>
                <a:ea typeface="Apple SD Gothic Neo"/>
                <a:cs typeface="Apple SD Gothic Neo"/>
              </a:defRPr>
            </a:lvl4pPr>
            <a:lvl5pPr algn="l">
              <a:buNone/>
              <a:defRPr sz="1125" b="0">
                <a:solidFill>
                  <a:srgbClr val="A7B5CA"/>
                </a:solidFill>
                <a:latin typeface="Apple SD Gothic Neo"/>
                <a:ea typeface="Apple SD Gothic Neo"/>
                <a:cs typeface="Apple SD Gothic Neo"/>
              </a:defRPr>
            </a:lvl5pPr>
            <a:lvl6pPr algn="l">
              <a:buNone/>
              <a:defRPr sz="1125" b="0">
                <a:solidFill>
                  <a:srgbClr val="A7B5CA"/>
                </a:solidFill>
                <a:latin typeface="Apple SD Gothic Neo"/>
                <a:ea typeface="Apple SD Gothic Neo"/>
                <a:cs typeface="Apple SD Gothic Neo"/>
              </a:defRPr>
            </a:lvl6pPr>
            <a:lvl7pPr algn="l">
              <a:buNone/>
              <a:defRPr sz="1125" b="0">
                <a:solidFill>
                  <a:srgbClr val="A7B5CA"/>
                </a:solidFill>
                <a:latin typeface="Apple SD Gothic Neo"/>
                <a:ea typeface="Apple SD Gothic Neo"/>
                <a:cs typeface="Apple SD Gothic Neo"/>
              </a:defRPr>
            </a:lvl7pPr>
            <a:lvl8pPr algn="l">
              <a:buNone/>
              <a:defRPr sz="1125" b="0">
                <a:solidFill>
                  <a:srgbClr val="A7B5CA"/>
                </a:solidFill>
                <a:latin typeface="Apple SD Gothic Neo"/>
                <a:ea typeface="Apple SD Gothic Neo"/>
                <a:cs typeface="Apple SD Gothic Neo"/>
              </a:defRPr>
            </a:lvl8pPr>
            <a:lvl9pPr algn="l">
              <a:buNone/>
              <a:defRPr sz="1125" b="0">
                <a:solidFill>
                  <a:srgbClr val="A7B5CA"/>
                </a:solidFill>
                <a:latin typeface="Apple SD Gothic Neo"/>
                <a:ea typeface="Apple SD Gothic Neo"/>
                <a:cs typeface="Apple SD Gothic Neo"/>
              </a:defRPr>
            </a:lvl9pPr>
          </a:lstStyle>
          <a:p xmlns:a="http://schemas.openxmlformats.org/drawingml/2006/main">
            <a:pPr algn="l">
              <a:buNone/>
              <a:defRPr sz="1125" b="0">
                <a:solidFill>
                  <a:srgbClr val="A7B5CA"/>
                </a:solidFill>
                <a:latin typeface="Apple SD Gothic Neo"/>
                <a:ea typeface="Apple SD Gothic Neo"/>
                <a:cs typeface="Apple SD Gothic Neo"/>
              </a:defRPr>
            </a:pPr>
            <a:r>
              <a:rPr sz="1125" b="0">
                <a:solidFill>
                  <a:srgbClr val="A7B5CA"/>
                </a:solidFill>
                <a:latin typeface="Apple SD Gothic Neo"/>
                <a:ea typeface="Apple SD Gothic Neo"/>
                <a:cs typeface="Apple SD Gothic Neo"/>
              </a:rPr>
              <a:t>CDC · Iceberg 스터디  |  4회차</a:t>
            </a:r>
          </a:p>
        </p:txBody>
      </p:sp>
      <p:sp>
        <p:nvSpPr>
          <p:cNvPr id="16" name="text-24">
            <a:extLst xmlns:a="http://schemas.openxmlformats.org/drawingml/2006/main">
              <a:ext uri="{FF2B5EF4-FFF2-40B4-BE49-F238E27FC236}">
                <a16:creationId xmlns:a16="http://schemas.microsoft.com/office/drawing/2014/main" id="{B46FCE60-13B5-482E-B7C5-B432A800A92C}"/>
              </a:ext>
            </a:extLst>
          </p:cNvPr>
          <p:cNvSpPr>
            <a:spLocks xmlns:a="http://schemas.openxmlformats.org/drawingml/2006/main" noGrp="1"/>
          </p:cNvSpPr>
          <p:nvPr/>
        </p:nvSpPr>
        <p:spPr>
          <a:xfrm xmlns:a="http://schemas.openxmlformats.org/drawingml/2006/main">
            <a:off x="11049000" y="6467475"/>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A7B5CA"/>
                </a:solidFill>
                <a:latin typeface="Apple SD Gothic Neo"/>
                <a:ea typeface="Apple SD Gothic Neo"/>
                <a:cs typeface="Apple SD Gothic Neo"/>
              </a:defRPr>
            </a:defPPr>
            <a:lvl1pPr algn="r">
              <a:buNone/>
              <a:defRPr sz="1350" b="0">
                <a:solidFill>
                  <a:srgbClr val="A7B5CA"/>
                </a:solidFill>
                <a:latin typeface="Apple SD Gothic Neo"/>
                <a:ea typeface="Apple SD Gothic Neo"/>
                <a:cs typeface="Apple SD Gothic Neo"/>
              </a:defRPr>
            </a:lvl1pPr>
            <a:lvl2pPr algn="r">
              <a:buNone/>
              <a:defRPr sz="1350" b="0">
                <a:solidFill>
                  <a:srgbClr val="A7B5CA"/>
                </a:solidFill>
                <a:latin typeface="Apple SD Gothic Neo"/>
                <a:ea typeface="Apple SD Gothic Neo"/>
                <a:cs typeface="Apple SD Gothic Neo"/>
              </a:defRPr>
            </a:lvl2pPr>
            <a:lvl3pPr algn="r">
              <a:buNone/>
              <a:defRPr sz="1350" b="0">
                <a:solidFill>
                  <a:srgbClr val="A7B5CA"/>
                </a:solidFill>
                <a:latin typeface="Apple SD Gothic Neo"/>
                <a:ea typeface="Apple SD Gothic Neo"/>
                <a:cs typeface="Apple SD Gothic Neo"/>
              </a:defRPr>
            </a:lvl3pPr>
            <a:lvl4pPr algn="r">
              <a:buNone/>
              <a:defRPr sz="1350" b="0">
                <a:solidFill>
                  <a:srgbClr val="A7B5CA"/>
                </a:solidFill>
                <a:latin typeface="Apple SD Gothic Neo"/>
                <a:ea typeface="Apple SD Gothic Neo"/>
                <a:cs typeface="Apple SD Gothic Neo"/>
              </a:defRPr>
            </a:lvl4pPr>
            <a:lvl5pPr algn="r">
              <a:buNone/>
              <a:defRPr sz="1350" b="0">
                <a:solidFill>
                  <a:srgbClr val="A7B5CA"/>
                </a:solidFill>
                <a:latin typeface="Apple SD Gothic Neo"/>
                <a:ea typeface="Apple SD Gothic Neo"/>
                <a:cs typeface="Apple SD Gothic Neo"/>
              </a:defRPr>
            </a:lvl5pPr>
            <a:lvl6pPr algn="r">
              <a:buNone/>
              <a:defRPr sz="1350" b="0">
                <a:solidFill>
                  <a:srgbClr val="A7B5CA"/>
                </a:solidFill>
                <a:latin typeface="Apple SD Gothic Neo"/>
                <a:ea typeface="Apple SD Gothic Neo"/>
                <a:cs typeface="Apple SD Gothic Neo"/>
              </a:defRPr>
            </a:lvl6pPr>
            <a:lvl7pPr algn="r">
              <a:buNone/>
              <a:defRPr sz="1350" b="0">
                <a:solidFill>
                  <a:srgbClr val="A7B5CA"/>
                </a:solidFill>
                <a:latin typeface="Apple SD Gothic Neo"/>
                <a:ea typeface="Apple SD Gothic Neo"/>
                <a:cs typeface="Apple SD Gothic Neo"/>
              </a:defRPr>
            </a:lvl7pPr>
            <a:lvl8pPr algn="r">
              <a:buNone/>
              <a:defRPr sz="1350" b="0">
                <a:solidFill>
                  <a:srgbClr val="A7B5CA"/>
                </a:solidFill>
                <a:latin typeface="Apple SD Gothic Neo"/>
                <a:ea typeface="Apple SD Gothic Neo"/>
                <a:cs typeface="Apple SD Gothic Neo"/>
              </a:defRPr>
            </a:lvl8pPr>
            <a:lvl9pPr algn="r">
              <a:buNone/>
              <a:defRPr sz="1350" b="0">
                <a:solidFill>
                  <a:srgbClr val="A7B5CA"/>
                </a:solidFill>
                <a:latin typeface="Apple SD Gothic Neo"/>
                <a:ea typeface="Apple SD Gothic Neo"/>
                <a:cs typeface="Apple SD Gothic Neo"/>
              </a:defRPr>
            </a:lvl9pPr>
          </a:lstStyle>
          <a:p xmlns:a="http://schemas.openxmlformats.org/drawingml/2006/main">
            <a:pPr algn="r">
              <a:buNone/>
              <a:defRPr sz="1350" b="0">
                <a:solidFill>
                  <a:srgbClr val="A7B5CA"/>
                </a:solidFill>
                <a:latin typeface="Apple SD Gothic Neo"/>
                <a:ea typeface="Apple SD Gothic Neo"/>
                <a:cs typeface="Apple SD Gothic Neo"/>
              </a:defRPr>
            </a:pPr>
            <a:r>
              <a:rPr sz="1350" b="0">
                <a:solidFill>
                  <a:srgbClr val="A7B5CA"/>
                </a:solidFill>
                <a:latin typeface="Apple SD Gothic Neo"/>
                <a:ea typeface="Apple SD Gothic Neo"/>
                <a:cs typeface="Apple SD Gothic Neo"/>
              </a:rPr>
              <a:t>30</a:t>
            </a:r>
          </a:p>
        </p:txBody>
      </p:sp>
      <p:sp>
        <p:nvSpPr>
          <p:cNvPr id="18" name="s03-panel-38">
            <a:extLst xmlns:a="http://schemas.openxmlformats.org/drawingml/2006/main">
              <a:ext uri="{FF2B5EF4-FFF2-40B4-BE49-F238E27FC236}">
                <a16:creationId xmlns:a16="http://schemas.microsoft.com/office/drawing/2014/main" id="{4D522876-18A8-48F6-9B1E-5E6233135031}"/>
              </a:ext>
            </a:extLst>
          </p:cNvPr>
          <p:cNvSpPr>
            <a:spLocks xmlns:a="http://schemas.openxmlformats.org/drawingml/2006/main" noGrp="1"/>
          </p:cNvSpPr>
          <p:nvPr/>
        </p:nvSpPr>
        <p:spPr>
          <a:xfrm xmlns:a="http://schemas.openxmlformats.org/drawingml/2006/main">
            <a:off x="609600" y="1809750"/>
            <a:ext cx="3479800" cy="3314700"/>
          </a:xfrm>
          <a:prstGeom xmlns:a="http://schemas.openxmlformats.org/drawingml/2006/main" prst="roundRect">
            <a:avLst>
              <a:gd name="adj" fmla="val 2586"/>
            </a:avLst>
          </a:prstGeom>
          <a:solidFill xmlns:a="http://schemas.openxmlformats.org/drawingml/2006/main">
            <a:srgbClr val="1E293B"/>
          </a:solidFill>
          <a:ln xmlns:a="http://schemas.openxmlformats.org/drawingml/2006/main" w="9525">
            <a:solidFill>
              <a:srgbClr val="334155"/>
            </a:solidFill>
          </a:ln>
        </p:spPr>
      </p:sp>
      <p:sp>
        <p:nvSpPr>
          <p:cNvPr id="19" name="s03-text-39">
            <a:extLst xmlns:a="http://schemas.openxmlformats.org/drawingml/2006/main">
              <a:ext uri="{FF2B5EF4-FFF2-40B4-BE49-F238E27FC236}">
                <a16:creationId xmlns:a16="http://schemas.microsoft.com/office/drawing/2014/main" id="{A56B8419-29A5-4307-B258-38277CBAED01}"/>
              </a:ext>
            </a:extLst>
          </p:cNvPr>
          <p:cNvSpPr>
            <a:spLocks xmlns:a="http://schemas.openxmlformats.org/drawingml/2006/main" noGrp="1"/>
          </p:cNvSpPr>
          <p:nvPr/>
        </p:nvSpPr>
        <p:spPr>
          <a:xfrm xmlns:a="http://schemas.openxmlformats.org/drawingml/2006/main">
            <a:off x="819150" y="2028825"/>
            <a:ext cx="3060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2D3EE"/>
                </a:solidFill>
                <a:latin typeface="Apple SD Gothic Neo"/>
                <a:ea typeface="Apple SD Gothic Neo"/>
                <a:cs typeface="Apple SD Gothic Neo"/>
              </a:defRPr>
            </a:defPPr>
            <a:lvl1pPr algn="l">
              <a:buNone/>
              <a:defRPr sz="2100" b="1">
                <a:solidFill>
                  <a:srgbClr val="22D3EE"/>
                </a:solidFill>
                <a:latin typeface="Apple SD Gothic Neo"/>
                <a:ea typeface="Apple SD Gothic Neo"/>
                <a:cs typeface="Apple SD Gothic Neo"/>
              </a:defRPr>
            </a:lvl1pPr>
            <a:lvl2pPr algn="l">
              <a:buNone/>
              <a:defRPr sz="2100" b="1">
                <a:solidFill>
                  <a:srgbClr val="22D3EE"/>
                </a:solidFill>
                <a:latin typeface="Apple SD Gothic Neo"/>
                <a:ea typeface="Apple SD Gothic Neo"/>
                <a:cs typeface="Apple SD Gothic Neo"/>
              </a:defRPr>
            </a:lvl2pPr>
            <a:lvl3pPr algn="l">
              <a:buNone/>
              <a:defRPr sz="2100" b="1">
                <a:solidFill>
                  <a:srgbClr val="22D3EE"/>
                </a:solidFill>
                <a:latin typeface="Apple SD Gothic Neo"/>
                <a:ea typeface="Apple SD Gothic Neo"/>
                <a:cs typeface="Apple SD Gothic Neo"/>
              </a:defRPr>
            </a:lvl3pPr>
            <a:lvl4pPr algn="l">
              <a:buNone/>
              <a:defRPr sz="2100" b="1">
                <a:solidFill>
                  <a:srgbClr val="22D3EE"/>
                </a:solidFill>
                <a:latin typeface="Apple SD Gothic Neo"/>
                <a:ea typeface="Apple SD Gothic Neo"/>
                <a:cs typeface="Apple SD Gothic Neo"/>
              </a:defRPr>
            </a:lvl4pPr>
            <a:lvl5pPr algn="l">
              <a:buNone/>
              <a:defRPr sz="2100" b="1">
                <a:solidFill>
                  <a:srgbClr val="22D3EE"/>
                </a:solidFill>
                <a:latin typeface="Apple SD Gothic Neo"/>
                <a:ea typeface="Apple SD Gothic Neo"/>
                <a:cs typeface="Apple SD Gothic Neo"/>
              </a:defRPr>
            </a:lvl5pPr>
            <a:lvl6pPr algn="l">
              <a:buNone/>
              <a:defRPr sz="2100" b="1">
                <a:solidFill>
                  <a:srgbClr val="22D3EE"/>
                </a:solidFill>
                <a:latin typeface="Apple SD Gothic Neo"/>
                <a:ea typeface="Apple SD Gothic Neo"/>
                <a:cs typeface="Apple SD Gothic Neo"/>
              </a:defRPr>
            </a:lvl6pPr>
            <a:lvl7pPr algn="l">
              <a:buNone/>
              <a:defRPr sz="2100" b="1">
                <a:solidFill>
                  <a:srgbClr val="22D3EE"/>
                </a:solidFill>
                <a:latin typeface="Apple SD Gothic Neo"/>
                <a:ea typeface="Apple SD Gothic Neo"/>
                <a:cs typeface="Apple SD Gothic Neo"/>
              </a:defRPr>
            </a:lvl7pPr>
            <a:lvl8pPr algn="l">
              <a:buNone/>
              <a:defRPr sz="2100" b="1">
                <a:solidFill>
                  <a:srgbClr val="22D3EE"/>
                </a:solidFill>
                <a:latin typeface="Apple SD Gothic Neo"/>
                <a:ea typeface="Apple SD Gothic Neo"/>
                <a:cs typeface="Apple SD Gothic Neo"/>
              </a:defRPr>
            </a:lvl8pPr>
            <a:lvl9pPr algn="l">
              <a:buNone/>
              <a:defRPr sz="2100" b="1">
                <a:solidFill>
                  <a:srgbClr val="22D3EE"/>
                </a:solidFill>
                <a:latin typeface="Apple SD Gothic Neo"/>
                <a:ea typeface="Apple SD Gothic Neo"/>
                <a:cs typeface="Apple SD Gothic Neo"/>
              </a:defRPr>
            </a:lvl9pPr>
          </a:lstStyle>
          <a:p xmlns:a="http://schemas.openxmlformats.org/drawingml/2006/main">
            <a:pPr algn="l">
              <a:buNone/>
              <a:defRPr sz="2100" b="1">
                <a:solidFill>
                  <a:srgbClr val="22D3EE"/>
                </a:solidFill>
                <a:latin typeface="Apple SD Gothic Neo"/>
                <a:ea typeface="Apple SD Gothic Neo"/>
                <a:cs typeface="Apple SD Gothic Neo"/>
              </a:defRPr>
            </a:pPr>
            <a:r>
              <a:rPr sz="2100" b="1">
                <a:solidFill>
                  <a:srgbClr val="22D3EE"/>
                </a:solidFill>
                <a:latin typeface="Apple SD Gothic Neo"/>
                <a:ea typeface="Apple SD Gothic Neo"/>
                <a:cs typeface="Apple SD Gothic Neo"/>
              </a:rPr>
              <a:t>Silver 계약</a:t>
            </a:r>
          </a:p>
        </p:txBody>
      </p:sp>
      <p:sp>
        <p:nvSpPr>
          <p:cNvPr id="20" name="s03-text-40">
            <a:extLst xmlns:a="http://schemas.openxmlformats.org/drawingml/2006/main">
              <a:ext uri="{FF2B5EF4-FFF2-40B4-BE49-F238E27FC236}">
                <a16:creationId xmlns:a16="http://schemas.microsoft.com/office/drawing/2014/main" id="{849CDED0-6089-41BB-95F2-613D94F0A165}"/>
              </a:ext>
            </a:extLst>
          </p:cNvPr>
          <p:cNvSpPr>
            <a:spLocks xmlns:a="http://schemas.openxmlformats.org/drawingml/2006/main" noGrp="1"/>
          </p:cNvSpPr>
          <p:nvPr/>
        </p:nvSpPr>
        <p:spPr>
          <a:xfrm xmlns:a="http://schemas.openxmlformats.org/drawingml/2006/main">
            <a:off x="819150" y="2847975"/>
            <a:ext cx="306070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AFC"/>
                </a:solidFill>
                <a:latin typeface="Apple SD Gothic Neo"/>
                <a:ea typeface="Apple SD Gothic Neo"/>
                <a:cs typeface="Apple SD Gothic Neo"/>
              </a:defRPr>
            </a:defPPr>
            <a:lvl1pPr algn="l">
              <a:buNone/>
              <a:defRPr sz="2025" b="0">
                <a:solidFill>
                  <a:srgbClr val="F8FAFC"/>
                </a:solidFill>
                <a:latin typeface="Apple SD Gothic Neo"/>
                <a:ea typeface="Apple SD Gothic Neo"/>
                <a:cs typeface="Apple SD Gothic Neo"/>
              </a:defRPr>
            </a:lvl1pPr>
            <a:lvl2pPr algn="l">
              <a:buNone/>
              <a:defRPr sz="2025" b="0">
                <a:solidFill>
                  <a:srgbClr val="F8FAFC"/>
                </a:solidFill>
                <a:latin typeface="Apple SD Gothic Neo"/>
                <a:ea typeface="Apple SD Gothic Neo"/>
                <a:cs typeface="Apple SD Gothic Neo"/>
              </a:defRPr>
            </a:lvl2pPr>
            <a:lvl3pPr algn="l">
              <a:buNone/>
              <a:defRPr sz="2025" b="0">
                <a:solidFill>
                  <a:srgbClr val="F8FAFC"/>
                </a:solidFill>
                <a:latin typeface="Apple SD Gothic Neo"/>
                <a:ea typeface="Apple SD Gothic Neo"/>
                <a:cs typeface="Apple SD Gothic Neo"/>
              </a:defRPr>
            </a:lvl3pPr>
            <a:lvl4pPr algn="l">
              <a:buNone/>
              <a:defRPr sz="2025" b="0">
                <a:solidFill>
                  <a:srgbClr val="F8FAFC"/>
                </a:solidFill>
                <a:latin typeface="Apple SD Gothic Neo"/>
                <a:ea typeface="Apple SD Gothic Neo"/>
                <a:cs typeface="Apple SD Gothic Neo"/>
              </a:defRPr>
            </a:lvl4pPr>
            <a:lvl5pPr algn="l">
              <a:buNone/>
              <a:defRPr sz="2025" b="0">
                <a:solidFill>
                  <a:srgbClr val="F8FAFC"/>
                </a:solidFill>
                <a:latin typeface="Apple SD Gothic Neo"/>
                <a:ea typeface="Apple SD Gothic Neo"/>
                <a:cs typeface="Apple SD Gothic Neo"/>
              </a:defRPr>
            </a:lvl5pPr>
            <a:lvl6pPr algn="l">
              <a:buNone/>
              <a:defRPr sz="2025" b="0">
                <a:solidFill>
                  <a:srgbClr val="F8FAFC"/>
                </a:solidFill>
                <a:latin typeface="Apple SD Gothic Neo"/>
                <a:ea typeface="Apple SD Gothic Neo"/>
                <a:cs typeface="Apple SD Gothic Neo"/>
              </a:defRPr>
            </a:lvl6pPr>
            <a:lvl7pPr algn="l">
              <a:buNone/>
              <a:defRPr sz="2025" b="0">
                <a:solidFill>
                  <a:srgbClr val="F8FAFC"/>
                </a:solidFill>
                <a:latin typeface="Apple SD Gothic Neo"/>
                <a:ea typeface="Apple SD Gothic Neo"/>
                <a:cs typeface="Apple SD Gothic Neo"/>
              </a:defRPr>
            </a:lvl7pPr>
            <a:lvl8pPr algn="l">
              <a:buNone/>
              <a:defRPr sz="2025" b="0">
                <a:solidFill>
                  <a:srgbClr val="F8FAFC"/>
                </a:solidFill>
                <a:latin typeface="Apple SD Gothic Neo"/>
                <a:ea typeface="Apple SD Gothic Neo"/>
                <a:cs typeface="Apple SD Gothic Neo"/>
              </a:defRPr>
            </a:lvl8pPr>
            <a:lvl9pPr algn="l">
              <a:buNone/>
              <a:defRPr sz="2025" b="0">
                <a:solidFill>
                  <a:srgbClr val="F8FAFC"/>
                </a:solidFill>
                <a:latin typeface="Apple SD Gothic Neo"/>
                <a:ea typeface="Apple SD Gothic Neo"/>
                <a:cs typeface="Apple SD Gothic Neo"/>
              </a:defRPr>
            </a:lvl9pPr>
          </a:lstStyle>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한 행·키·순서</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삭제·입력 범위</a:t>
            </a:r>
          </a:p>
        </p:txBody>
      </p:sp>
      <p:sp>
        <p:nvSpPr>
          <p:cNvPr id="21" name="s03-panel-41">
            <a:extLst xmlns:a="http://schemas.openxmlformats.org/drawingml/2006/main">
              <a:ext uri="{FF2B5EF4-FFF2-40B4-BE49-F238E27FC236}">
                <a16:creationId xmlns:a16="http://schemas.microsoft.com/office/drawing/2014/main" id="{C95F1E3D-A1C5-40C0-AA5A-F92BCAFB334C}"/>
              </a:ext>
            </a:extLst>
          </p:cNvPr>
          <p:cNvSpPr>
            <a:spLocks xmlns:a="http://schemas.openxmlformats.org/drawingml/2006/main" noGrp="1"/>
          </p:cNvSpPr>
          <p:nvPr/>
        </p:nvSpPr>
        <p:spPr>
          <a:xfrm xmlns:a="http://schemas.openxmlformats.org/drawingml/2006/main">
            <a:off x="4356100" y="1809750"/>
            <a:ext cx="3479800" cy="3314700"/>
          </a:xfrm>
          <a:prstGeom xmlns:a="http://schemas.openxmlformats.org/drawingml/2006/main" prst="roundRect">
            <a:avLst>
              <a:gd name="adj" fmla="val 2586"/>
            </a:avLst>
          </a:prstGeom>
          <a:solidFill xmlns:a="http://schemas.openxmlformats.org/drawingml/2006/main">
            <a:srgbClr val="1E293B"/>
          </a:solidFill>
          <a:ln xmlns:a="http://schemas.openxmlformats.org/drawingml/2006/main" w="9525">
            <a:solidFill>
              <a:srgbClr val="334155"/>
            </a:solidFill>
          </a:ln>
        </p:spPr>
      </p:sp>
      <p:sp>
        <p:nvSpPr>
          <p:cNvPr id="22" name="s03-text-42">
            <a:extLst xmlns:a="http://schemas.openxmlformats.org/drawingml/2006/main">
              <a:ext uri="{FF2B5EF4-FFF2-40B4-BE49-F238E27FC236}">
                <a16:creationId xmlns:a16="http://schemas.microsoft.com/office/drawing/2014/main" id="{ABD1C8D6-6953-42DB-A1B2-C87696DBA1EA}"/>
              </a:ext>
            </a:extLst>
          </p:cNvPr>
          <p:cNvSpPr>
            <a:spLocks xmlns:a="http://schemas.openxmlformats.org/drawingml/2006/main" noGrp="1"/>
          </p:cNvSpPr>
          <p:nvPr/>
        </p:nvSpPr>
        <p:spPr>
          <a:xfrm xmlns:a="http://schemas.openxmlformats.org/drawingml/2006/main">
            <a:off x="4565650" y="2028825"/>
            <a:ext cx="3060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B923C"/>
                </a:solidFill>
                <a:latin typeface="Apple SD Gothic Neo"/>
                <a:ea typeface="Apple SD Gothic Neo"/>
                <a:cs typeface="Apple SD Gothic Neo"/>
              </a:defRPr>
            </a:defPPr>
            <a:lvl1pPr algn="l">
              <a:buNone/>
              <a:defRPr sz="2100" b="1">
                <a:solidFill>
                  <a:srgbClr val="FB923C"/>
                </a:solidFill>
                <a:latin typeface="Apple SD Gothic Neo"/>
                <a:ea typeface="Apple SD Gothic Neo"/>
                <a:cs typeface="Apple SD Gothic Neo"/>
              </a:defRPr>
            </a:lvl1pPr>
            <a:lvl2pPr algn="l">
              <a:buNone/>
              <a:defRPr sz="2100" b="1">
                <a:solidFill>
                  <a:srgbClr val="FB923C"/>
                </a:solidFill>
                <a:latin typeface="Apple SD Gothic Neo"/>
                <a:ea typeface="Apple SD Gothic Neo"/>
                <a:cs typeface="Apple SD Gothic Neo"/>
              </a:defRPr>
            </a:lvl2pPr>
            <a:lvl3pPr algn="l">
              <a:buNone/>
              <a:defRPr sz="2100" b="1">
                <a:solidFill>
                  <a:srgbClr val="FB923C"/>
                </a:solidFill>
                <a:latin typeface="Apple SD Gothic Neo"/>
                <a:ea typeface="Apple SD Gothic Neo"/>
                <a:cs typeface="Apple SD Gothic Neo"/>
              </a:defRPr>
            </a:lvl3pPr>
            <a:lvl4pPr algn="l">
              <a:buNone/>
              <a:defRPr sz="2100" b="1">
                <a:solidFill>
                  <a:srgbClr val="FB923C"/>
                </a:solidFill>
                <a:latin typeface="Apple SD Gothic Neo"/>
                <a:ea typeface="Apple SD Gothic Neo"/>
                <a:cs typeface="Apple SD Gothic Neo"/>
              </a:defRPr>
            </a:lvl4pPr>
            <a:lvl5pPr algn="l">
              <a:buNone/>
              <a:defRPr sz="2100" b="1">
                <a:solidFill>
                  <a:srgbClr val="FB923C"/>
                </a:solidFill>
                <a:latin typeface="Apple SD Gothic Neo"/>
                <a:ea typeface="Apple SD Gothic Neo"/>
                <a:cs typeface="Apple SD Gothic Neo"/>
              </a:defRPr>
            </a:lvl5pPr>
            <a:lvl6pPr algn="l">
              <a:buNone/>
              <a:defRPr sz="2100" b="1">
                <a:solidFill>
                  <a:srgbClr val="FB923C"/>
                </a:solidFill>
                <a:latin typeface="Apple SD Gothic Neo"/>
                <a:ea typeface="Apple SD Gothic Neo"/>
                <a:cs typeface="Apple SD Gothic Neo"/>
              </a:defRPr>
            </a:lvl6pPr>
            <a:lvl7pPr algn="l">
              <a:buNone/>
              <a:defRPr sz="2100" b="1">
                <a:solidFill>
                  <a:srgbClr val="FB923C"/>
                </a:solidFill>
                <a:latin typeface="Apple SD Gothic Neo"/>
                <a:ea typeface="Apple SD Gothic Neo"/>
                <a:cs typeface="Apple SD Gothic Neo"/>
              </a:defRPr>
            </a:lvl7pPr>
            <a:lvl8pPr algn="l">
              <a:buNone/>
              <a:defRPr sz="2100" b="1">
                <a:solidFill>
                  <a:srgbClr val="FB923C"/>
                </a:solidFill>
                <a:latin typeface="Apple SD Gothic Neo"/>
                <a:ea typeface="Apple SD Gothic Neo"/>
                <a:cs typeface="Apple SD Gothic Neo"/>
              </a:defRPr>
            </a:lvl8pPr>
            <a:lvl9pPr algn="l">
              <a:buNone/>
              <a:defRPr sz="2100" b="1">
                <a:solidFill>
                  <a:srgbClr val="FB923C"/>
                </a:solidFill>
                <a:latin typeface="Apple SD Gothic Neo"/>
                <a:ea typeface="Apple SD Gothic Neo"/>
                <a:cs typeface="Apple SD Gothic Neo"/>
              </a:defRPr>
            </a:lvl9pPr>
          </a:lstStyle>
          <a:p xmlns:a="http://schemas.openxmlformats.org/drawingml/2006/main">
            <a:pPr algn="l">
              <a:buNone/>
              <a:defRPr sz="2100" b="1">
                <a:solidFill>
                  <a:srgbClr val="FB923C"/>
                </a:solidFill>
                <a:latin typeface="Apple SD Gothic Neo"/>
                <a:ea typeface="Apple SD Gothic Neo"/>
                <a:cs typeface="Apple SD Gothic Neo"/>
              </a:defRPr>
            </a:pPr>
            <a:r>
              <a:rPr sz="2100" b="1">
                <a:solidFill>
                  <a:srgbClr val="FB923C"/>
                </a:solidFill>
                <a:latin typeface="Apple SD Gothic Neo"/>
                <a:ea typeface="Apple SD Gothic Neo"/>
                <a:cs typeface="Apple SD Gothic Neo"/>
              </a:rPr>
              <a:t>SQL과 검증</a:t>
            </a:r>
          </a:p>
        </p:txBody>
      </p:sp>
      <p:sp>
        <p:nvSpPr>
          <p:cNvPr id="23" name="s03-text-43">
            <a:extLst xmlns:a="http://schemas.openxmlformats.org/drawingml/2006/main">
              <a:ext uri="{FF2B5EF4-FFF2-40B4-BE49-F238E27FC236}">
                <a16:creationId xmlns:a16="http://schemas.microsoft.com/office/drawing/2014/main" id="{4DA1AB5A-70E7-4A2F-9050-B42060395635}"/>
              </a:ext>
            </a:extLst>
          </p:cNvPr>
          <p:cNvSpPr>
            <a:spLocks xmlns:a="http://schemas.openxmlformats.org/drawingml/2006/main" noGrp="1"/>
          </p:cNvSpPr>
          <p:nvPr/>
        </p:nvSpPr>
        <p:spPr>
          <a:xfrm xmlns:a="http://schemas.openxmlformats.org/drawingml/2006/main">
            <a:off x="4565650" y="2847975"/>
            <a:ext cx="306070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AFC"/>
                </a:solidFill>
                <a:latin typeface="Apple SD Gothic Neo"/>
                <a:ea typeface="Apple SD Gothic Neo"/>
                <a:cs typeface="Apple SD Gothic Neo"/>
              </a:defRPr>
            </a:defPPr>
            <a:lvl1pPr algn="l">
              <a:buNone/>
              <a:defRPr sz="2025" b="0">
                <a:solidFill>
                  <a:srgbClr val="F8FAFC"/>
                </a:solidFill>
                <a:latin typeface="Apple SD Gothic Neo"/>
                <a:ea typeface="Apple SD Gothic Neo"/>
                <a:cs typeface="Apple SD Gothic Neo"/>
              </a:defRPr>
            </a:lvl1pPr>
            <a:lvl2pPr algn="l">
              <a:buNone/>
              <a:defRPr sz="2025" b="0">
                <a:solidFill>
                  <a:srgbClr val="F8FAFC"/>
                </a:solidFill>
                <a:latin typeface="Apple SD Gothic Neo"/>
                <a:ea typeface="Apple SD Gothic Neo"/>
                <a:cs typeface="Apple SD Gothic Neo"/>
              </a:defRPr>
            </a:lvl2pPr>
            <a:lvl3pPr algn="l">
              <a:buNone/>
              <a:defRPr sz="2025" b="0">
                <a:solidFill>
                  <a:srgbClr val="F8FAFC"/>
                </a:solidFill>
                <a:latin typeface="Apple SD Gothic Neo"/>
                <a:ea typeface="Apple SD Gothic Neo"/>
                <a:cs typeface="Apple SD Gothic Neo"/>
              </a:defRPr>
            </a:lvl3pPr>
            <a:lvl4pPr algn="l">
              <a:buNone/>
              <a:defRPr sz="2025" b="0">
                <a:solidFill>
                  <a:srgbClr val="F8FAFC"/>
                </a:solidFill>
                <a:latin typeface="Apple SD Gothic Neo"/>
                <a:ea typeface="Apple SD Gothic Neo"/>
                <a:cs typeface="Apple SD Gothic Neo"/>
              </a:defRPr>
            </a:lvl4pPr>
            <a:lvl5pPr algn="l">
              <a:buNone/>
              <a:defRPr sz="2025" b="0">
                <a:solidFill>
                  <a:srgbClr val="F8FAFC"/>
                </a:solidFill>
                <a:latin typeface="Apple SD Gothic Neo"/>
                <a:ea typeface="Apple SD Gothic Neo"/>
                <a:cs typeface="Apple SD Gothic Neo"/>
              </a:defRPr>
            </a:lvl5pPr>
            <a:lvl6pPr algn="l">
              <a:buNone/>
              <a:defRPr sz="2025" b="0">
                <a:solidFill>
                  <a:srgbClr val="F8FAFC"/>
                </a:solidFill>
                <a:latin typeface="Apple SD Gothic Neo"/>
                <a:ea typeface="Apple SD Gothic Neo"/>
                <a:cs typeface="Apple SD Gothic Neo"/>
              </a:defRPr>
            </a:lvl6pPr>
            <a:lvl7pPr algn="l">
              <a:buNone/>
              <a:defRPr sz="2025" b="0">
                <a:solidFill>
                  <a:srgbClr val="F8FAFC"/>
                </a:solidFill>
                <a:latin typeface="Apple SD Gothic Neo"/>
                <a:ea typeface="Apple SD Gothic Neo"/>
                <a:cs typeface="Apple SD Gothic Neo"/>
              </a:defRPr>
            </a:lvl7pPr>
            <a:lvl8pPr algn="l">
              <a:buNone/>
              <a:defRPr sz="2025" b="0">
                <a:solidFill>
                  <a:srgbClr val="F8FAFC"/>
                </a:solidFill>
                <a:latin typeface="Apple SD Gothic Neo"/>
                <a:ea typeface="Apple SD Gothic Neo"/>
                <a:cs typeface="Apple SD Gothic Neo"/>
              </a:defRPr>
            </a:lvl8pPr>
            <a:lvl9pPr algn="l">
              <a:buNone/>
              <a:defRPr sz="2025" b="0">
                <a:solidFill>
                  <a:srgbClr val="F8FAFC"/>
                </a:solidFill>
                <a:latin typeface="Apple SD Gothic Neo"/>
                <a:ea typeface="Apple SD Gothic Neo"/>
                <a:cs typeface="Apple SD Gothic Neo"/>
              </a:defRPr>
            </a:lvl9pPr>
          </a:lstStyle>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정규화·최신 후보</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MERGE·예상/실제</a:t>
            </a:r>
          </a:p>
        </p:txBody>
      </p:sp>
      <p:sp>
        <p:nvSpPr>
          <p:cNvPr id="24" name="s03-panel-44">
            <a:extLst xmlns:a="http://schemas.openxmlformats.org/drawingml/2006/main">
              <a:ext uri="{FF2B5EF4-FFF2-40B4-BE49-F238E27FC236}">
                <a16:creationId xmlns:a16="http://schemas.microsoft.com/office/drawing/2014/main" id="{C96F8D07-D0F2-4307-A8FE-634C00F663D7}"/>
              </a:ext>
            </a:extLst>
          </p:cNvPr>
          <p:cNvSpPr>
            <a:spLocks xmlns:a="http://schemas.openxmlformats.org/drawingml/2006/main" noGrp="1"/>
          </p:cNvSpPr>
          <p:nvPr/>
        </p:nvSpPr>
        <p:spPr>
          <a:xfrm xmlns:a="http://schemas.openxmlformats.org/drawingml/2006/main">
            <a:off x="8102600" y="1809750"/>
            <a:ext cx="3479800" cy="3314700"/>
          </a:xfrm>
          <a:prstGeom xmlns:a="http://schemas.openxmlformats.org/drawingml/2006/main" prst="roundRect">
            <a:avLst>
              <a:gd name="adj" fmla="val 2586"/>
            </a:avLst>
          </a:prstGeom>
          <a:solidFill xmlns:a="http://schemas.openxmlformats.org/drawingml/2006/main">
            <a:srgbClr val="1E293B"/>
          </a:solidFill>
          <a:ln xmlns:a="http://schemas.openxmlformats.org/drawingml/2006/main" w="9525">
            <a:solidFill>
              <a:srgbClr val="334155"/>
            </a:solidFill>
          </a:ln>
        </p:spPr>
      </p:sp>
      <p:sp>
        <p:nvSpPr>
          <p:cNvPr id="25" name="s03-text-45">
            <a:extLst xmlns:a="http://schemas.openxmlformats.org/drawingml/2006/main">
              <a:ext uri="{FF2B5EF4-FFF2-40B4-BE49-F238E27FC236}">
                <a16:creationId xmlns:a16="http://schemas.microsoft.com/office/drawing/2014/main" id="{0E444FC2-D9D7-485E-BE2E-439F8066A340}"/>
              </a:ext>
            </a:extLst>
          </p:cNvPr>
          <p:cNvSpPr>
            <a:spLocks xmlns:a="http://schemas.openxmlformats.org/drawingml/2006/main" noGrp="1"/>
          </p:cNvSpPr>
          <p:nvPr/>
        </p:nvSpPr>
        <p:spPr>
          <a:xfrm xmlns:a="http://schemas.openxmlformats.org/drawingml/2006/main">
            <a:off x="8312150" y="2028825"/>
            <a:ext cx="3060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34D399"/>
                </a:solidFill>
                <a:latin typeface="Apple SD Gothic Neo"/>
                <a:ea typeface="Apple SD Gothic Neo"/>
                <a:cs typeface="Apple SD Gothic Neo"/>
              </a:defRPr>
            </a:defPPr>
            <a:lvl1pPr algn="l">
              <a:buNone/>
              <a:defRPr sz="2100" b="1">
                <a:solidFill>
                  <a:srgbClr val="34D399"/>
                </a:solidFill>
                <a:latin typeface="Apple SD Gothic Neo"/>
                <a:ea typeface="Apple SD Gothic Neo"/>
                <a:cs typeface="Apple SD Gothic Neo"/>
              </a:defRPr>
            </a:lvl1pPr>
            <a:lvl2pPr algn="l">
              <a:buNone/>
              <a:defRPr sz="2100" b="1">
                <a:solidFill>
                  <a:srgbClr val="34D399"/>
                </a:solidFill>
                <a:latin typeface="Apple SD Gothic Neo"/>
                <a:ea typeface="Apple SD Gothic Neo"/>
                <a:cs typeface="Apple SD Gothic Neo"/>
              </a:defRPr>
            </a:lvl2pPr>
            <a:lvl3pPr algn="l">
              <a:buNone/>
              <a:defRPr sz="2100" b="1">
                <a:solidFill>
                  <a:srgbClr val="34D399"/>
                </a:solidFill>
                <a:latin typeface="Apple SD Gothic Neo"/>
                <a:ea typeface="Apple SD Gothic Neo"/>
                <a:cs typeface="Apple SD Gothic Neo"/>
              </a:defRPr>
            </a:lvl3pPr>
            <a:lvl4pPr algn="l">
              <a:buNone/>
              <a:defRPr sz="2100" b="1">
                <a:solidFill>
                  <a:srgbClr val="34D399"/>
                </a:solidFill>
                <a:latin typeface="Apple SD Gothic Neo"/>
                <a:ea typeface="Apple SD Gothic Neo"/>
                <a:cs typeface="Apple SD Gothic Neo"/>
              </a:defRPr>
            </a:lvl4pPr>
            <a:lvl5pPr algn="l">
              <a:buNone/>
              <a:defRPr sz="2100" b="1">
                <a:solidFill>
                  <a:srgbClr val="34D399"/>
                </a:solidFill>
                <a:latin typeface="Apple SD Gothic Neo"/>
                <a:ea typeface="Apple SD Gothic Neo"/>
                <a:cs typeface="Apple SD Gothic Neo"/>
              </a:defRPr>
            </a:lvl5pPr>
            <a:lvl6pPr algn="l">
              <a:buNone/>
              <a:defRPr sz="2100" b="1">
                <a:solidFill>
                  <a:srgbClr val="34D399"/>
                </a:solidFill>
                <a:latin typeface="Apple SD Gothic Neo"/>
                <a:ea typeface="Apple SD Gothic Neo"/>
                <a:cs typeface="Apple SD Gothic Neo"/>
              </a:defRPr>
            </a:lvl6pPr>
            <a:lvl7pPr algn="l">
              <a:buNone/>
              <a:defRPr sz="2100" b="1">
                <a:solidFill>
                  <a:srgbClr val="34D399"/>
                </a:solidFill>
                <a:latin typeface="Apple SD Gothic Neo"/>
                <a:ea typeface="Apple SD Gothic Neo"/>
                <a:cs typeface="Apple SD Gothic Neo"/>
              </a:defRPr>
            </a:lvl7pPr>
            <a:lvl8pPr algn="l">
              <a:buNone/>
              <a:defRPr sz="2100" b="1">
                <a:solidFill>
                  <a:srgbClr val="34D399"/>
                </a:solidFill>
                <a:latin typeface="Apple SD Gothic Neo"/>
                <a:ea typeface="Apple SD Gothic Neo"/>
                <a:cs typeface="Apple SD Gothic Neo"/>
              </a:defRPr>
            </a:lvl8pPr>
            <a:lvl9pPr algn="l">
              <a:buNone/>
              <a:defRPr sz="2100" b="1">
                <a:solidFill>
                  <a:srgbClr val="34D399"/>
                </a:solidFill>
                <a:latin typeface="Apple SD Gothic Neo"/>
                <a:ea typeface="Apple SD Gothic Neo"/>
                <a:cs typeface="Apple SD Gothic Neo"/>
              </a:defRPr>
            </a:lvl9pPr>
          </a:lstStyle>
          <a:p xmlns:a="http://schemas.openxmlformats.org/drawingml/2006/main">
            <a:pPr algn="l">
              <a:buNone/>
              <a:defRPr sz="2100" b="1">
                <a:solidFill>
                  <a:srgbClr val="34D399"/>
                </a:solidFill>
                <a:latin typeface="Apple SD Gothic Neo"/>
                <a:ea typeface="Apple SD Gothic Neo"/>
                <a:cs typeface="Apple SD Gothic Neo"/>
              </a:defRPr>
            </a:pPr>
            <a:r>
              <a:rPr sz="2100" b="1">
                <a:solidFill>
                  <a:srgbClr val="34D399"/>
                </a:solidFill>
                <a:latin typeface="Apple SD Gothic Neo"/>
                <a:ea typeface="Apple SD Gothic Neo"/>
                <a:cs typeface="Apple SD Gothic Neo"/>
              </a:rPr>
              <a:t>다음 5회차</a:t>
            </a:r>
          </a:p>
        </p:txBody>
      </p:sp>
      <p:sp>
        <p:nvSpPr>
          <p:cNvPr id="26" name="s03-text-46">
            <a:extLst xmlns:a="http://schemas.openxmlformats.org/drawingml/2006/main">
              <a:ext uri="{FF2B5EF4-FFF2-40B4-BE49-F238E27FC236}">
                <a16:creationId xmlns:a16="http://schemas.microsoft.com/office/drawing/2014/main" id="{6AE703BE-E880-4D0A-87CF-70D1569B89D1}"/>
              </a:ext>
            </a:extLst>
          </p:cNvPr>
          <p:cNvSpPr>
            <a:spLocks xmlns:a="http://schemas.openxmlformats.org/drawingml/2006/main" noGrp="1"/>
          </p:cNvSpPr>
          <p:nvPr/>
        </p:nvSpPr>
        <p:spPr>
          <a:xfrm xmlns:a="http://schemas.openxmlformats.org/drawingml/2006/main">
            <a:off x="8312150" y="2847975"/>
            <a:ext cx="306070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AFC"/>
                </a:solidFill>
                <a:latin typeface="Apple SD Gothic Neo"/>
                <a:ea typeface="Apple SD Gothic Neo"/>
                <a:cs typeface="Apple SD Gothic Neo"/>
              </a:defRPr>
            </a:defPPr>
            <a:lvl1pPr algn="l">
              <a:buNone/>
              <a:defRPr sz="2025" b="0">
                <a:solidFill>
                  <a:srgbClr val="F8FAFC"/>
                </a:solidFill>
                <a:latin typeface="Apple SD Gothic Neo"/>
                <a:ea typeface="Apple SD Gothic Neo"/>
                <a:cs typeface="Apple SD Gothic Neo"/>
              </a:defRPr>
            </a:lvl1pPr>
            <a:lvl2pPr algn="l">
              <a:buNone/>
              <a:defRPr sz="2025" b="0">
                <a:solidFill>
                  <a:srgbClr val="F8FAFC"/>
                </a:solidFill>
                <a:latin typeface="Apple SD Gothic Neo"/>
                <a:ea typeface="Apple SD Gothic Neo"/>
                <a:cs typeface="Apple SD Gothic Neo"/>
              </a:defRPr>
            </a:lvl2pPr>
            <a:lvl3pPr algn="l">
              <a:buNone/>
              <a:defRPr sz="2025" b="0">
                <a:solidFill>
                  <a:srgbClr val="F8FAFC"/>
                </a:solidFill>
                <a:latin typeface="Apple SD Gothic Neo"/>
                <a:ea typeface="Apple SD Gothic Neo"/>
                <a:cs typeface="Apple SD Gothic Neo"/>
              </a:defRPr>
            </a:lvl3pPr>
            <a:lvl4pPr algn="l">
              <a:buNone/>
              <a:defRPr sz="2025" b="0">
                <a:solidFill>
                  <a:srgbClr val="F8FAFC"/>
                </a:solidFill>
                <a:latin typeface="Apple SD Gothic Neo"/>
                <a:ea typeface="Apple SD Gothic Neo"/>
                <a:cs typeface="Apple SD Gothic Neo"/>
              </a:defRPr>
            </a:lvl4pPr>
            <a:lvl5pPr algn="l">
              <a:buNone/>
              <a:defRPr sz="2025" b="0">
                <a:solidFill>
                  <a:srgbClr val="F8FAFC"/>
                </a:solidFill>
                <a:latin typeface="Apple SD Gothic Neo"/>
                <a:ea typeface="Apple SD Gothic Neo"/>
                <a:cs typeface="Apple SD Gothic Neo"/>
              </a:defRPr>
            </a:lvl5pPr>
            <a:lvl6pPr algn="l">
              <a:buNone/>
              <a:defRPr sz="2025" b="0">
                <a:solidFill>
                  <a:srgbClr val="F8FAFC"/>
                </a:solidFill>
                <a:latin typeface="Apple SD Gothic Neo"/>
                <a:ea typeface="Apple SD Gothic Neo"/>
                <a:cs typeface="Apple SD Gothic Neo"/>
              </a:defRPr>
            </a:lvl6pPr>
            <a:lvl7pPr algn="l">
              <a:buNone/>
              <a:defRPr sz="2025" b="0">
                <a:solidFill>
                  <a:srgbClr val="F8FAFC"/>
                </a:solidFill>
                <a:latin typeface="Apple SD Gothic Neo"/>
                <a:ea typeface="Apple SD Gothic Neo"/>
                <a:cs typeface="Apple SD Gothic Neo"/>
              </a:defRPr>
            </a:lvl7pPr>
            <a:lvl8pPr algn="l">
              <a:buNone/>
              <a:defRPr sz="2025" b="0">
                <a:solidFill>
                  <a:srgbClr val="F8FAFC"/>
                </a:solidFill>
                <a:latin typeface="Apple SD Gothic Neo"/>
                <a:ea typeface="Apple SD Gothic Neo"/>
                <a:cs typeface="Apple SD Gothic Neo"/>
              </a:defRPr>
            </a:lvl8pPr>
            <a:lvl9pPr algn="l">
              <a:buNone/>
              <a:defRPr sz="2025" b="0">
                <a:solidFill>
                  <a:srgbClr val="F8FAFC"/>
                </a:solidFill>
                <a:latin typeface="Apple SD Gothic Neo"/>
                <a:ea typeface="Apple SD Gothic Neo"/>
                <a:cs typeface="Apple SD Gothic Neo"/>
              </a:defRPr>
            </a:lvl9pPr>
          </a:lstStyle>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dbt Gold 모델</a:t>
            </a:r>
          </a:p>
          <a:p xmlns:a="http://schemas.openxmlformats.org/drawingml/2006/main">
            <a:pPr algn="l">
              <a:buNone/>
              <a:defRPr sz="2025" b="0">
                <a:solidFill>
                  <a:srgbClr val="F8FAFC"/>
                </a:solidFill>
                <a:latin typeface="Apple SD Gothic Neo"/>
                <a:ea typeface="Apple SD Gothic Neo"/>
                <a:cs typeface="Apple SD Gothic Neo"/>
              </a:defRPr>
            </a:pPr>
            <a:r>
              <a:rPr sz="2025" b="0">
                <a:solidFill>
                  <a:srgbClr val="F8FAFC"/>
                </a:solidFill>
                <a:latin typeface="Apple SD Gothic Neo"/>
                <a:ea typeface="Apple SD Gothic Neo"/>
                <a:cs typeface="Apple SD Gothic Neo"/>
              </a:rPr>
              <a:t>지표와 품질 테스트</a:t>
            </a:r>
          </a:p>
        </p:txBody>
      </p:sp>
      <p:sp>
        <p:nvSpPr>
          <p:cNvPr id="27" name="s03-panel-47">
            <a:extLst xmlns:a="http://schemas.openxmlformats.org/drawingml/2006/main">
              <a:ext uri="{FF2B5EF4-FFF2-40B4-BE49-F238E27FC236}">
                <a16:creationId xmlns:a16="http://schemas.microsoft.com/office/drawing/2014/main" id="{39198901-CF90-42FA-B755-AF757D9692A9}"/>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oundRect">
            <a:avLst>
              <a:gd name="adj" fmla="val 12162"/>
            </a:avLst>
          </a:prstGeom>
          <a:solidFill xmlns:a="http://schemas.openxmlformats.org/drawingml/2006/main">
            <a:srgbClr val="182235"/>
          </a:solidFill>
          <a:ln xmlns:a="http://schemas.openxmlformats.org/drawingml/2006/main" w="9525">
            <a:solidFill>
              <a:srgbClr val="22D3EE"/>
            </a:solidFill>
          </a:ln>
        </p:spPr>
      </p:sp>
      <p:sp>
        <p:nvSpPr>
          <p:cNvPr id="28" name="s03-text-48">
            <a:extLst xmlns:a="http://schemas.openxmlformats.org/drawingml/2006/main">
              <a:ext uri="{FF2B5EF4-FFF2-40B4-BE49-F238E27FC236}">
                <a16:creationId xmlns:a16="http://schemas.microsoft.com/office/drawing/2014/main" id="{C9057E26-398A-4E73-88DA-C9798DEECCC5}"/>
              </a:ext>
            </a:extLst>
          </p:cNvPr>
          <p:cNvSpPr>
            <a:spLocks xmlns:a="http://schemas.openxmlformats.org/drawingml/2006/main" noGrp="1"/>
          </p:cNvSpPr>
          <p:nvPr/>
        </p:nvSpPr>
        <p:spPr>
          <a:xfrm xmlns:a="http://schemas.openxmlformats.org/drawingml/2006/main">
            <a:off x="781050" y="56197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2D3EE"/>
                </a:solidFill>
                <a:latin typeface="Apple SD Gothic Neo"/>
                <a:ea typeface="Apple SD Gothic Neo"/>
                <a:cs typeface="Apple SD Gothic Neo"/>
              </a:defRPr>
            </a:defPPr>
            <a:lvl1pPr algn="l">
              <a:buNone/>
              <a:defRPr sz="1725" b="1">
                <a:solidFill>
                  <a:srgbClr val="22D3EE"/>
                </a:solidFill>
                <a:latin typeface="Apple SD Gothic Neo"/>
                <a:ea typeface="Apple SD Gothic Neo"/>
                <a:cs typeface="Apple SD Gothic Neo"/>
              </a:defRPr>
            </a:lvl1pPr>
            <a:lvl2pPr algn="l">
              <a:buNone/>
              <a:defRPr sz="1725" b="1">
                <a:solidFill>
                  <a:srgbClr val="22D3EE"/>
                </a:solidFill>
                <a:latin typeface="Apple SD Gothic Neo"/>
                <a:ea typeface="Apple SD Gothic Neo"/>
                <a:cs typeface="Apple SD Gothic Neo"/>
              </a:defRPr>
            </a:lvl2pPr>
            <a:lvl3pPr algn="l">
              <a:buNone/>
              <a:defRPr sz="1725" b="1">
                <a:solidFill>
                  <a:srgbClr val="22D3EE"/>
                </a:solidFill>
                <a:latin typeface="Apple SD Gothic Neo"/>
                <a:ea typeface="Apple SD Gothic Neo"/>
                <a:cs typeface="Apple SD Gothic Neo"/>
              </a:defRPr>
            </a:lvl3pPr>
            <a:lvl4pPr algn="l">
              <a:buNone/>
              <a:defRPr sz="1725" b="1">
                <a:solidFill>
                  <a:srgbClr val="22D3EE"/>
                </a:solidFill>
                <a:latin typeface="Apple SD Gothic Neo"/>
                <a:ea typeface="Apple SD Gothic Neo"/>
                <a:cs typeface="Apple SD Gothic Neo"/>
              </a:defRPr>
            </a:lvl4pPr>
            <a:lvl5pPr algn="l">
              <a:buNone/>
              <a:defRPr sz="1725" b="1">
                <a:solidFill>
                  <a:srgbClr val="22D3EE"/>
                </a:solidFill>
                <a:latin typeface="Apple SD Gothic Neo"/>
                <a:ea typeface="Apple SD Gothic Neo"/>
                <a:cs typeface="Apple SD Gothic Neo"/>
              </a:defRPr>
            </a:lvl5pPr>
            <a:lvl6pPr algn="l">
              <a:buNone/>
              <a:defRPr sz="1725" b="1">
                <a:solidFill>
                  <a:srgbClr val="22D3EE"/>
                </a:solidFill>
                <a:latin typeface="Apple SD Gothic Neo"/>
                <a:ea typeface="Apple SD Gothic Neo"/>
                <a:cs typeface="Apple SD Gothic Neo"/>
              </a:defRPr>
            </a:lvl6pPr>
            <a:lvl7pPr algn="l">
              <a:buNone/>
              <a:defRPr sz="1725" b="1">
                <a:solidFill>
                  <a:srgbClr val="22D3EE"/>
                </a:solidFill>
                <a:latin typeface="Apple SD Gothic Neo"/>
                <a:ea typeface="Apple SD Gothic Neo"/>
                <a:cs typeface="Apple SD Gothic Neo"/>
              </a:defRPr>
            </a:lvl7pPr>
            <a:lvl8pPr algn="l">
              <a:buNone/>
              <a:defRPr sz="1725" b="1">
                <a:solidFill>
                  <a:srgbClr val="22D3EE"/>
                </a:solidFill>
                <a:latin typeface="Apple SD Gothic Neo"/>
                <a:ea typeface="Apple SD Gothic Neo"/>
                <a:cs typeface="Apple SD Gothic Neo"/>
              </a:defRPr>
            </a:lvl8pPr>
            <a:lvl9pPr algn="l">
              <a:buNone/>
              <a:defRPr sz="1725" b="1">
                <a:solidFill>
                  <a:srgbClr val="22D3EE"/>
                </a:solidFill>
                <a:latin typeface="Apple SD Gothic Neo"/>
                <a:ea typeface="Apple SD Gothic Neo"/>
                <a:cs typeface="Apple SD Gothic Neo"/>
              </a:defRPr>
            </a:lvl9pPr>
          </a:lstStyle>
          <a:p xmlns:a="http://schemas.openxmlformats.org/drawingml/2006/main">
            <a:pPr algn="l">
              <a:buNone/>
              <a:defRPr sz="1725" b="1">
                <a:solidFill>
                  <a:srgbClr val="22D3EE"/>
                </a:solidFill>
                <a:latin typeface="Apple SD Gothic Neo"/>
                <a:ea typeface="Apple SD Gothic Neo"/>
                <a:cs typeface="Apple SD Gothic Neo"/>
              </a:defRPr>
            </a:pPr>
            <a:r>
              <a:rPr sz="1725" b="1">
                <a:solidFill>
                  <a:srgbClr val="22D3EE"/>
                </a:solidFill>
                <a:latin typeface="Apple SD Gothic Neo"/>
                <a:ea typeface="Apple SD Gothic Neo"/>
                <a:cs typeface="Apple SD Gothic Neo"/>
              </a:rPr>
              <a:t>결과 행의 업무 멱등성과 snapshot·파일 쓰기를 구분해 설명합니다</a:t>
            </a:r>
          </a:p>
        </p:txBody>
      </p:sp>
    </p:spTree>
    <p:extLst>
      <p:ext uri="{BB962C8B-B14F-4D97-AF65-F5344CB8AC3E}">
        <p14:creationId xmlns:p14="http://schemas.microsoft.com/office/powerpoint/2010/main" val="6027250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2026-10-25T15:49:58.0870000Z</dcterms:created>
  <dcterms:modified xsi:type="dcterms:W3CDTF">2026-10-25T15:49:58.0870000Z</dcterms:modified>
</coreProperties>
</file>